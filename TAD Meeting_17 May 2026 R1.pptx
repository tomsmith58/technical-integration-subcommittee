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theme/theme3.xml" ContentType="application/vnd.openxmlformats-officedocument.theme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theme/theme4.xml" ContentType="application/vnd.openxmlformats-officedocument.theme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774" r:id="rId5"/>
    <p:sldMasterId id="2147483820" r:id="rId6"/>
    <p:sldMasterId id="2147483945" r:id="rId7"/>
    <p:sldMasterId id="2147483981" r:id="rId8"/>
  </p:sldMasterIdLst>
  <p:notesMasterIdLst>
    <p:notesMasterId r:id="rId44"/>
  </p:notesMasterIdLst>
  <p:sldIdLst>
    <p:sldId id="256" r:id="rId9"/>
    <p:sldId id="2147436165" r:id="rId10"/>
    <p:sldId id="343" r:id="rId11"/>
    <p:sldId id="2147436166" r:id="rId12"/>
    <p:sldId id="2147436161" r:id="rId13"/>
    <p:sldId id="344" r:id="rId14"/>
    <p:sldId id="2147436158" r:id="rId15"/>
    <p:sldId id="2147436167" r:id="rId16"/>
    <p:sldId id="346" r:id="rId17"/>
    <p:sldId id="347" r:id="rId18"/>
    <p:sldId id="2147436174" r:id="rId19"/>
    <p:sldId id="2147436175" r:id="rId20"/>
    <p:sldId id="2098149047" r:id="rId21"/>
    <p:sldId id="2147436177" r:id="rId22"/>
    <p:sldId id="2098149048" r:id="rId23"/>
    <p:sldId id="2098149050" r:id="rId24"/>
    <p:sldId id="2098149056" r:id="rId25"/>
    <p:sldId id="2098149049" r:id="rId26"/>
    <p:sldId id="2098149051" r:id="rId27"/>
    <p:sldId id="2098149054" r:id="rId28"/>
    <p:sldId id="2147436168" r:id="rId29"/>
    <p:sldId id="2147436160" r:id="rId30"/>
    <p:sldId id="348" r:id="rId31"/>
    <p:sldId id="2147436169" r:id="rId32"/>
    <p:sldId id="2147436170" r:id="rId33"/>
    <p:sldId id="2147436171" r:id="rId34"/>
    <p:sldId id="2147436172" r:id="rId35"/>
    <p:sldId id="2147436173" r:id="rId36"/>
    <p:sldId id="345" r:id="rId37"/>
    <p:sldId id="4035" r:id="rId38"/>
    <p:sldId id="4036" r:id="rId39"/>
    <p:sldId id="2098148992" r:id="rId40"/>
    <p:sldId id="2098148991" r:id="rId41"/>
    <p:sldId id="2098149038" r:id="rId42"/>
    <p:sldId id="271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189B4F61-1F15-A84B-8759-69E5D97D54C1}">
          <p14:sldIdLst>
            <p14:sldId id="256"/>
            <p14:sldId id="2147436165"/>
            <p14:sldId id="343"/>
          </p14:sldIdLst>
        </p14:section>
        <p14:section name="TAD Chief's Report" id="{03236221-9527-4D2A-86D2-E9DF23434A06}">
          <p14:sldIdLst>
            <p14:sldId id="2147436166"/>
            <p14:sldId id="2147436161"/>
          </p14:sldIdLst>
        </p14:section>
        <p14:section name="New TAD Chief Vision" id="{6864FD07-787E-403D-8D4C-9FE669AED4B7}">
          <p14:sldIdLst>
            <p14:sldId id="344"/>
            <p14:sldId id="2147436158"/>
          </p14:sldIdLst>
        </p14:section>
        <p14:section name="AIAA Director's Report" id="{ED763E0E-F690-4A05-AFFC-4EB3EDB20656}">
          <p14:sldIdLst>
            <p14:sldId id="2147436167"/>
          </p14:sldIdLst>
        </p14:section>
        <p14:section name="Forums Integration Subcommittee" id="{7BC04E49-B26B-4A6C-91CB-11041C2A53CA}">
          <p14:sldIdLst>
            <p14:sldId id="346"/>
          </p14:sldIdLst>
        </p14:section>
        <p14:section name="Technical Integration Subcommittee" id="{AE89C0D3-CF42-443B-9FFA-AE6A33C9A29B}">
          <p14:sldIdLst>
            <p14:sldId id="347"/>
            <p14:sldId id="2147436174"/>
            <p14:sldId id="2147436175"/>
            <p14:sldId id="2098149047"/>
            <p14:sldId id="2147436177"/>
            <p14:sldId id="2098149048"/>
            <p14:sldId id="2098149050"/>
            <p14:sldId id="2098149056"/>
            <p14:sldId id="2098149049"/>
            <p14:sldId id="2098149051"/>
            <p14:sldId id="2098149054"/>
          </p14:sldIdLst>
        </p14:section>
        <p14:section name="Defense WG Report" id="{478E7A55-1669-4BFC-9530-CBE7D9197D2F}">
          <p14:sldIdLst>
            <p14:sldId id="2147436168"/>
          </p14:sldIdLst>
        </p14:section>
        <p14:section name="Space TC Refresh Workshop" id="{E5574D6C-6F0E-45A2-8B39-BBB5AC05FFC6}">
          <p14:sldIdLst>
            <p14:sldId id="2147436160"/>
          </p14:sldIdLst>
        </p14:section>
        <p14:section name="TAD/Pubs Update" id="{936A7998-E1E8-4707-AAF2-9A016CF5A0D6}">
          <p14:sldIdLst>
            <p14:sldId id="348"/>
          </p14:sldIdLst>
        </p14:section>
        <p14:section name="CTO Summit Overview and TAD Involvement" id="{7D49D4FC-BBB0-4BC9-8991-5175DDE4527F}">
          <p14:sldIdLst>
            <p14:sldId id="2147436169"/>
          </p14:sldIdLst>
        </p14:section>
        <p14:section name="IT Upgrade and Survey Results" id="{BC498665-2074-4175-86F0-DB792A76841E}">
          <p14:sldIdLst>
            <p14:sldId id="2147436170"/>
            <p14:sldId id="2147436171"/>
          </p14:sldIdLst>
        </p14:section>
        <p14:section name="Director Roundtable" id="{FC920926-A7C7-45D3-929E-ADDFAA045EA4}">
          <p14:sldIdLst>
            <p14:sldId id="2147436172"/>
            <p14:sldId id="2147436173"/>
            <p14:sldId id="345"/>
            <p14:sldId id="4035"/>
            <p14:sldId id="4036"/>
          </p14:sldIdLst>
        </p14:section>
        <p14:section name="Broken Sword Award" id="{8BB4F932-DDC8-4D06-AA00-0D617811AA77}">
          <p14:sldIdLst>
            <p14:sldId id="2098148992"/>
            <p14:sldId id="2098148991"/>
          </p14:sldIdLst>
        </p14:section>
        <p14:section name="Review of Actions and Closing" id="{228B7087-FE66-4A4F-8E81-E486BE5211D1}">
          <p14:sldIdLst>
            <p14:sldId id="2098149038"/>
            <p14:sldId id="27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6906603-B9AE-8EF8-B43A-D7E29A7AD6BA}" name="Sibille, Laurent (KSC-LASSOII-4116)[Astrion]" initials="LS" userId="S::lsibille@ndc.nasa.gov::5251f187-1c5d-4659-b71b-35fe277c3301" providerId="AD"/>
  <p188:author id="{D3A88434-E061-34C3-AD8D-8A2EBDB21C45}" name="Dr. Lesley A Weitz" initials="LW" userId="S::LWEITZ@MITRE.ORG::6ed395b4-86dc-4bcd-9616-33b40b23faa6" providerId="AD"/>
  <p188:author id="{202893B0-B3B3-CC5B-AD44-99794AE58E9A}" name="Tobey Jackson" initials="TJ" userId="S::tobeyj@aiaa.org::9483a99f-7c4b-44d9-bd6f-1fd8270838b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B82D"/>
    <a:srgbClr val="65A602"/>
    <a:srgbClr val="2E7BA8"/>
    <a:srgbClr val="1A3D6D"/>
    <a:srgbClr val="1B3D6C"/>
    <a:srgbClr val="2F5C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10BA57-3416-4D57-A1A6-B9B47E249A87}" v="9" dt="2026-04-21T01:01:38.475"/>
    <p1510:client id="{ABF690E8-E20F-47EC-934D-4C5DDD393FE1}" v="3" dt="2026-04-21T12:45:45.441"/>
  </p1510:revLst>
</p1510:revInfo>
</file>

<file path=ppt/tableStyles.xml><?xml version="1.0" encoding="utf-8"?>
<a:tblStyleLst xmlns:a="http://schemas.openxmlformats.org/drawingml/2006/main" def="{5C22544A-7EE6-4342-B048-85BDC9FD1C3A}"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636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9" Type="http://schemas.openxmlformats.org/officeDocument/2006/relationships/slide" Target="slides/slide31.xml"/><Relationship Id="rId21" Type="http://schemas.openxmlformats.org/officeDocument/2006/relationships/slide" Target="slides/slide13.xml"/><Relationship Id="rId34" Type="http://schemas.openxmlformats.org/officeDocument/2006/relationships/slide" Target="slides/slide26.xml"/><Relationship Id="rId42" Type="http://schemas.openxmlformats.org/officeDocument/2006/relationships/slide" Target="slides/slide34.xml"/><Relationship Id="rId47" Type="http://schemas.openxmlformats.org/officeDocument/2006/relationships/theme" Target="theme/theme1.xml"/><Relationship Id="rId50" Type="http://schemas.microsoft.com/office/2018/10/relationships/authors" Target="authors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9" Type="http://schemas.openxmlformats.org/officeDocument/2006/relationships/slide" Target="slides/slide21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slide" Target="slides/slide24.xml"/><Relationship Id="rId37" Type="http://schemas.openxmlformats.org/officeDocument/2006/relationships/slide" Target="slides/slide29.xml"/><Relationship Id="rId40" Type="http://schemas.openxmlformats.org/officeDocument/2006/relationships/slide" Target="slides/slide32.xml"/><Relationship Id="rId45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49" Type="http://schemas.microsoft.com/office/2015/10/relationships/revisionInfo" Target="revisionInfo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slide" Target="slides/slide23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43" Type="http://schemas.openxmlformats.org/officeDocument/2006/relationships/slide" Target="slides/slide35.xml"/><Relationship Id="rId48" Type="http://schemas.openxmlformats.org/officeDocument/2006/relationships/tableStyles" Target="tableStyles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slide" Target="slides/slide30.xml"/><Relationship Id="rId46" Type="http://schemas.openxmlformats.org/officeDocument/2006/relationships/viewProps" Target="viewProps.xml"/><Relationship Id="rId20" Type="http://schemas.openxmlformats.org/officeDocument/2006/relationships/slide" Target="slides/slide12.xml"/><Relationship Id="rId41" Type="http://schemas.openxmlformats.org/officeDocument/2006/relationships/slide" Target="slides/slide33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1E785E-3AA0-3642-AE53-DF58CAF37406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12D1A7-0F1D-4A40-88F4-52C9023A44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533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12D1A7-0F1D-4A40-88F4-52C9023A442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9018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AE8F4-F168-05C9-9743-3CA0987DB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A32B4A-8CEE-C2A0-F333-11C4122380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FB4C38-7972-9B8F-D451-4685C19448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759495-9A82-190E-9B76-39064A95F2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12D1A7-0F1D-4A40-88F4-52C9023A442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66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26496-9CF8-DECF-5A4F-5A1F8FCA6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38716C-A92A-A950-39BE-9046EC700C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20DC71-05C8-B895-2068-31985659BF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D915F8-5E0E-4433-2723-3F7625778A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12D1A7-0F1D-4A40-88F4-52C9023A442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92607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Calibri"/>
                <a:ea typeface="Calibri"/>
                <a:cs typeface="Calibri"/>
              </a:rPr>
              <a:t>TAD Deliverables are tracking well. Very good showing from TCs.</a:t>
            </a:r>
          </a:p>
          <a:p>
            <a:r>
              <a:rPr lang="en-US">
                <a:latin typeface="Calibri"/>
                <a:ea typeface="Calibri"/>
                <a:cs typeface="Calibri"/>
              </a:rPr>
              <a:t>Rosters are 94% complete</a:t>
            </a:r>
          </a:p>
          <a:p>
            <a:r>
              <a:rPr lang="en-US" dirty="0">
                <a:latin typeface="Calibri"/>
                <a:ea typeface="Calibri"/>
                <a:cs typeface="Calibri"/>
              </a:rPr>
              <a:t>Annual Reports are 94% complete, with one TC (Fluid Instability and Transition) not required to submit because they were chartered in November last year.</a:t>
            </a:r>
          </a:p>
          <a:p>
            <a:r>
              <a:rPr lang="en-US">
                <a:latin typeface="Calibri"/>
                <a:ea typeface="Calibri"/>
                <a:cs typeface="Calibri"/>
              </a:rPr>
              <a:t>Charters are 70% complete. Group Directors are reviewing charters and approving/workshopping them with the committees.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12D1A7-0F1D-4A40-88F4-52C9023A442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4700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.png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.png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.png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.png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.png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.png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.png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.png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.png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.png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4.xml"/></Relationships>
</file>

<file path=ppt/slideLayouts/_rels/slideLayout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4.xml"/></Relationships>
</file>

<file path=ppt/slideLayouts/_rels/slideLayout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4.xml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4.xml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3.png"/></Relationships>
</file>

<file path=ppt/slideLayouts/_rels/slideLayout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3.png"/></Relationships>
</file>

<file path=ppt/slideLayouts/_rels/slideLayout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3.png"/></Relationships>
</file>

<file path=ppt/slideLayouts/_rels/slideLayout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3.png"/></Relationships>
</file>

<file path=ppt/slideLayouts/_rels/slideLayout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3.png"/></Relationships>
</file>

<file path=ppt/slideLayouts/_rels/slideLayout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4.xml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5.xml"/></Relationships>
</file>

<file path=ppt/slideLayouts/_rels/slideLayout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5.xml"/></Relationships>
</file>

<file path=ppt/slideLayouts/_rels/slideLayout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5.xml"/></Relationships>
</file>

<file path=ppt/slideLayouts/_rels/slideLayout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5.xml"/></Relationships>
</file>

<file path=ppt/slideLayouts/_rels/slideLayout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5.xml"/></Relationships>
</file>

<file path=ppt/slideLayouts/_rels/slideLayout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5.xml"/></Relationships>
</file>

<file path=ppt/slideLayouts/_rels/slideLayout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5.xml"/></Relationships>
</file>

<file path=ppt/slideLayouts/_rels/slideLayout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5.xml"/></Relationships>
</file>

<file path=ppt/slideLayouts/_rels/slideLayout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5.xml"/></Relationships>
</file>

<file path=ppt/slideLayouts/_rels/slideLayout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5.xml"/></Relationships>
</file>

<file path=ppt/slideLayouts/_rels/slideLayout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5.xml"/></Relationships>
</file>

<file path=ppt/slideLayouts/_rels/slideLayout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5.xml"/></Relationships>
</file>

<file path=ppt/slideLayouts/_rels/slideLayout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3.png"/></Relationships>
</file>

<file path=ppt/slideLayouts/_rels/slideLayout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3.png"/></Relationships>
</file>

<file path=ppt/slideLayouts/_rels/slideLayout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3.png"/></Relationships>
</file>

<file path=ppt/slideLayouts/_rels/slideLayout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3.png"/></Relationships>
</file>

<file path=ppt/slideLayouts/_rels/slideLayout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3.png"/></Relationships>
</file>

<file path=ppt/slideLayouts/_rels/slideLayout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5.xml"/></Relationships>
</file>

<file path=ppt/slideLayouts/_rels/slideLayout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5.xml"/></Relationships>
</file>

<file path=ppt/slideLayouts/_rels/slideLayout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5.xml"/></Relationships>
</file>

<file path=ppt/slideLayouts/_rels/slideLayout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5.xml"/></Relationships>
</file>

<file path=ppt/slideLayouts/_rels/slideLayout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5.xml"/></Relationships>
</file>

<file path=ppt/slideLayouts/_rels/slideLayout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5.xml"/></Relationships>
</file>

<file path=ppt/slideLayouts/_rels/slideLayout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5.xml"/></Relationships>
</file>

<file path=ppt/slideLayouts/_rels/slideLayout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5.xml"/></Relationships>
</file>

<file path=ppt/slideLayouts/_rels/slideLayout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5.xml"/></Relationships>
</file>

<file path=ppt/slideLayouts/_rels/slideLayout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5.xml"/></Relationships>
</file>

<file path=ppt/slideLayouts/_rels/slideLayout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5.xml"/></Relationships>
</file>

<file path=ppt/slideLayouts/_rels/slideLayout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5.xml"/></Relationships>
</file>

<file path=ppt/slideLayouts/_rels/slideLayout1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5.xml"/></Relationships>
</file>

<file path=ppt/slideLayouts/_rels/slideLayout1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5.xml"/></Relationships>
</file>

<file path=ppt/slideLayouts/_rels/slideLayout1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5.xml"/></Relationships>
</file>

<file path=ppt/slideLayouts/_rels/slideLayout1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1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3.png"/></Relationships>
</file>

<file path=ppt/slideLayouts/_rels/slideLayout1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3.png"/></Relationships>
</file>

<file path=ppt/slideLayouts/_rels/slideLayout1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3.png"/></Relationships>
</file>

<file path=ppt/slideLayouts/_rels/slideLayout1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3.png"/></Relationships>
</file>

<file path=ppt/slideLayouts/_rels/slideLayout1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3.png"/></Relationships>
</file>

<file path=ppt/slideLayouts/_rels/slideLayout1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5.xml"/></Relationships>
</file>

<file path=ppt/slideLayouts/_rels/slideLayout1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5.xml"/></Relationships>
</file>

<file path=ppt/slideLayouts/_rels/slideLayout1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5.xml"/></Relationships>
</file>

<file path=ppt/slideLayouts/_rels/slideLayout1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5.xml"/></Relationships>
</file>

<file path=ppt/slideLayouts/_rels/slideLayout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5.xml"/></Relationships>
</file>

<file path=ppt/slideLayouts/_rels/slideLayout1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5.xml"/></Relationships>
</file>

<file path=ppt/slideLayouts/_rels/slideLayout1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5.xml"/></Relationships>
</file>

<file path=ppt/slideLayouts/_rels/slideLayout1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5.xml"/></Relationships>
</file>

<file path=ppt/slideLayouts/_rels/slideLayout1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gradFill>
          <a:gsLst>
            <a:gs pos="0">
              <a:schemeClr val="accent2"/>
            </a:gs>
            <a:gs pos="60000">
              <a:schemeClr val="tx2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8C7F35EF-1610-E5B0-B764-FC143C8BAA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97660" y="1509339"/>
            <a:ext cx="6294340" cy="53486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D8A0025-EFEF-20BF-C80C-85AC36F306C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7607" y="637104"/>
            <a:ext cx="1771864" cy="1115869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BA0A17DC-774F-3210-530A-47E7C3473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355742"/>
            <a:ext cx="8017682" cy="2445200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80000"/>
              </a:lnSpc>
              <a:defRPr sz="6000" b="1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48F0EC-82D2-3C68-E213-5327A1828CFA}"/>
              </a:ext>
            </a:extLst>
          </p:cNvPr>
          <p:cNvSpPr txBox="1"/>
          <p:nvPr userDrawn="1"/>
        </p:nvSpPr>
        <p:spPr>
          <a:xfrm>
            <a:off x="831850" y="6492875"/>
            <a:ext cx="461665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000" b="1" i="0">
                <a:solidFill>
                  <a:schemeClr val="bg1"/>
                </a:solidFill>
                <a:latin typeface="Figtree SemiBold" pitchFamily="2" charset="0"/>
              </a:rPr>
              <a:t>aiaa.org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BBBDC11-29FC-667E-0F89-DBB03CF052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5017002"/>
            <a:ext cx="8017682" cy="49766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Figtree Light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246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ivider (Navy)">
    <p:bg>
      <p:bgPr>
        <a:gradFill>
          <a:gsLst>
            <a:gs pos="0">
              <a:schemeClr val="accent2"/>
            </a:gs>
            <a:gs pos="60000">
              <a:schemeClr val="tx2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0E47ED36-DE2D-02CA-3151-94658797C7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97660" y="1509339"/>
            <a:ext cx="6294340" cy="53486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4286E4-0185-F5C7-1A34-42944A5E9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446125"/>
            <a:ext cx="10515600" cy="2852737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90000"/>
              </a:lnSpc>
              <a:defRPr sz="6000"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F87F5B-E6CA-3D49-EEDE-A4FC382F34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463371"/>
            <a:ext cx="10515600" cy="77751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Figtree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E0A20CF-1575-8C64-8E6F-319EBEB89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70011EF-BAE9-8319-9C4B-A0136ED34F1F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FED0390E-9CED-12AA-C621-F40B86459E8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8" y="6437960"/>
            <a:ext cx="857519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568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ivider (Blue)">
    <p:bg>
      <p:bgPr>
        <a:gradFill>
          <a:gsLst>
            <a:gs pos="0">
              <a:schemeClr val="tx2"/>
            </a:gs>
            <a:gs pos="52000">
              <a:schemeClr val="accent2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73C2AF56-22FA-B24C-961E-DCF6032B059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97660" y="1509339"/>
            <a:ext cx="6294340" cy="53486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4286E4-0185-F5C7-1A34-42944A5E9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446125"/>
            <a:ext cx="10515600" cy="2852737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90000"/>
              </a:lnSpc>
              <a:defRPr sz="6000"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F87F5B-E6CA-3D49-EEDE-A4FC382F34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463371"/>
            <a:ext cx="10515600" cy="77751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Figtree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E0A20CF-1575-8C64-8E6F-319EBEB89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70011EF-BAE9-8319-9C4B-A0136ED34F1F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FED0390E-9CED-12AA-C621-F40B86459E8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8" y="6437960"/>
            <a:ext cx="857519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192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ivider (Plum)">
    <p:bg>
      <p:bgPr>
        <a:gradFill>
          <a:gsLst>
            <a:gs pos="0">
              <a:schemeClr val="accent2"/>
            </a:gs>
            <a:gs pos="60000">
              <a:schemeClr val="accent3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D2903859-44FB-9388-776B-28F8C4D4252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97660" y="1509339"/>
            <a:ext cx="6294340" cy="53486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4286E4-0185-F5C7-1A34-42944A5E9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446125"/>
            <a:ext cx="10515600" cy="2852737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90000"/>
              </a:lnSpc>
              <a:defRPr sz="6000"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F87F5B-E6CA-3D49-EEDE-A4FC382F34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463371"/>
            <a:ext cx="10515600" cy="77751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Figtree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E0A20CF-1575-8C64-8E6F-319EBEB89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70011EF-BAE9-8319-9C4B-A0136ED34F1F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FED0390E-9CED-12AA-C621-F40B86459E8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8" y="6437960"/>
            <a:ext cx="857519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312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ivider (Gold)">
    <p:bg>
      <p:bgPr>
        <a:gradFill>
          <a:gsLst>
            <a:gs pos="0">
              <a:schemeClr val="accent6"/>
            </a:gs>
            <a:gs pos="54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D7892FEC-EC22-36F7-8617-D9A11538518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97660" y="1509339"/>
            <a:ext cx="6294340" cy="53486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4286E4-0185-F5C7-1A34-42944A5E9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446125"/>
            <a:ext cx="10515600" cy="2852737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90000"/>
              </a:lnSpc>
              <a:defRPr sz="6000" b="1" i="0">
                <a:solidFill>
                  <a:schemeClr val="tx2">
                    <a:lumMod val="50000"/>
                  </a:schemeClr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F87F5B-E6CA-3D49-EEDE-A4FC382F34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463371"/>
            <a:ext cx="10515600" cy="77751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0" i="0">
                <a:solidFill>
                  <a:schemeClr val="tx2">
                    <a:lumMod val="50000"/>
                  </a:schemeClr>
                </a:solidFill>
                <a:latin typeface="Figtree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E0A20CF-1575-8C64-8E6F-319EBEB89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70011EF-BAE9-8319-9C4B-A0136ED34F1F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FED0390E-9CED-12AA-C621-F40B86459E8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8" y="6437960"/>
            <a:ext cx="857519" cy="243268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C7073A5-C96D-7387-F371-CC85F5ECE004}"/>
              </a:ext>
            </a:extLst>
          </p:cNvPr>
          <p:cNvCxnSpPr>
            <a:cxnSpLocks/>
          </p:cNvCxnSpPr>
          <p:nvPr userDrawn="1"/>
        </p:nvCxnSpPr>
        <p:spPr>
          <a:xfrm>
            <a:off x="0" y="6276814"/>
            <a:ext cx="12192000" cy="0"/>
          </a:xfrm>
          <a:prstGeom prst="line">
            <a:avLst/>
          </a:prstGeom>
          <a:ln w="9525">
            <a:solidFill>
              <a:schemeClr val="tx2">
                <a:lumMod val="40000"/>
                <a:lumOff val="60000"/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21533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ivider (Green)">
    <p:bg>
      <p:bgPr>
        <a:gradFill>
          <a:gsLst>
            <a:gs pos="0">
              <a:schemeClr val="accent2"/>
            </a:gs>
            <a:gs pos="54000">
              <a:schemeClr val="accent5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F8558375-69BD-2093-A170-A82E307F81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97660" y="1509339"/>
            <a:ext cx="6294340" cy="53486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4286E4-0185-F5C7-1A34-42944A5E9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446125"/>
            <a:ext cx="10515600" cy="2852737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90000"/>
              </a:lnSpc>
              <a:defRPr sz="6000"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F87F5B-E6CA-3D49-EEDE-A4FC382F34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463371"/>
            <a:ext cx="10515600" cy="77751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Figtree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E0A20CF-1575-8C64-8E6F-319EBEB89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70011EF-BAE9-8319-9C4B-A0136ED34F1F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FED0390E-9CED-12AA-C621-F40B86459E8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8" y="6437960"/>
            <a:ext cx="857519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573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ivider (Orange)">
    <p:bg>
      <p:bgPr>
        <a:gradFill>
          <a:gsLst>
            <a:gs pos="0">
              <a:schemeClr val="accent3"/>
            </a:gs>
            <a:gs pos="54000">
              <a:schemeClr val="accent6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04F190B7-3ED6-8872-7F8C-4E5A01527E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97660" y="1509339"/>
            <a:ext cx="6294340" cy="53486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4286E4-0185-F5C7-1A34-42944A5E9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446125"/>
            <a:ext cx="10515600" cy="2852737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90000"/>
              </a:lnSpc>
              <a:defRPr sz="6000"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F87F5B-E6CA-3D49-EEDE-A4FC382F34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463371"/>
            <a:ext cx="10515600" cy="77751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Figtree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FCAF999-FEB3-67E0-72A0-500A97154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454130"/>
            <a:ext cx="5257800" cy="228600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E0A20CF-1575-8C64-8E6F-319EBEB89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70011EF-BAE9-8319-9C4B-A0136ED34F1F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FED0390E-9CED-12AA-C621-F40B86459E8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8" y="6437960"/>
            <a:ext cx="857519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20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6009C2D0-8476-5C7C-3698-64F13A93B8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97660" y="1509339"/>
            <a:ext cx="6294340" cy="53486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BD38FA1-D8E9-0B4D-6720-EFD5DD0BA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597" y="365125"/>
            <a:ext cx="11491993" cy="1169207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>
              <a:lnSpc>
                <a:spcPct val="80000"/>
              </a:lnSpc>
              <a:defRPr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3389C-B1D7-C694-57D5-6C711FC198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2572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800" b="0" i="0">
                <a:solidFill>
                  <a:schemeClr val="bg1"/>
                </a:solidFill>
                <a:latin typeface="Figtree" pitchFamily="2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sz="1800" b="0" i="0">
                <a:solidFill>
                  <a:schemeClr val="bg1"/>
                </a:solidFill>
                <a:latin typeface="Figtree" pitchFamily="2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sz="1800" b="0" i="0">
                <a:solidFill>
                  <a:schemeClr val="bg1"/>
                </a:solidFill>
                <a:latin typeface="Figtree" pitchFamily="2" charset="0"/>
              </a:defRPr>
            </a:lvl3pPr>
            <a:lvl4pPr marL="1657350" indent="-285750">
              <a:buFont typeface="Arial" panose="020B0604020202020204" pitchFamily="34" charset="0"/>
              <a:buChar char="•"/>
              <a:defRPr sz="1800" b="0" i="0">
                <a:solidFill>
                  <a:schemeClr val="bg1"/>
                </a:solidFill>
                <a:latin typeface="Figtree" pitchFamily="2" charset="0"/>
              </a:defRPr>
            </a:lvl4pPr>
            <a:lvl5pPr marL="2114550" indent="-285750">
              <a:buFont typeface="Arial" panose="020B0604020202020204" pitchFamily="34" charset="0"/>
              <a:buChar char="•"/>
              <a:defRPr sz="1800" b="0" i="0">
                <a:solidFill>
                  <a:schemeClr val="bg1"/>
                </a:solidFill>
                <a:latin typeface="Figtree" pitchFamily="2" charset="0"/>
              </a:defRPr>
            </a:lvl5pPr>
          </a:lstStyle>
          <a:p>
            <a:pPr lvl="0"/>
            <a:r>
              <a:rPr lang="en-US" err="1"/>
              <a:t>Click</a:t>
            </a:r>
            <a:r>
              <a:rPr lang="en-US"/>
              <a:t>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C3EAA-1CA5-FCD9-354C-BC491AF39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27D6499-7F82-8950-61E9-B99B5A5DBC7B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94F72188-A0A9-5F3A-CF20-6B8F5FE585F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8" y="6437960"/>
            <a:ext cx="857519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228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Blue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347A47-ADDB-726A-B2AC-AF6601AB38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29382" y="0"/>
            <a:ext cx="6862618" cy="6866620"/>
          </a:xfrm>
          <a:custGeom>
            <a:avLst/>
            <a:gdLst>
              <a:gd name="connsiteX0" fmla="*/ 2766197 w 6558116"/>
              <a:gd name="connsiteY0" fmla="*/ 0 h 6276807"/>
              <a:gd name="connsiteX1" fmla="*/ 6558116 w 6558116"/>
              <a:gd name="connsiteY1" fmla="*/ 0 h 6276807"/>
              <a:gd name="connsiteX2" fmla="*/ 6558116 w 6558116"/>
              <a:gd name="connsiteY2" fmla="*/ 6276807 h 6276807"/>
              <a:gd name="connsiteX3" fmla="*/ 0 w 6558116"/>
              <a:gd name="connsiteY3" fmla="*/ 6276807 h 6276807"/>
              <a:gd name="connsiteX4" fmla="*/ 0 w 6558116"/>
              <a:gd name="connsiteY4" fmla="*/ 6276241 h 6276807"/>
              <a:gd name="connsiteX0" fmla="*/ 2939983 w 6731902"/>
              <a:gd name="connsiteY0" fmla="*/ 0 h 6276807"/>
              <a:gd name="connsiteX1" fmla="*/ 6731902 w 6731902"/>
              <a:gd name="connsiteY1" fmla="*/ 0 h 6276807"/>
              <a:gd name="connsiteX2" fmla="*/ 6731902 w 6731902"/>
              <a:gd name="connsiteY2" fmla="*/ 6276807 h 6276807"/>
              <a:gd name="connsiteX3" fmla="*/ 173786 w 6731902"/>
              <a:gd name="connsiteY3" fmla="*/ 6276807 h 6276807"/>
              <a:gd name="connsiteX4" fmla="*/ 0 w 6731902"/>
              <a:gd name="connsiteY4" fmla="*/ 6242427 h 6276807"/>
              <a:gd name="connsiteX5" fmla="*/ 2939983 w 6731902"/>
              <a:gd name="connsiteY5" fmla="*/ 0 h 6276807"/>
              <a:gd name="connsiteX0" fmla="*/ 2949130 w 6731902"/>
              <a:gd name="connsiteY0" fmla="*/ 0 h 6276807"/>
              <a:gd name="connsiteX1" fmla="*/ 6731902 w 6731902"/>
              <a:gd name="connsiteY1" fmla="*/ 0 h 6276807"/>
              <a:gd name="connsiteX2" fmla="*/ 6731902 w 6731902"/>
              <a:gd name="connsiteY2" fmla="*/ 6276807 h 6276807"/>
              <a:gd name="connsiteX3" fmla="*/ 173786 w 6731902"/>
              <a:gd name="connsiteY3" fmla="*/ 6276807 h 6276807"/>
              <a:gd name="connsiteX4" fmla="*/ 0 w 6731902"/>
              <a:gd name="connsiteY4" fmla="*/ 6242427 h 6276807"/>
              <a:gd name="connsiteX5" fmla="*/ 2949130 w 6731902"/>
              <a:gd name="connsiteY5" fmla="*/ 0 h 6276807"/>
              <a:gd name="connsiteX0" fmla="*/ 2967300 w 6750072"/>
              <a:gd name="connsiteY0" fmla="*/ 0 h 6284696"/>
              <a:gd name="connsiteX1" fmla="*/ 6750072 w 6750072"/>
              <a:gd name="connsiteY1" fmla="*/ 0 h 6284696"/>
              <a:gd name="connsiteX2" fmla="*/ 6750072 w 6750072"/>
              <a:gd name="connsiteY2" fmla="*/ 6276807 h 6284696"/>
              <a:gd name="connsiteX3" fmla="*/ 191956 w 6750072"/>
              <a:gd name="connsiteY3" fmla="*/ 6276807 h 6284696"/>
              <a:gd name="connsiteX4" fmla="*/ 0 w 6750072"/>
              <a:gd name="connsiteY4" fmla="*/ 6284696 h 6284696"/>
              <a:gd name="connsiteX5" fmla="*/ 2967300 w 6750072"/>
              <a:gd name="connsiteY5" fmla="*/ 0 h 6284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0072" h="6284696">
                <a:moveTo>
                  <a:pt x="2967300" y="0"/>
                </a:moveTo>
                <a:lnTo>
                  <a:pt x="6750072" y="0"/>
                </a:lnTo>
                <a:lnTo>
                  <a:pt x="6750072" y="6276807"/>
                </a:lnTo>
                <a:lnTo>
                  <a:pt x="191956" y="6276807"/>
                </a:lnTo>
                <a:lnTo>
                  <a:pt x="0" y="6284696"/>
                </a:lnTo>
                <a:cubicBezTo>
                  <a:pt x="922066" y="4192616"/>
                  <a:pt x="2045234" y="2092080"/>
                  <a:pt x="2967300" y="0"/>
                </a:cubicBezTo>
                <a:close/>
              </a:path>
            </a:pathLst>
          </a:custGeom>
          <a:pattFill prst="smConfetti">
            <a:fgClr>
              <a:schemeClr val="bg2"/>
            </a:fgClr>
            <a:bgClr>
              <a:schemeClr val="bg1"/>
            </a:bgClr>
          </a:pattFill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Figtree Medium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938C98-750F-B989-E8A2-47D33F5F8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688" y="457200"/>
            <a:ext cx="4602998" cy="1600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4000"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2D103-5877-6749-18AE-0555B8B45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688" y="2425490"/>
            <a:ext cx="4602997" cy="33321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Figtree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B6BC089-6024-60CC-51A6-E270462E81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8" y="6437960"/>
            <a:ext cx="857519" cy="243268"/>
          </a:xfrm>
          <a:prstGeom prst="rect">
            <a:avLst/>
          </a:prstGeom>
        </p:spPr>
      </p:pic>
      <p:sp>
        <p:nvSpPr>
          <p:cNvPr id="3" name="Freeform 2">
            <a:extLst>
              <a:ext uri="{FF2B5EF4-FFF2-40B4-BE49-F238E27FC236}">
                <a16:creationId xmlns:a16="http://schemas.microsoft.com/office/drawing/2014/main" id="{ABE42761-35EA-CA25-0900-63712C3225FA}"/>
              </a:ext>
            </a:extLst>
          </p:cNvPr>
          <p:cNvSpPr/>
          <p:nvPr userDrawn="1"/>
        </p:nvSpPr>
        <p:spPr>
          <a:xfrm>
            <a:off x="4830121" y="-4"/>
            <a:ext cx="3566904" cy="6858004"/>
          </a:xfrm>
          <a:custGeom>
            <a:avLst/>
            <a:gdLst>
              <a:gd name="connsiteX0" fmla="*/ 0 w 3200400"/>
              <a:gd name="connsiteY0" fmla="*/ 6276813 h 6276813"/>
              <a:gd name="connsiteX1" fmla="*/ 891153 w 3200400"/>
              <a:gd name="connsiteY1" fmla="*/ 6276813 h 6276813"/>
              <a:gd name="connsiteX2" fmla="*/ 3200400 w 3200400"/>
              <a:gd name="connsiteY2" fmla="*/ 0 h 6276813"/>
              <a:gd name="connsiteX3" fmla="*/ 3115159 w 3200400"/>
              <a:gd name="connsiteY3" fmla="*/ 0 h 6276813"/>
              <a:gd name="connsiteX4" fmla="*/ 0 w 3200400"/>
              <a:gd name="connsiteY4" fmla="*/ 6276813 h 6276813"/>
              <a:gd name="connsiteX0" fmla="*/ 0 w 3254644"/>
              <a:gd name="connsiteY0" fmla="*/ 6284563 h 6284563"/>
              <a:gd name="connsiteX1" fmla="*/ 945397 w 3254644"/>
              <a:gd name="connsiteY1" fmla="*/ 6276813 h 6284563"/>
              <a:gd name="connsiteX2" fmla="*/ 3254644 w 3254644"/>
              <a:gd name="connsiteY2" fmla="*/ 0 h 6284563"/>
              <a:gd name="connsiteX3" fmla="*/ 3169403 w 3254644"/>
              <a:gd name="connsiteY3" fmla="*/ 0 h 6284563"/>
              <a:gd name="connsiteX4" fmla="*/ 0 w 3254644"/>
              <a:gd name="connsiteY4" fmla="*/ 6284563 h 6284563"/>
              <a:gd name="connsiteX0" fmla="*/ 0 w 3285640"/>
              <a:gd name="connsiteY0" fmla="*/ 6284563 h 6284563"/>
              <a:gd name="connsiteX1" fmla="*/ 976393 w 3285640"/>
              <a:gd name="connsiteY1" fmla="*/ 6276813 h 6284563"/>
              <a:gd name="connsiteX2" fmla="*/ 3285640 w 3285640"/>
              <a:gd name="connsiteY2" fmla="*/ 0 h 6284563"/>
              <a:gd name="connsiteX3" fmla="*/ 3200399 w 3285640"/>
              <a:gd name="connsiteY3" fmla="*/ 0 h 6284563"/>
              <a:gd name="connsiteX4" fmla="*/ 0 w 3285640"/>
              <a:gd name="connsiteY4" fmla="*/ 6284563 h 6284563"/>
              <a:gd name="connsiteX0" fmla="*/ 0 w 2812941"/>
              <a:gd name="connsiteY0" fmla="*/ 6292312 h 6292312"/>
              <a:gd name="connsiteX1" fmla="*/ 503694 w 2812941"/>
              <a:gd name="connsiteY1" fmla="*/ 6276813 h 6292312"/>
              <a:gd name="connsiteX2" fmla="*/ 2812941 w 2812941"/>
              <a:gd name="connsiteY2" fmla="*/ 0 h 6292312"/>
              <a:gd name="connsiteX3" fmla="*/ 2727700 w 2812941"/>
              <a:gd name="connsiteY3" fmla="*/ 0 h 6292312"/>
              <a:gd name="connsiteX4" fmla="*/ 0 w 2812941"/>
              <a:gd name="connsiteY4" fmla="*/ 6292312 h 6292312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24525 w 2809766"/>
              <a:gd name="connsiteY3" fmla="*/ 0 h 6276813"/>
              <a:gd name="connsiteX4" fmla="*/ 0 w 2809766"/>
              <a:gd name="connsiteY4" fmla="*/ 6276437 h 6276813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68975 w 2809766"/>
              <a:gd name="connsiteY3" fmla="*/ 6350 h 6276813"/>
              <a:gd name="connsiteX4" fmla="*/ 0 w 2809766"/>
              <a:gd name="connsiteY4" fmla="*/ 6276437 h 6276813"/>
              <a:gd name="connsiteX0" fmla="*/ 0 w 3264621"/>
              <a:gd name="connsiteY0" fmla="*/ 6270087 h 6270463"/>
              <a:gd name="connsiteX1" fmla="*/ 500519 w 3264621"/>
              <a:gd name="connsiteY1" fmla="*/ 6270463 h 6270463"/>
              <a:gd name="connsiteX2" fmla="*/ 3264621 w 3264621"/>
              <a:gd name="connsiteY2" fmla="*/ 3028 h 6270463"/>
              <a:gd name="connsiteX3" fmla="*/ 2768975 w 3264621"/>
              <a:gd name="connsiteY3" fmla="*/ 0 h 6270463"/>
              <a:gd name="connsiteX4" fmla="*/ 0 w 3264621"/>
              <a:gd name="connsiteY4" fmla="*/ 6270087 h 6270463"/>
              <a:gd name="connsiteX0" fmla="*/ 0 w 3264621"/>
              <a:gd name="connsiteY0" fmla="*/ 6267059 h 6267435"/>
              <a:gd name="connsiteX1" fmla="*/ 500519 w 3264621"/>
              <a:gd name="connsiteY1" fmla="*/ 6267435 h 6267435"/>
              <a:gd name="connsiteX2" fmla="*/ 3264621 w 3264621"/>
              <a:gd name="connsiteY2" fmla="*/ 0 h 6267435"/>
              <a:gd name="connsiteX3" fmla="*/ 3214452 w 3264621"/>
              <a:gd name="connsiteY3" fmla="*/ 1661 h 6267435"/>
              <a:gd name="connsiteX4" fmla="*/ 0 w 3264621"/>
              <a:gd name="connsiteY4" fmla="*/ 6267059 h 626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4621" h="6267435">
                <a:moveTo>
                  <a:pt x="0" y="6267059"/>
                </a:moveTo>
                <a:lnTo>
                  <a:pt x="500519" y="6267435"/>
                </a:lnTo>
                <a:lnTo>
                  <a:pt x="3264621" y="0"/>
                </a:lnTo>
                <a:lnTo>
                  <a:pt x="3214452" y="1661"/>
                </a:lnTo>
                <a:lnTo>
                  <a:pt x="0" y="6267059"/>
                </a:lnTo>
                <a:close/>
              </a:path>
            </a:pathLst>
          </a:custGeom>
          <a:gradFill>
            <a:gsLst>
              <a:gs pos="49000">
                <a:schemeClr val="accent2"/>
              </a:gs>
              <a:gs pos="90000">
                <a:schemeClr val="tx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9B28ACF-39D2-C671-C9B4-9D48311B4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5161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Plum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347A47-ADDB-726A-B2AC-AF6601AB38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29382" y="0"/>
            <a:ext cx="6862618" cy="6866620"/>
          </a:xfrm>
          <a:custGeom>
            <a:avLst/>
            <a:gdLst>
              <a:gd name="connsiteX0" fmla="*/ 2766197 w 6558116"/>
              <a:gd name="connsiteY0" fmla="*/ 0 h 6276807"/>
              <a:gd name="connsiteX1" fmla="*/ 6558116 w 6558116"/>
              <a:gd name="connsiteY1" fmla="*/ 0 h 6276807"/>
              <a:gd name="connsiteX2" fmla="*/ 6558116 w 6558116"/>
              <a:gd name="connsiteY2" fmla="*/ 6276807 h 6276807"/>
              <a:gd name="connsiteX3" fmla="*/ 0 w 6558116"/>
              <a:gd name="connsiteY3" fmla="*/ 6276807 h 6276807"/>
              <a:gd name="connsiteX4" fmla="*/ 0 w 6558116"/>
              <a:gd name="connsiteY4" fmla="*/ 6276241 h 6276807"/>
              <a:gd name="connsiteX0" fmla="*/ 2939983 w 6731902"/>
              <a:gd name="connsiteY0" fmla="*/ 0 h 6276807"/>
              <a:gd name="connsiteX1" fmla="*/ 6731902 w 6731902"/>
              <a:gd name="connsiteY1" fmla="*/ 0 h 6276807"/>
              <a:gd name="connsiteX2" fmla="*/ 6731902 w 6731902"/>
              <a:gd name="connsiteY2" fmla="*/ 6276807 h 6276807"/>
              <a:gd name="connsiteX3" fmla="*/ 173786 w 6731902"/>
              <a:gd name="connsiteY3" fmla="*/ 6276807 h 6276807"/>
              <a:gd name="connsiteX4" fmla="*/ 0 w 6731902"/>
              <a:gd name="connsiteY4" fmla="*/ 6242427 h 6276807"/>
              <a:gd name="connsiteX5" fmla="*/ 2939983 w 6731902"/>
              <a:gd name="connsiteY5" fmla="*/ 0 h 6276807"/>
              <a:gd name="connsiteX0" fmla="*/ 2949130 w 6731902"/>
              <a:gd name="connsiteY0" fmla="*/ 0 h 6276807"/>
              <a:gd name="connsiteX1" fmla="*/ 6731902 w 6731902"/>
              <a:gd name="connsiteY1" fmla="*/ 0 h 6276807"/>
              <a:gd name="connsiteX2" fmla="*/ 6731902 w 6731902"/>
              <a:gd name="connsiteY2" fmla="*/ 6276807 h 6276807"/>
              <a:gd name="connsiteX3" fmla="*/ 173786 w 6731902"/>
              <a:gd name="connsiteY3" fmla="*/ 6276807 h 6276807"/>
              <a:gd name="connsiteX4" fmla="*/ 0 w 6731902"/>
              <a:gd name="connsiteY4" fmla="*/ 6242427 h 6276807"/>
              <a:gd name="connsiteX5" fmla="*/ 2949130 w 6731902"/>
              <a:gd name="connsiteY5" fmla="*/ 0 h 6276807"/>
              <a:gd name="connsiteX0" fmla="*/ 2967300 w 6750072"/>
              <a:gd name="connsiteY0" fmla="*/ 0 h 6284696"/>
              <a:gd name="connsiteX1" fmla="*/ 6750072 w 6750072"/>
              <a:gd name="connsiteY1" fmla="*/ 0 h 6284696"/>
              <a:gd name="connsiteX2" fmla="*/ 6750072 w 6750072"/>
              <a:gd name="connsiteY2" fmla="*/ 6276807 h 6284696"/>
              <a:gd name="connsiteX3" fmla="*/ 191956 w 6750072"/>
              <a:gd name="connsiteY3" fmla="*/ 6276807 h 6284696"/>
              <a:gd name="connsiteX4" fmla="*/ 0 w 6750072"/>
              <a:gd name="connsiteY4" fmla="*/ 6284696 h 6284696"/>
              <a:gd name="connsiteX5" fmla="*/ 2967300 w 6750072"/>
              <a:gd name="connsiteY5" fmla="*/ 0 h 6284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0072" h="6284696">
                <a:moveTo>
                  <a:pt x="2967300" y="0"/>
                </a:moveTo>
                <a:lnTo>
                  <a:pt x="6750072" y="0"/>
                </a:lnTo>
                <a:lnTo>
                  <a:pt x="6750072" y="6276807"/>
                </a:lnTo>
                <a:lnTo>
                  <a:pt x="191956" y="6276807"/>
                </a:lnTo>
                <a:lnTo>
                  <a:pt x="0" y="6284696"/>
                </a:lnTo>
                <a:cubicBezTo>
                  <a:pt x="922066" y="4192616"/>
                  <a:pt x="2045234" y="2092080"/>
                  <a:pt x="2967300" y="0"/>
                </a:cubicBezTo>
                <a:close/>
              </a:path>
            </a:pathLst>
          </a:custGeom>
          <a:pattFill prst="smConfetti">
            <a:fgClr>
              <a:schemeClr val="bg2"/>
            </a:fgClr>
            <a:bgClr>
              <a:schemeClr val="bg1"/>
            </a:bgClr>
          </a:pattFill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Figtree Medium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938C98-750F-B989-E8A2-47D33F5F8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688" y="457200"/>
            <a:ext cx="4602998" cy="1600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4000"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2D103-5877-6749-18AE-0555B8B45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688" y="2425490"/>
            <a:ext cx="4602997" cy="33321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Figtree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B6BC089-6024-60CC-51A6-E270462E81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8" y="6437960"/>
            <a:ext cx="857519" cy="243268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9B28ACF-39D2-C671-C9B4-9D48311B4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reeform 4">
            <a:extLst>
              <a:ext uri="{FF2B5EF4-FFF2-40B4-BE49-F238E27FC236}">
                <a16:creationId xmlns:a16="http://schemas.microsoft.com/office/drawing/2014/main" id="{5673909B-51BC-79F1-247B-509034849961}"/>
              </a:ext>
            </a:extLst>
          </p:cNvPr>
          <p:cNvSpPr/>
          <p:nvPr userDrawn="1"/>
        </p:nvSpPr>
        <p:spPr>
          <a:xfrm>
            <a:off x="4830121" y="-8624"/>
            <a:ext cx="3566904" cy="6858004"/>
          </a:xfrm>
          <a:custGeom>
            <a:avLst/>
            <a:gdLst>
              <a:gd name="connsiteX0" fmla="*/ 0 w 3200400"/>
              <a:gd name="connsiteY0" fmla="*/ 6276813 h 6276813"/>
              <a:gd name="connsiteX1" fmla="*/ 891153 w 3200400"/>
              <a:gd name="connsiteY1" fmla="*/ 6276813 h 6276813"/>
              <a:gd name="connsiteX2" fmla="*/ 3200400 w 3200400"/>
              <a:gd name="connsiteY2" fmla="*/ 0 h 6276813"/>
              <a:gd name="connsiteX3" fmla="*/ 3115159 w 3200400"/>
              <a:gd name="connsiteY3" fmla="*/ 0 h 6276813"/>
              <a:gd name="connsiteX4" fmla="*/ 0 w 3200400"/>
              <a:gd name="connsiteY4" fmla="*/ 6276813 h 6276813"/>
              <a:gd name="connsiteX0" fmla="*/ 0 w 3254644"/>
              <a:gd name="connsiteY0" fmla="*/ 6284563 h 6284563"/>
              <a:gd name="connsiteX1" fmla="*/ 945397 w 3254644"/>
              <a:gd name="connsiteY1" fmla="*/ 6276813 h 6284563"/>
              <a:gd name="connsiteX2" fmla="*/ 3254644 w 3254644"/>
              <a:gd name="connsiteY2" fmla="*/ 0 h 6284563"/>
              <a:gd name="connsiteX3" fmla="*/ 3169403 w 3254644"/>
              <a:gd name="connsiteY3" fmla="*/ 0 h 6284563"/>
              <a:gd name="connsiteX4" fmla="*/ 0 w 3254644"/>
              <a:gd name="connsiteY4" fmla="*/ 6284563 h 6284563"/>
              <a:gd name="connsiteX0" fmla="*/ 0 w 3285640"/>
              <a:gd name="connsiteY0" fmla="*/ 6284563 h 6284563"/>
              <a:gd name="connsiteX1" fmla="*/ 976393 w 3285640"/>
              <a:gd name="connsiteY1" fmla="*/ 6276813 h 6284563"/>
              <a:gd name="connsiteX2" fmla="*/ 3285640 w 3285640"/>
              <a:gd name="connsiteY2" fmla="*/ 0 h 6284563"/>
              <a:gd name="connsiteX3" fmla="*/ 3200399 w 3285640"/>
              <a:gd name="connsiteY3" fmla="*/ 0 h 6284563"/>
              <a:gd name="connsiteX4" fmla="*/ 0 w 3285640"/>
              <a:gd name="connsiteY4" fmla="*/ 6284563 h 6284563"/>
              <a:gd name="connsiteX0" fmla="*/ 0 w 2812941"/>
              <a:gd name="connsiteY0" fmla="*/ 6292312 h 6292312"/>
              <a:gd name="connsiteX1" fmla="*/ 503694 w 2812941"/>
              <a:gd name="connsiteY1" fmla="*/ 6276813 h 6292312"/>
              <a:gd name="connsiteX2" fmla="*/ 2812941 w 2812941"/>
              <a:gd name="connsiteY2" fmla="*/ 0 h 6292312"/>
              <a:gd name="connsiteX3" fmla="*/ 2727700 w 2812941"/>
              <a:gd name="connsiteY3" fmla="*/ 0 h 6292312"/>
              <a:gd name="connsiteX4" fmla="*/ 0 w 2812941"/>
              <a:gd name="connsiteY4" fmla="*/ 6292312 h 6292312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24525 w 2809766"/>
              <a:gd name="connsiteY3" fmla="*/ 0 h 6276813"/>
              <a:gd name="connsiteX4" fmla="*/ 0 w 2809766"/>
              <a:gd name="connsiteY4" fmla="*/ 6276437 h 6276813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68975 w 2809766"/>
              <a:gd name="connsiteY3" fmla="*/ 6350 h 6276813"/>
              <a:gd name="connsiteX4" fmla="*/ 0 w 2809766"/>
              <a:gd name="connsiteY4" fmla="*/ 6276437 h 6276813"/>
              <a:gd name="connsiteX0" fmla="*/ 0 w 3264621"/>
              <a:gd name="connsiteY0" fmla="*/ 6270087 h 6270463"/>
              <a:gd name="connsiteX1" fmla="*/ 500519 w 3264621"/>
              <a:gd name="connsiteY1" fmla="*/ 6270463 h 6270463"/>
              <a:gd name="connsiteX2" fmla="*/ 3264621 w 3264621"/>
              <a:gd name="connsiteY2" fmla="*/ 3028 h 6270463"/>
              <a:gd name="connsiteX3" fmla="*/ 2768975 w 3264621"/>
              <a:gd name="connsiteY3" fmla="*/ 0 h 6270463"/>
              <a:gd name="connsiteX4" fmla="*/ 0 w 3264621"/>
              <a:gd name="connsiteY4" fmla="*/ 6270087 h 6270463"/>
              <a:gd name="connsiteX0" fmla="*/ 0 w 3264621"/>
              <a:gd name="connsiteY0" fmla="*/ 6267059 h 6267435"/>
              <a:gd name="connsiteX1" fmla="*/ 500519 w 3264621"/>
              <a:gd name="connsiteY1" fmla="*/ 6267435 h 6267435"/>
              <a:gd name="connsiteX2" fmla="*/ 3264621 w 3264621"/>
              <a:gd name="connsiteY2" fmla="*/ 0 h 6267435"/>
              <a:gd name="connsiteX3" fmla="*/ 3214452 w 3264621"/>
              <a:gd name="connsiteY3" fmla="*/ 1661 h 6267435"/>
              <a:gd name="connsiteX4" fmla="*/ 0 w 3264621"/>
              <a:gd name="connsiteY4" fmla="*/ 6267059 h 626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4621" h="6267435">
                <a:moveTo>
                  <a:pt x="0" y="6267059"/>
                </a:moveTo>
                <a:lnTo>
                  <a:pt x="500519" y="6267435"/>
                </a:lnTo>
                <a:lnTo>
                  <a:pt x="3264621" y="0"/>
                </a:lnTo>
                <a:lnTo>
                  <a:pt x="3214452" y="1661"/>
                </a:lnTo>
                <a:lnTo>
                  <a:pt x="0" y="6267059"/>
                </a:lnTo>
                <a:close/>
              </a:path>
            </a:pathLst>
          </a:custGeom>
          <a:gradFill>
            <a:gsLst>
              <a:gs pos="45000">
                <a:schemeClr val="accent3"/>
              </a:gs>
              <a:gs pos="89000">
                <a:schemeClr val="accent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Gold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347A47-ADDB-726A-B2AC-AF6601AB38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29382" y="0"/>
            <a:ext cx="6862618" cy="6866620"/>
          </a:xfrm>
          <a:custGeom>
            <a:avLst/>
            <a:gdLst>
              <a:gd name="connsiteX0" fmla="*/ 2766197 w 6558116"/>
              <a:gd name="connsiteY0" fmla="*/ 0 h 6276807"/>
              <a:gd name="connsiteX1" fmla="*/ 6558116 w 6558116"/>
              <a:gd name="connsiteY1" fmla="*/ 0 h 6276807"/>
              <a:gd name="connsiteX2" fmla="*/ 6558116 w 6558116"/>
              <a:gd name="connsiteY2" fmla="*/ 6276807 h 6276807"/>
              <a:gd name="connsiteX3" fmla="*/ 0 w 6558116"/>
              <a:gd name="connsiteY3" fmla="*/ 6276807 h 6276807"/>
              <a:gd name="connsiteX4" fmla="*/ 0 w 6558116"/>
              <a:gd name="connsiteY4" fmla="*/ 6276241 h 6276807"/>
              <a:gd name="connsiteX0" fmla="*/ 2939983 w 6731902"/>
              <a:gd name="connsiteY0" fmla="*/ 0 h 6276807"/>
              <a:gd name="connsiteX1" fmla="*/ 6731902 w 6731902"/>
              <a:gd name="connsiteY1" fmla="*/ 0 h 6276807"/>
              <a:gd name="connsiteX2" fmla="*/ 6731902 w 6731902"/>
              <a:gd name="connsiteY2" fmla="*/ 6276807 h 6276807"/>
              <a:gd name="connsiteX3" fmla="*/ 173786 w 6731902"/>
              <a:gd name="connsiteY3" fmla="*/ 6276807 h 6276807"/>
              <a:gd name="connsiteX4" fmla="*/ 0 w 6731902"/>
              <a:gd name="connsiteY4" fmla="*/ 6242427 h 6276807"/>
              <a:gd name="connsiteX5" fmla="*/ 2939983 w 6731902"/>
              <a:gd name="connsiteY5" fmla="*/ 0 h 6276807"/>
              <a:gd name="connsiteX0" fmla="*/ 2949130 w 6731902"/>
              <a:gd name="connsiteY0" fmla="*/ 0 h 6276807"/>
              <a:gd name="connsiteX1" fmla="*/ 6731902 w 6731902"/>
              <a:gd name="connsiteY1" fmla="*/ 0 h 6276807"/>
              <a:gd name="connsiteX2" fmla="*/ 6731902 w 6731902"/>
              <a:gd name="connsiteY2" fmla="*/ 6276807 h 6276807"/>
              <a:gd name="connsiteX3" fmla="*/ 173786 w 6731902"/>
              <a:gd name="connsiteY3" fmla="*/ 6276807 h 6276807"/>
              <a:gd name="connsiteX4" fmla="*/ 0 w 6731902"/>
              <a:gd name="connsiteY4" fmla="*/ 6242427 h 6276807"/>
              <a:gd name="connsiteX5" fmla="*/ 2949130 w 6731902"/>
              <a:gd name="connsiteY5" fmla="*/ 0 h 6276807"/>
              <a:gd name="connsiteX0" fmla="*/ 2967300 w 6750072"/>
              <a:gd name="connsiteY0" fmla="*/ 0 h 6284696"/>
              <a:gd name="connsiteX1" fmla="*/ 6750072 w 6750072"/>
              <a:gd name="connsiteY1" fmla="*/ 0 h 6284696"/>
              <a:gd name="connsiteX2" fmla="*/ 6750072 w 6750072"/>
              <a:gd name="connsiteY2" fmla="*/ 6276807 h 6284696"/>
              <a:gd name="connsiteX3" fmla="*/ 191956 w 6750072"/>
              <a:gd name="connsiteY3" fmla="*/ 6276807 h 6284696"/>
              <a:gd name="connsiteX4" fmla="*/ 0 w 6750072"/>
              <a:gd name="connsiteY4" fmla="*/ 6284696 h 6284696"/>
              <a:gd name="connsiteX5" fmla="*/ 2967300 w 6750072"/>
              <a:gd name="connsiteY5" fmla="*/ 0 h 6284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0072" h="6284696">
                <a:moveTo>
                  <a:pt x="2967300" y="0"/>
                </a:moveTo>
                <a:lnTo>
                  <a:pt x="6750072" y="0"/>
                </a:lnTo>
                <a:lnTo>
                  <a:pt x="6750072" y="6276807"/>
                </a:lnTo>
                <a:lnTo>
                  <a:pt x="191956" y="6276807"/>
                </a:lnTo>
                <a:lnTo>
                  <a:pt x="0" y="6284696"/>
                </a:lnTo>
                <a:cubicBezTo>
                  <a:pt x="922066" y="4192616"/>
                  <a:pt x="2045234" y="2092080"/>
                  <a:pt x="2967300" y="0"/>
                </a:cubicBezTo>
                <a:close/>
              </a:path>
            </a:pathLst>
          </a:custGeom>
          <a:pattFill prst="smConfetti">
            <a:fgClr>
              <a:schemeClr val="bg2"/>
            </a:fgClr>
            <a:bgClr>
              <a:schemeClr val="bg1"/>
            </a:bgClr>
          </a:pattFill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Figtree Medium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938C98-750F-B989-E8A2-47D33F5F8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688" y="457200"/>
            <a:ext cx="4602998" cy="1600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4000"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2D103-5877-6749-18AE-0555B8B45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688" y="2425490"/>
            <a:ext cx="4602997" cy="33321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Figtree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B6BC089-6024-60CC-51A6-E270462E81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8" y="6437960"/>
            <a:ext cx="857519" cy="243268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9B28ACF-39D2-C671-C9B4-9D48311B4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reeform 5">
            <a:extLst>
              <a:ext uri="{FF2B5EF4-FFF2-40B4-BE49-F238E27FC236}">
                <a16:creationId xmlns:a16="http://schemas.microsoft.com/office/drawing/2014/main" id="{2FFD7DA3-43D8-D09F-83E0-0AEAB25439B7}"/>
              </a:ext>
            </a:extLst>
          </p:cNvPr>
          <p:cNvSpPr/>
          <p:nvPr userDrawn="1"/>
        </p:nvSpPr>
        <p:spPr>
          <a:xfrm>
            <a:off x="4830121" y="-4"/>
            <a:ext cx="3566904" cy="6858004"/>
          </a:xfrm>
          <a:custGeom>
            <a:avLst/>
            <a:gdLst>
              <a:gd name="connsiteX0" fmla="*/ 0 w 3200400"/>
              <a:gd name="connsiteY0" fmla="*/ 6276813 h 6276813"/>
              <a:gd name="connsiteX1" fmla="*/ 891153 w 3200400"/>
              <a:gd name="connsiteY1" fmla="*/ 6276813 h 6276813"/>
              <a:gd name="connsiteX2" fmla="*/ 3200400 w 3200400"/>
              <a:gd name="connsiteY2" fmla="*/ 0 h 6276813"/>
              <a:gd name="connsiteX3" fmla="*/ 3115159 w 3200400"/>
              <a:gd name="connsiteY3" fmla="*/ 0 h 6276813"/>
              <a:gd name="connsiteX4" fmla="*/ 0 w 3200400"/>
              <a:gd name="connsiteY4" fmla="*/ 6276813 h 6276813"/>
              <a:gd name="connsiteX0" fmla="*/ 0 w 3254644"/>
              <a:gd name="connsiteY0" fmla="*/ 6284563 h 6284563"/>
              <a:gd name="connsiteX1" fmla="*/ 945397 w 3254644"/>
              <a:gd name="connsiteY1" fmla="*/ 6276813 h 6284563"/>
              <a:gd name="connsiteX2" fmla="*/ 3254644 w 3254644"/>
              <a:gd name="connsiteY2" fmla="*/ 0 h 6284563"/>
              <a:gd name="connsiteX3" fmla="*/ 3169403 w 3254644"/>
              <a:gd name="connsiteY3" fmla="*/ 0 h 6284563"/>
              <a:gd name="connsiteX4" fmla="*/ 0 w 3254644"/>
              <a:gd name="connsiteY4" fmla="*/ 6284563 h 6284563"/>
              <a:gd name="connsiteX0" fmla="*/ 0 w 3285640"/>
              <a:gd name="connsiteY0" fmla="*/ 6284563 h 6284563"/>
              <a:gd name="connsiteX1" fmla="*/ 976393 w 3285640"/>
              <a:gd name="connsiteY1" fmla="*/ 6276813 h 6284563"/>
              <a:gd name="connsiteX2" fmla="*/ 3285640 w 3285640"/>
              <a:gd name="connsiteY2" fmla="*/ 0 h 6284563"/>
              <a:gd name="connsiteX3" fmla="*/ 3200399 w 3285640"/>
              <a:gd name="connsiteY3" fmla="*/ 0 h 6284563"/>
              <a:gd name="connsiteX4" fmla="*/ 0 w 3285640"/>
              <a:gd name="connsiteY4" fmla="*/ 6284563 h 6284563"/>
              <a:gd name="connsiteX0" fmla="*/ 0 w 2812941"/>
              <a:gd name="connsiteY0" fmla="*/ 6292312 h 6292312"/>
              <a:gd name="connsiteX1" fmla="*/ 503694 w 2812941"/>
              <a:gd name="connsiteY1" fmla="*/ 6276813 h 6292312"/>
              <a:gd name="connsiteX2" fmla="*/ 2812941 w 2812941"/>
              <a:gd name="connsiteY2" fmla="*/ 0 h 6292312"/>
              <a:gd name="connsiteX3" fmla="*/ 2727700 w 2812941"/>
              <a:gd name="connsiteY3" fmla="*/ 0 h 6292312"/>
              <a:gd name="connsiteX4" fmla="*/ 0 w 2812941"/>
              <a:gd name="connsiteY4" fmla="*/ 6292312 h 6292312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24525 w 2809766"/>
              <a:gd name="connsiteY3" fmla="*/ 0 h 6276813"/>
              <a:gd name="connsiteX4" fmla="*/ 0 w 2809766"/>
              <a:gd name="connsiteY4" fmla="*/ 6276437 h 6276813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68975 w 2809766"/>
              <a:gd name="connsiteY3" fmla="*/ 6350 h 6276813"/>
              <a:gd name="connsiteX4" fmla="*/ 0 w 2809766"/>
              <a:gd name="connsiteY4" fmla="*/ 6276437 h 6276813"/>
              <a:gd name="connsiteX0" fmla="*/ 0 w 3264621"/>
              <a:gd name="connsiteY0" fmla="*/ 6270087 h 6270463"/>
              <a:gd name="connsiteX1" fmla="*/ 500519 w 3264621"/>
              <a:gd name="connsiteY1" fmla="*/ 6270463 h 6270463"/>
              <a:gd name="connsiteX2" fmla="*/ 3264621 w 3264621"/>
              <a:gd name="connsiteY2" fmla="*/ 3028 h 6270463"/>
              <a:gd name="connsiteX3" fmla="*/ 2768975 w 3264621"/>
              <a:gd name="connsiteY3" fmla="*/ 0 h 6270463"/>
              <a:gd name="connsiteX4" fmla="*/ 0 w 3264621"/>
              <a:gd name="connsiteY4" fmla="*/ 6270087 h 6270463"/>
              <a:gd name="connsiteX0" fmla="*/ 0 w 3264621"/>
              <a:gd name="connsiteY0" fmla="*/ 6267059 h 6267435"/>
              <a:gd name="connsiteX1" fmla="*/ 500519 w 3264621"/>
              <a:gd name="connsiteY1" fmla="*/ 6267435 h 6267435"/>
              <a:gd name="connsiteX2" fmla="*/ 3264621 w 3264621"/>
              <a:gd name="connsiteY2" fmla="*/ 0 h 6267435"/>
              <a:gd name="connsiteX3" fmla="*/ 3214452 w 3264621"/>
              <a:gd name="connsiteY3" fmla="*/ 1661 h 6267435"/>
              <a:gd name="connsiteX4" fmla="*/ 0 w 3264621"/>
              <a:gd name="connsiteY4" fmla="*/ 6267059 h 626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4621" h="6267435">
                <a:moveTo>
                  <a:pt x="0" y="6267059"/>
                </a:moveTo>
                <a:lnTo>
                  <a:pt x="500519" y="6267435"/>
                </a:lnTo>
                <a:lnTo>
                  <a:pt x="3264621" y="0"/>
                </a:lnTo>
                <a:lnTo>
                  <a:pt x="3214452" y="1661"/>
                </a:lnTo>
                <a:lnTo>
                  <a:pt x="0" y="6267059"/>
                </a:lnTo>
                <a:close/>
              </a:path>
            </a:pathLst>
          </a:custGeom>
          <a:gradFill>
            <a:gsLst>
              <a:gs pos="52000">
                <a:schemeClr val="accent4"/>
              </a:gs>
              <a:gs pos="90000">
                <a:schemeClr val="accent6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496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Green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347A47-ADDB-726A-B2AC-AF6601AB38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29382" y="0"/>
            <a:ext cx="6862618" cy="6866620"/>
          </a:xfrm>
          <a:custGeom>
            <a:avLst/>
            <a:gdLst>
              <a:gd name="connsiteX0" fmla="*/ 2766197 w 6558116"/>
              <a:gd name="connsiteY0" fmla="*/ 0 h 6276807"/>
              <a:gd name="connsiteX1" fmla="*/ 6558116 w 6558116"/>
              <a:gd name="connsiteY1" fmla="*/ 0 h 6276807"/>
              <a:gd name="connsiteX2" fmla="*/ 6558116 w 6558116"/>
              <a:gd name="connsiteY2" fmla="*/ 6276807 h 6276807"/>
              <a:gd name="connsiteX3" fmla="*/ 0 w 6558116"/>
              <a:gd name="connsiteY3" fmla="*/ 6276807 h 6276807"/>
              <a:gd name="connsiteX4" fmla="*/ 0 w 6558116"/>
              <a:gd name="connsiteY4" fmla="*/ 6276241 h 6276807"/>
              <a:gd name="connsiteX0" fmla="*/ 2939983 w 6731902"/>
              <a:gd name="connsiteY0" fmla="*/ 0 h 6276807"/>
              <a:gd name="connsiteX1" fmla="*/ 6731902 w 6731902"/>
              <a:gd name="connsiteY1" fmla="*/ 0 h 6276807"/>
              <a:gd name="connsiteX2" fmla="*/ 6731902 w 6731902"/>
              <a:gd name="connsiteY2" fmla="*/ 6276807 h 6276807"/>
              <a:gd name="connsiteX3" fmla="*/ 173786 w 6731902"/>
              <a:gd name="connsiteY3" fmla="*/ 6276807 h 6276807"/>
              <a:gd name="connsiteX4" fmla="*/ 0 w 6731902"/>
              <a:gd name="connsiteY4" fmla="*/ 6242427 h 6276807"/>
              <a:gd name="connsiteX5" fmla="*/ 2939983 w 6731902"/>
              <a:gd name="connsiteY5" fmla="*/ 0 h 6276807"/>
              <a:gd name="connsiteX0" fmla="*/ 2949130 w 6731902"/>
              <a:gd name="connsiteY0" fmla="*/ 0 h 6276807"/>
              <a:gd name="connsiteX1" fmla="*/ 6731902 w 6731902"/>
              <a:gd name="connsiteY1" fmla="*/ 0 h 6276807"/>
              <a:gd name="connsiteX2" fmla="*/ 6731902 w 6731902"/>
              <a:gd name="connsiteY2" fmla="*/ 6276807 h 6276807"/>
              <a:gd name="connsiteX3" fmla="*/ 173786 w 6731902"/>
              <a:gd name="connsiteY3" fmla="*/ 6276807 h 6276807"/>
              <a:gd name="connsiteX4" fmla="*/ 0 w 6731902"/>
              <a:gd name="connsiteY4" fmla="*/ 6242427 h 6276807"/>
              <a:gd name="connsiteX5" fmla="*/ 2949130 w 6731902"/>
              <a:gd name="connsiteY5" fmla="*/ 0 h 6276807"/>
              <a:gd name="connsiteX0" fmla="*/ 2967300 w 6750072"/>
              <a:gd name="connsiteY0" fmla="*/ 0 h 6284696"/>
              <a:gd name="connsiteX1" fmla="*/ 6750072 w 6750072"/>
              <a:gd name="connsiteY1" fmla="*/ 0 h 6284696"/>
              <a:gd name="connsiteX2" fmla="*/ 6750072 w 6750072"/>
              <a:gd name="connsiteY2" fmla="*/ 6276807 h 6284696"/>
              <a:gd name="connsiteX3" fmla="*/ 191956 w 6750072"/>
              <a:gd name="connsiteY3" fmla="*/ 6276807 h 6284696"/>
              <a:gd name="connsiteX4" fmla="*/ 0 w 6750072"/>
              <a:gd name="connsiteY4" fmla="*/ 6284696 h 6284696"/>
              <a:gd name="connsiteX5" fmla="*/ 2967300 w 6750072"/>
              <a:gd name="connsiteY5" fmla="*/ 0 h 6284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0072" h="6284696">
                <a:moveTo>
                  <a:pt x="2967300" y="0"/>
                </a:moveTo>
                <a:lnTo>
                  <a:pt x="6750072" y="0"/>
                </a:lnTo>
                <a:lnTo>
                  <a:pt x="6750072" y="6276807"/>
                </a:lnTo>
                <a:lnTo>
                  <a:pt x="191956" y="6276807"/>
                </a:lnTo>
                <a:lnTo>
                  <a:pt x="0" y="6284696"/>
                </a:lnTo>
                <a:cubicBezTo>
                  <a:pt x="922066" y="4192616"/>
                  <a:pt x="2045234" y="2092080"/>
                  <a:pt x="2967300" y="0"/>
                </a:cubicBezTo>
                <a:close/>
              </a:path>
            </a:pathLst>
          </a:custGeom>
          <a:pattFill prst="smConfetti">
            <a:fgClr>
              <a:schemeClr val="bg2"/>
            </a:fgClr>
            <a:bgClr>
              <a:schemeClr val="bg1"/>
            </a:bgClr>
          </a:pattFill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Figtree Medium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938C98-750F-B989-E8A2-47D33F5F8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688" y="457200"/>
            <a:ext cx="4602998" cy="1600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4000"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2D103-5877-6749-18AE-0555B8B45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688" y="2425490"/>
            <a:ext cx="4602997" cy="33321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Figtree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B6BC089-6024-60CC-51A6-E270462E81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8" y="6437960"/>
            <a:ext cx="857519" cy="243268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9B28ACF-39D2-C671-C9B4-9D48311B4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Freeform 2">
            <a:extLst>
              <a:ext uri="{FF2B5EF4-FFF2-40B4-BE49-F238E27FC236}">
                <a16:creationId xmlns:a16="http://schemas.microsoft.com/office/drawing/2014/main" id="{FC5B0D56-4627-AC4F-11C1-0BC865D7A1E5}"/>
              </a:ext>
            </a:extLst>
          </p:cNvPr>
          <p:cNvSpPr/>
          <p:nvPr userDrawn="1"/>
        </p:nvSpPr>
        <p:spPr>
          <a:xfrm>
            <a:off x="4830121" y="-5"/>
            <a:ext cx="3566904" cy="6858005"/>
          </a:xfrm>
          <a:custGeom>
            <a:avLst/>
            <a:gdLst>
              <a:gd name="connsiteX0" fmla="*/ 0 w 3200400"/>
              <a:gd name="connsiteY0" fmla="*/ 6276813 h 6276813"/>
              <a:gd name="connsiteX1" fmla="*/ 891153 w 3200400"/>
              <a:gd name="connsiteY1" fmla="*/ 6276813 h 6276813"/>
              <a:gd name="connsiteX2" fmla="*/ 3200400 w 3200400"/>
              <a:gd name="connsiteY2" fmla="*/ 0 h 6276813"/>
              <a:gd name="connsiteX3" fmla="*/ 3115159 w 3200400"/>
              <a:gd name="connsiteY3" fmla="*/ 0 h 6276813"/>
              <a:gd name="connsiteX4" fmla="*/ 0 w 3200400"/>
              <a:gd name="connsiteY4" fmla="*/ 6276813 h 6276813"/>
              <a:gd name="connsiteX0" fmla="*/ 0 w 3254644"/>
              <a:gd name="connsiteY0" fmla="*/ 6284563 h 6284563"/>
              <a:gd name="connsiteX1" fmla="*/ 945397 w 3254644"/>
              <a:gd name="connsiteY1" fmla="*/ 6276813 h 6284563"/>
              <a:gd name="connsiteX2" fmla="*/ 3254644 w 3254644"/>
              <a:gd name="connsiteY2" fmla="*/ 0 h 6284563"/>
              <a:gd name="connsiteX3" fmla="*/ 3169403 w 3254644"/>
              <a:gd name="connsiteY3" fmla="*/ 0 h 6284563"/>
              <a:gd name="connsiteX4" fmla="*/ 0 w 3254644"/>
              <a:gd name="connsiteY4" fmla="*/ 6284563 h 6284563"/>
              <a:gd name="connsiteX0" fmla="*/ 0 w 3285640"/>
              <a:gd name="connsiteY0" fmla="*/ 6284563 h 6284563"/>
              <a:gd name="connsiteX1" fmla="*/ 976393 w 3285640"/>
              <a:gd name="connsiteY1" fmla="*/ 6276813 h 6284563"/>
              <a:gd name="connsiteX2" fmla="*/ 3285640 w 3285640"/>
              <a:gd name="connsiteY2" fmla="*/ 0 h 6284563"/>
              <a:gd name="connsiteX3" fmla="*/ 3200399 w 3285640"/>
              <a:gd name="connsiteY3" fmla="*/ 0 h 6284563"/>
              <a:gd name="connsiteX4" fmla="*/ 0 w 3285640"/>
              <a:gd name="connsiteY4" fmla="*/ 6284563 h 6284563"/>
              <a:gd name="connsiteX0" fmla="*/ 0 w 2812941"/>
              <a:gd name="connsiteY0" fmla="*/ 6292312 h 6292312"/>
              <a:gd name="connsiteX1" fmla="*/ 503694 w 2812941"/>
              <a:gd name="connsiteY1" fmla="*/ 6276813 h 6292312"/>
              <a:gd name="connsiteX2" fmla="*/ 2812941 w 2812941"/>
              <a:gd name="connsiteY2" fmla="*/ 0 h 6292312"/>
              <a:gd name="connsiteX3" fmla="*/ 2727700 w 2812941"/>
              <a:gd name="connsiteY3" fmla="*/ 0 h 6292312"/>
              <a:gd name="connsiteX4" fmla="*/ 0 w 2812941"/>
              <a:gd name="connsiteY4" fmla="*/ 6292312 h 6292312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24525 w 2809766"/>
              <a:gd name="connsiteY3" fmla="*/ 0 h 6276813"/>
              <a:gd name="connsiteX4" fmla="*/ 0 w 2809766"/>
              <a:gd name="connsiteY4" fmla="*/ 6276437 h 6276813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68975 w 2809766"/>
              <a:gd name="connsiteY3" fmla="*/ 6350 h 6276813"/>
              <a:gd name="connsiteX4" fmla="*/ 0 w 2809766"/>
              <a:gd name="connsiteY4" fmla="*/ 6276437 h 6276813"/>
              <a:gd name="connsiteX0" fmla="*/ 0 w 3264621"/>
              <a:gd name="connsiteY0" fmla="*/ 6270087 h 6270463"/>
              <a:gd name="connsiteX1" fmla="*/ 500519 w 3264621"/>
              <a:gd name="connsiteY1" fmla="*/ 6270463 h 6270463"/>
              <a:gd name="connsiteX2" fmla="*/ 3264621 w 3264621"/>
              <a:gd name="connsiteY2" fmla="*/ 3028 h 6270463"/>
              <a:gd name="connsiteX3" fmla="*/ 2768975 w 3264621"/>
              <a:gd name="connsiteY3" fmla="*/ 0 h 6270463"/>
              <a:gd name="connsiteX4" fmla="*/ 0 w 3264621"/>
              <a:gd name="connsiteY4" fmla="*/ 6270087 h 6270463"/>
              <a:gd name="connsiteX0" fmla="*/ 0 w 3264621"/>
              <a:gd name="connsiteY0" fmla="*/ 6267059 h 6267435"/>
              <a:gd name="connsiteX1" fmla="*/ 500519 w 3264621"/>
              <a:gd name="connsiteY1" fmla="*/ 6267435 h 6267435"/>
              <a:gd name="connsiteX2" fmla="*/ 3264621 w 3264621"/>
              <a:gd name="connsiteY2" fmla="*/ 0 h 6267435"/>
              <a:gd name="connsiteX3" fmla="*/ 3214452 w 3264621"/>
              <a:gd name="connsiteY3" fmla="*/ 1661 h 6267435"/>
              <a:gd name="connsiteX4" fmla="*/ 0 w 3264621"/>
              <a:gd name="connsiteY4" fmla="*/ 6267059 h 626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4621" h="6267435">
                <a:moveTo>
                  <a:pt x="0" y="6267059"/>
                </a:moveTo>
                <a:lnTo>
                  <a:pt x="500519" y="6267435"/>
                </a:lnTo>
                <a:lnTo>
                  <a:pt x="3264621" y="0"/>
                </a:lnTo>
                <a:lnTo>
                  <a:pt x="3214452" y="1661"/>
                </a:lnTo>
                <a:lnTo>
                  <a:pt x="0" y="6267059"/>
                </a:lnTo>
                <a:close/>
              </a:path>
            </a:pathLst>
          </a:custGeom>
          <a:gradFill>
            <a:gsLst>
              <a:gs pos="44000">
                <a:schemeClr val="accent5"/>
              </a:gs>
              <a:gs pos="81000">
                <a:schemeClr val="accent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888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Gold (Orang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347A47-ADDB-726A-B2AC-AF6601AB38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29382" y="0"/>
            <a:ext cx="6862618" cy="6866620"/>
          </a:xfrm>
          <a:custGeom>
            <a:avLst/>
            <a:gdLst>
              <a:gd name="connsiteX0" fmla="*/ 2766197 w 6558116"/>
              <a:gd name="connsiteY0" fmla="*/ 0 h 6276807"/>
              <a:gd name="connsiteX1" fmla="*/ 6558116 w 6558116"/>
              <a:gd name="connsiteY1" fmla="*/ 0 h 6276807"/>
              <a:gd name="connsiteX2" fmla="*/ 6558116 w 6558116"/>
              <a:gd name="connsiteY2" fmla="*/ 6276807 h 6276807"/>
              <a:gd name="connsiteX3" fmla="*/ 0 w 6558116"/>
              <a:gd name="connsiteY3" fmla="*/ 6276807 h 6276807"/>
              <a:gd name="connsiteX4" fmla="*/ 0 w 6558116"/>
              <a:gd name="connsiteY4" fmla="*/ 6276241 h 6276807"/>
              <a:gd name="connsiteX0" fmla="*/ 2939983 w 6731902"/>
              <a:gd name="connsiteY0" fmla="*/ 0 h 6276807"/>
              <a:gd name="connsiteX1" fmla="*/ 6731902 w 6731902"/>
              <a:gd name="connsiteY1" fmla="*/ 0 h 6276807"/>
              <a:gd name="connsiteX2" fmla="*/ 6731902 w 6731902"/>
              <a:gd name="connsiteY2" fmla="*/ 6276807 h 6276807"/>
              <a:gd name="connsiteX3" fmla="*/ 173786 w 6731902"/>
              <a:gd name="connsiteY3" fmla="*/ 6276807 h 6276807"/>
              <a:gd name="connsiteX4" fmla="*/ 0 w 6731902"/>
              <a:gd name="connsiteY4" fmla="*/ 6242427 h 6276807"/>
              <a:gd name="connsiteX5" fmla="*/ 2939983 w 6731902"/>
              <a:gd name="connsiteY5" fmla="*/ 0 h 6276807"/>
              <a:gd name="connsiteX0" fmla="*/ 2949130 w 6731902"/>
              <a:gd name="connsiteY0" fmla="*/ 0 h 6276807"/>
              <a:gd name="connsiteX1" fmla="*/ 6731902 w 6731902"/>
              <a:gd name="connsiteY1" fmla="*/ 0 h 6276807"/>
              <a:gd name="connsiteX2" fmla="*/ 6731902 w 6731902"/>
              <a:gd name="connsiteY2" fmla="*/ 6276807 h 6276807"/>
              <a:gd name="connsiteX3" fmla="*/ 173786 w 6731902"/>
              <a:gd name="connsiteY3" fmla="*/ 6276807 h 6276807"/>
              <a:gd name="connsiteX4" fmla="*/ 0 w 6731902"/>
              <a:gd name="connsiteY4" fmla="*/ 6242427 h 6276807"/>
              <a:gd name="connsiteX5" fmla="*/ 2949130 w 6731902"/>
              <a:gd name="connsiteY5" fmla="*/ 0 h 6276807"/>
              <a:gd name="connsiteX0" fmla="*/ 2967300 w 6750072"/>
              <a:gd name="connsiteY0" fmla="*/ 0 h 6284696"/>
              <a:gd name="connsiteX1" fmla="*/ 6750072 w 6750072"/>
              <a:gd name="connsiteY1" fmla="*/ 0 h 6284696"/>
              <a:gd name="connsiteX2" fmla="*/ 6750072 w 6750072"/>
              <a:gd name="connsiteY2" fmla="*/ 6276807 h 6284696"/>
              <a:gd name="connsiteX3" fmla="*/ 191956 w 6750072"/>
              <a:gd name="connsiteY3" fmla="*/ 6276807 h 6284696"/>
              <a:gd name="connsiteX4" fmla="*/ 0 w 6750072"/>
              <a:gd name="connsiteY4" fmla="*/ 6284696 h 6284696"/>
              <a:gd name="connsiteX5" fmla="*/ 2967300 w 6750072"/>
              <a:gd name="connsiteY5" fmla="*/ 0 h 6284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0072" h="6284696">
                <a:moveTo>
                  <a:pt x="2967300" y="0"/>
                </a:moveTo>
                <a:lnTo>
                  <a:pt x="6750072" y="0"/>
                </a:lnTo>
                <a:lnTo>
                  <a:pt x="6750072" y="6276807"/>
                </a:lnTo>
                <a:lnTo>
                  <a:pt x="191956" y="6276807"/>
                </a:lnTo>
                <a:lnTo>
                  <a:pt x="0" y="6284696"/>
                </a:lnTo>
                <a:cubicBezTo>
                  <a:pt x="922066" y="4192616"/>
                  <a:pt x="2045234" y="2092080"/>
                  <a:pt x="2967300" y="0"/>
                </a:cubicBezTo>
                <a:close/>
              </a:path>
            </a:pathLst>
          </a:custGeom>
          <a:pattFill prst="smConfetti">
            <a:fgClr>
              <a:schemeClr val="bg2"/>
            </a:fgClr>
            <a:bgClr>
              <a:schemeClr val="bg1"/>
            </a:bgClr>
          </a:pattFill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Figtree Medium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938C98-750F-B989-E8A2-47D33F5F8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688" y="457200"/>
            <a:ext cx="4602998" cy="1600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4000"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2D103-5877-6749-18AE-0555B8B45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688" y="2425490"/>
            <a:ext cx="4602997" cy="33321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Figtree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B6BC089-6024-60CC-51A6-E270462E81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8" y="6437960"/>
            <a:ext cx="857519" cy="243268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9B28ACF-39D2-C671-C9B4-9D48311B4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Freeform 2">
            <a:extLst>
              <a:ext uri="{FF2B5EF4-FFF2-40B4-BE49-F238E27FC236}">
                <a16:creationId xmlns:a16="http://schemas.microsoft.com/office/drawing/2014/main" id="{8CECBD81-6D94-EBB2-5099-28510DA055F7}"/>
              </a:ext>
            </a:extLst>
          </p:cNvPr>
          <p:cNvSpPr/>
          <p:nvPr userDrawn="1"/>
        </p:nvSpPr>
        <p:spPr>
          <a:xfrm>
            <a:off x="4830121" y="-4"/>
            <a:ext cx="3566904" cy="6858004"/>
          </a:xfrm>
          <a:custGeom>
            <a:avLst/>
            <a:gdLst>
              <a:gd name="connsiteX0" fmla="*/ 0 w 3200400"/>
              <a:gd name="connsiteY0" fmla="*/ 6276813 h 6276813"/>
              <a:gd name="connsiteX1" fmla="*/ 891153 w 3200400"/>
              <a:gd name="connsiteY1" fmla="*/ 6276813 h 6276813"/>
              <a:gd name="connsiteX2" fmla="*/ 3200400 w 3200400"/>
              <a:gd name="connsiteY2" fmla="*/ 0 h 6276813"/>
              <a:gd name="connsiteX3" fmla="*/ 3115159 w 3200400"/>
              <a:gd name="connsiteY3" fmla="*/ 0 h 6276813"/>
              <a:gd name="connsiteX4" fmla="*/ 0 w 3200400"/>
              <a:gd name="connsiteY4" fmla="*/ 6276813 h 6276813"/>
              <a:gd name="connsiteX0" fmla="*/ 0 w 3254644"/>
              <a:gd name="connsiteY0" fmla="*/ 6284563 h 6284563"/>
              <a:gd name="connsiteX1" fmla="*/ 945397 w 3254644"/>
              <a:gd name="connsiteY1" fmla="*/ 6276813 h 6284563"/>
              <a:gd name="connsiteX2" fmla="*/ 3254644 w 3254644"/>
              <a:gd name="connsiteY2" fmla="*/ 0 h 6284563"/>
              <a:gd name="connsiteX3" fmla="*/ 3169403 w 3254644"/>
              <a:gd name="connsiteY3" fmla="*/ 0 h 6284563"/>
              <a:gd name="connsiteX4" fmla="*/ 0 w 3254644"/>
              <a:gd name="connsiteY4" fmla="*/ 6284563 h 6284563"/>
              <a:gd name="connsiteX0" fmla="*/ 0 w 3285640"/>
              <a:gd name="connsiteY0" fmla="*/ 6284563 h 6284563"/>
              <a:gd name="connsiteX1" fmla="*/ 976393 w 3285640"/>
              <a:gd name="connsiteY1" fmla="*/ 6276813 h 6284563"/>
              <a:gd name="connsiteX2" fmla="*/ 3285640 w 3285640"/>
              <a:gd name="connsiteY2" fmla="*/ 0 h 6284563"/>
              <a:gd name="connsiteX3" fmla="*/ 3200399 w 3285640"/>
              <a:gd name="connsiteY3" fmla="*/ 0 h 6284563"/>
              <a:gd name="connsiteX4" fmla="*/ 0 w 3285640"/>
              <a:gd name="connsiteY4" fmla="*/ 6284563 h 6284563"/>
              <a:gd name="connsiteX0" fmla="*/ 0 w 2812941"/>
              <a:gd name="connsiteY0" fmla="*/ 6292312 h 6292312"/>
              <a:gd name="connsiteX1" fmla="*/ 503694 w 2812941"/>
              <a:gd name="connsiteY1" fmla="*/ 6276813 h 6292312"/>
              <a:gd name="connsiteX2" fmla="*/ 2812941 w 2812941"/>
              <a:gd name="connsiteY2" fmla="*/ 0 h 6292312"/>
              <a:gd name="connsiteX3" fmla="*/ 2727700 w 2812941"/>
              <a:gd name="connsiteY3" fmla="*/ 0 h 6292312"/>
              <a:gd name="connsiteX4" fmla="*/ 0 w 2812941"/>
              <a:gd name="connsiteY4" fmla="*/ 6292312 h 6292312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24525 w 2809766"/>
              <a:gd name="connsiteY3" fmla="*/ 0 h 6276813"/>
              <a:gd name="connsiteX4" fmla="*/ 0 w 2809766"/>
              <a:gd name="connsiteY4" fmla="*/ 6276437 h 6276813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68975 w 2809766"/>
              <a:gd name="connsiteY3" fmla="*/ 6350 h 6276813"/>
              <a:gd name="connsiteX4" fmla="*/ 0 w 2809766"/>
              <a:gd name="connsiteY4" fmla="*/ 6276437 h 6276813"/>
              <a:gd name="connsiteX0" fmla="*/ 0 w 3264621"/>
              <a:gd name="connsiteY0" fmla="*/ 6270087 h 6270463"/>
              <a:gd name="connsiteX1" fmla="*/ 500519 w 3264621"/>
              <a:gd name="connsiteY1" fmla="*/ 6270463 h 6270463"/>
              <a:gd name="connsiteX2" fmla="*/ 3264621 w 3264621"/>
              <a:gd name="connsiteY2" fmla="*/ 3028 h 6270463"/>
              <a:gd name="connsiteX3" fmla="*/ 2768975 w 3264621"/>
              <a:gd name="connsiteY3" fmla="*/ 0 h 6270463"/>
              <a:gd name="connsiteX4" fmla="*/ 0 w 3264621"/>
              <a:gd name="connsiteY4" fmla="*/ 6270087 h 6270463"/>
              <a:gd name="connsiteX0" fmla="*/ 0 w 3264621"/>
              <a:gd name="connsiteY0" fmla="*/ 6267059 h 6267435"/>
              <a:gd name="connsiteX1" fmla="*/ 500519 w 3264621"/>
              <a:gd name="connsiteY1" fmla="*/ 6267435 h 6267435"/>
              <a:gd name="connsiteX2" fmla="*/ 3264621 w 3264621"/>
              <a:gd name="connsiteY2" fmla="*/ 0 h 6267435"/>
              <a:gd name="connsiteX3" fmla="*/ 3214452 w 3264621"/>
              <a:gd name="connsiteY3" fmla="*/ 1661 h 6267435"/>
              <a:gd name="connsiteX4" fmla="*/ 0 w 3264621"/>
              <a:gd name="connsiteY4" fmla="*/ 6267059 h 626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4621" h="6267435">
                <a:moveTo>
                  <a:pt x="0" y="6267059"/>
                </a:moveTo>
                <a:lnTo>
                  <a:pt x="500519" y="6267435"/>
                </a:lnTo>
                <a:lnTo>
                  <a:pt x="3264621" y="0"/>
                </a:lnTo>
                <a:lnTo>
                  <a:pt x="3214452" y="1661"/>
                </a:lnTo>
                <a:lnTo>
                  <a:pt x="0" y="6267059"/>
                </a:lnTo>
                <a:close/>
              </a:path>
            </a:pathLst>
          </a:custGeom>
          <a:gradFill>
            <a:gsLst>
              <a:gs pos="49000">
                <a:schemeClr val="accent6"/>
              </a:gs>
              <a:gs pos="87000">
                <a:schemeClr val="accent3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8691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cial Visual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spiral galaxy in space&#10;&#10;AI-generated content may be incorrect.">
            <a:extLst>
              <a:ext uri="{FF2B5EF4-FFF2-40B4-BE49-F238E27FC236}">
                <a16:creationId xmlns:a16="http://schemas.microsoft.com/office/drawing/2014/main" id="{B4257FEA-E4BB-4184-2551-6E913CF483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-2"/>
            <a:ext cx="12192001" cy="6858001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8BF65B6-1EC6-0050-C338-5991974A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6951CC-9176-5B3E-0EA1-1A8F0BBD046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8" y="6437960"/>
            <a:ext cx="857519" cy="243268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097A2759-5262-98FC-2BA1-75A1A11F3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597" y="365125"/>
            <a:ext cx="11491993" cy="1169207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>
              <a:lnSpc>
                <a:spcPct val="80000"/>
              </a:lnSpc>
              <a:defRPr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4013314-73E8-EBCE-C957-B401AB4F5C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2572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2400" b="0" i="0">
                <a:solidFill>
                  <a:schemeClr val="bg1"/>
                </a:solidFill>
                <a:latin typeface="Figtree" pitchFamily="2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sz="2400" b="0" i="0">
                <a:solidFill>
                  <a:schemeClr val="bg1"/>
                </a:solidFill>
                <a:latin typeface="Figtree" pitchFamily="2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sz="2400" b="0" i="0">
                <a:solidFill>
                  <a:schemeClr val="bg1"/>
                </a:solidFill>
                <a:latin typeface="Figtree" pitchFamily="2" charset="0"/>
              </a:defRPr>
            </a:lvl3pPr>
            <a:lvl4pPr marL="1657350" indent="-285750">
              <a:buFont typeface="Arial" panose="020B0604020202020204" pitchFamily="34" charset="0"/>
              <a:buChar char="•"/>
              <a:defRPr sz="2400" b="0" i="0">
                <a:solidFill>
                  <a:schemeClr val="bg1"/>
                </a:solidFill>
                <a:latin typeface="Figtree" pitchFamily="2" charset="0"/>
              </a:defRPr>
            </a:lvl4pPr>
            <a:lvl5pPr marL="2114550" indent="-285750">
              <a:buFont typeface="Arial" panose="020B0604020202020204" pitchFamily="34" charset="0"/>
              <a:buChar char="•"/>
              <a:defRPr sz="2400" b="0" i="0">
                <a:solidFill>
                  <a:schemeClr val="bg1"/>
                </a:solidFill>
                <a:latin typeface="Figtree" pitchFamily="2" charset="0"/>
              </a:defRPr>
            </a:lvl5pPr>
          </a:lstStyle>
          <a:p>
            <a:pPr lvl="0"/>
            <a:r>
              <a:rPr lang="en-US" err="1"/>
              <a:t>Click</a:t>
            </a:r>
            <a:r>
              <a:rPr lang="en-US"/>
              <a:t>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940004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cial Visual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ue sky with stars&#10;&#10;AI-generated content may be incorrect.">
            <a:extLst>
              <a:ext uri="{FF2B5EF4-FFF2-40B4-BE49-F238E27FC236}">
                <a16:creationId xmlns:a16="http://schemas.microsoft.com/office/drawing/2014/main" id="{58E6D3C4-DD7C-11D1-CC5C-C7C19C2E03F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65488" cy="6858001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B4B291A-88AF-2996-D687-D14BAEE37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454130"/>
            <a:ext cx="5257800" cy="228600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8BF65B6-1EC6-0050-C338-5991974A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6951CC-9176-5B3E-0EA1-1A8F0BBD046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8" y="6437960"/>
            <a:ext cx="857519" cy="243268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00752B1A-76E1-75DA-9E43-9F36E6609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597" y="365125"/>
            <a:ext cx="11491993" cy="1169207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>
              <a:lnSpc>
                <a:spcPct val="80000"/>
              </a:lnSpc>
              <a:defRPr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A605919-F812-D6B7-6733-93A21095D6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2572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2400" b="0" i="0">
                <a:solidFill>
                  <a:schemeClr val="bg1"/>
                </a:solidFill>
                <a:latin typeface="Figtree" pitchFamily="2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sz="2400" b="0" i="0">
                <a:solidFill>
                  <a:schemeClr val="bg1"/>
                </a:solidFill>
                <a:latin typeface="Figtree" pitchFamily="2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sz="2400" b="0" i="0">
                <a:solidFill>
                  <a:schemeClr val="bg1"/>
                </a:solidFill>
                <a:latin typeface="Figtree" pitchFamily="2" charset="0"/>
              </a:defRPr>
            </a:lvl3pPr>
            <a:lvl4pPr marL="1657350" indent="-285750">
              <a:buFont typeface="Arial" panose="020B0604020202020204" pitchFamily="34" charset="0"/>
              <a:buChar char="•"/>
              <a:defRPr sz="2400" b="0" i="0">
                <a:solidFill>
                  <a:schemeClr val="bg1"/>
                </a:solidFill>
                <a:latin typeface="Figtree" pitchFamily="2" charset="0"/>
              </a:defRPr>
            </a:lvl4pPr>
            <a:lvl5pPr marL="2114550" indent="-285750">
              <a:buFont typeface="Arial" panose="020B0604020202020204" pitchFamily="34" charset="0"/>
              <a:buChar char="•"/>
              <a:defRPr sz="2400" b="0" i="0">
                <a:solidFill>
                  <a:schemeClr val="bg1"/>
                </a:solidFill>
                <a:latin typeface="Figtree" pitchFamily="2" charset="0"/>
              </a:defRPr>
            </a:lvl5pPr>
          </a:lstStyle>
          <a:p>
            <a:pPr lvl="0"/>
            <a:r>
              <a:rPr lang="en-US" err="1"/>
              <a:t>Click</a:t>
            </a:r>
            <a:r>
              <a:rPr lang="en-US"/>
              <a:t>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230635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cial Visual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n astronaut floating in space&#10;&#10;AI-generated content may be incorrect.">
            <a:extLst>
              <a:ext uri="{FF2B5EF4-FFF2-40B4-BE49-F238E27FC236}">
                <a16:creationId xmlns:a16="http://schemas.microsoft.com/office/drawing/2014/main" id="{9DA1DE89-B1B4-0B78-BA7D-98605CF2B49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229483" y="-1"/>
            <a:ext cx="6962517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7938C98-750F-B989-E8A2-47D33F5F8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688" y="457200"/>
            <a:ext cx="4602998" cy="1600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4000"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2D103-5877-6749-18AE-0555B8B45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688" y="2425490"/>
            <a:ext cx="4602997" cy="33321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Figtree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B4B291A-88AF-2996-D687-D14BAEE37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454130"/>
            <a:ext cx="5257800" cy="228600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8BF65B6-1EC6-0050-C338-5991974A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6951CC-9176-5B3E-0EA1-1A8F0BBD046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8" y="6437960"/>
            <a:ext cx="857519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3431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cial Visual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ue planet with a bright light&#10;&#10;AI-generated content may be incorrect.">
            <a:extLst>
              <a:ext uri="{FF2B5EF4-FFF2-40B4-BE49-F238E27FC236}">
                <a16:creationId xmlns:a16="http://schemas.microsoft.com/office/drawing/2014/main" id="{5928C9F9-2416-28F6-1432-DDAFD45C885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17712" y="-1"/>
            <a:ext cx="6874288" cy="685335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7938C98-750F-B989-E8A2-47D33F5F8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688" y="457200"/>
            <a:ext cx="4602998" cy="1600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4000"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2D103-5877-6749-18AE-0555B8B45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688" y="2425490"/>
            <a:ext cx="4602997" cy="33321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Figtree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B4B291A-88AF-2996-D687-D14BAEE37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454130"/>
            <a:ext cx="5257800" cy="228600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8BF65B6-1EC6-0050-C338-5991974A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6951CC-9176-5B3E-0EA1-1A8F0BBD046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8" y="6437960"/>
            <a:ext cx="857519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4893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A1374A-4FD1-F1A4-3B49-EFD13560F1C3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itle 1">
            <a:extLst>
              <a:ext uri="{FF2B5EF4-FFF2-40B4-BE49-F238E27FC236}">
                <a16:creationId xmlns:a16="http://schemas.microsoft.com/office/drawing/2014/main" id="{728F9DD8-18B8-E17F-4A81-93C4DD686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597" y="365125"/>
            <a:ext cx="11491993" cy="1207953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>
              <a:lnSpc>
                <a:spcPct val="80000"/>
              </a:lnSpc>
              <a:defRPr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74E2FE70-C1DA-31EB-EEA3-F73AC1A92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454130"/>
            <a:ext cx="5257800" cy="228600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endParaRPr lang="en-US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F8F2ECD-EA50-2550-0B02-4B2C95344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53AC61-82C3-E5FF-66C1-161CB2EFC3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8" y="6437960"/>
            <a:ext cx="857519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694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A1374A-4FD1-F1A4-3B49-EFD13560F1C3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824F201-E457-E817-0DA2-9E61ACCA7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454130"/>
            <a:ext cx="5257800" cy="228600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endParaRPr lang="en-US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EDE1051-0FED-5451-0D36-8DE7C56B7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95D178-B3AE-EA2C-9A08-EB6D085096F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8" y="6437960"/>
            <a:ext cx="857519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7487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57524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ll Quote Blue">
    <p:bg>
      <p:bgPr>
        <a:gradFill>
          <a:gsLst>
            <a:gs pos="0">
              <a:schemeClr val="accent2"/>
            </a:gs>
            <a:gs pos="54000">
              <a:schemeClr val="tx2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863F30FA-505B-32FE-61E1-90E76DE729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97660" y="456716"/>
            <a:ext cx="6294340" cy="6401284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9338CB-4134-07F0-A6E3-3EF2DA35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828924" y="2206256"/>
            <a:ext cx="6942397" cy="24454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3600" b="0" i="0">
                <a:solidFill>
                  <a:schemeClr val="bg1"/>
                </a:solidFill>
                <a:latin typeface="Figtree Light" pitchFamily="2" charset="0"/>
              </a:defRPr>
            </a:lvl1pPr>
            <a:lvl2pPr marL="457200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2pPr>
            <a:lvl3pPr marL="914400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3pPr>
            <a:lvl4pPr marL="1371600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4pPr>
            <a:lvl5pPr marL="1828800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5pPr>
          </a:lstStyle>
          <a:p>
            <a:pPr lvl="0"/>
            <a:r>
              <a:rPr lang="en-US"/>
              <a:t>This is a pull-quote placeholder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946C71-CFFD-7494-173E-E1849C44E80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1928" y="1831753"/>
            <a:ext cx="1348751" cy="1039037"/>
          </a:xfrm>
          <a:prstGeom prst="rect">
            <a:avLst/>
          </a:prstGeom>
        </p:spPr>
      </p:pic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09FD9171-277F-DDF9-1325-B01478A34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454130"/>
            <a:ext cx="5257800" cy="228600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F502D63-98F2-0192-9694-5687D8D05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0622538-DB89-0185-9E98-C8D31813769B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F0FF596D-CC26-E4B0-EC5C-182E1E7E40D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8" y="6437960"/>
            <a:ext cx="857519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91558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ll Quote Plum">
    <p:bg>
      <p:bgPr>
        <a:gradFill>
          <a:gsLst>
            <a:gs pos="0">
              <a:schemeClr val="accent2"/>
            </a:gs>
            <a:gs pos="54000">
              <a:schemeClr val="accent3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863F30FA-505B-32FE-61E1-90E76DE729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97660" y="456716"/>
            <a:ext cx="6294340" cy="6401284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9338CB-4134-07F0-A6E3-3EF2DA35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828924" y="2206256"/>
            <a:ext cx="6942397" cy="24454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3600" b="0" i="0">
                <a:solidFill>
                  <a:schemeClr val="bg1"/>
                </a:solidFill>
                <a:latin typeface="Figtree Light" pitchFamily="2" charset="0"/>
              </a:defRPr>
            </a:lvl1pPr>
            <a:lvl2pPr marL="457200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2pPr>
            <a:lvl3pPr marL="914400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3pPr>
            <a:lvl4pPr marL="1371600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4pPr>
            <a:lvl5pPr marL="1828800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5pPr>
          </a:lstStyle>
          <a:p>
            <a:pPr lvl="0"/>
            <a:r>
              <a:rPr lang="en-US"/>
              <a:t>This is a pull-quote placeholder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946C71-CFFD-7494-173E-E1849C44E80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1928" y="1831753"/>
            <a:ext cx="1348751" cy="1039037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04622215-CDBD-8F81-E9EA-A31736F27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454130"/>
            <a:ext cx="5257800" cy="228600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E1CE688-D74E-8D3C-C8FB-273D20447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56F17F2-AAEF-FEEE-FEB8-8DF375D781F2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BE6E5B02-D478-7B84-9936-C8A086849FB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8" y="6437960"/>
            <a:ext cx="857519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59592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ll Quote Gold">
    <p:bg>
      <p:bgPr>
        <a:gradFill>
          <a:gsLst>
            <a:gs pos="0">
              <a:schemeClr val="accent6"/>
            </a:gs>
            <a:gs pos="54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863F30FA-505B-32FE-61E1-90E76DE729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97660" y="456716"/>
            <a:ext cx="6294340" cy="6401284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9338CB-4134-07F0-A6E3-3EF2DA35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828924" y="2206256"/>
            <a:ext cx="6942397" cy="24454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3600" b="0" i="0">
                <a:solidFill>
                  <a:schemeClr val="bg1"/>
                </a:solidFill>
                <a:latin typeface="Figtree Light" pitchFamily="2" charset="0"/>
              </a:defRPr>
            </a:lvl1pPr>
            <a:lvl2pPr marL="457200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2pPr>
            <a:lvl3pPr marL="914400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3pPr>
            <a:lvl4pPr marL="1371600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4pPr>
            <a:lvl5pPr marL="1828800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5pPr>
          </a:lstStyle>
          <a:p>
            <a:pPr lvl="0"/>
            <a:r>
              <a:rPr lang="en-US"/>
              <a:t>This is a pull-quote placeholder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946C71-CFFD-7494-173E-E1849C44E80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1928" y="1831753"/>
            <a:ext cx="1348751" cy="1039037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05A297F6-6D91-6866-9EAE-725714B7E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454130"/>
            <a:ext cx="5257800" cy="228600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EFF9B6A-2657-DE51-519D-1E20B3FDA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AD89207-345D-F496-AF0B-592807269139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07A89A59-A76B-D96F-9CE2-1086D4C06B3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8" y="6437960"/>
            <a:ext cx="857519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10287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ll Quote Green">
    <p:bg>
      <p:bgPr>
        <a:gradFill>
          <a:gsLst>
            <a:gs pos="0">
              <a:schemeClr val="accent2"/>
            </a:gs>
            <a:gs pos="54000">
              <a:schemeClr val="accent5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863F30FA-505B-32FE-61E1-90E76DE729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97660" y="456716"/>
            <a:ext cx="6294340" cy="6401284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9338CB-4134-07F0-A6E3-3EF2DA35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828924" y="2206256"/>
            <a:ext cx="6942397" cy="24454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3600" b="0" i="0">
                <a:solidFill>
                  <a:schemeClr val="bg1"/>
                </a:solidFill>
                <a:latin typeface="Figtree Light" pitchFamily="2" charset="0"/>
              </a:defRPr>
            </a:lvl1pPr>
            <a:lvl2pPr marL="457200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2pPr>
            <a:lvl3pPr marL="914400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3pPr>
            <a:lvl4pPr marL="1371600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4pPr>
            <a:lvl5pPr marL="1828800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5pPr>
          </a:lstStyle>
          <a:p>
            <a:pPr lvl="0"/>
            <a:r>
              <a:rPr lang="en-US"/>
              <a:t>This is a pull-quote placeholder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946C71-CFFD-7494-173E-E1849C44E80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1928" y="1831753"/>
            <a:ext cx="1348751" cy="1039037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09E71E1C-E08F-F30E-182A-6072F71D2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454130"/>
            <a:ext cx="5257800" cy="228600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507A87D-5CC5-BF86-C0AA-3E1DDCEA1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6BBC947-4C17-284C-CC69-494D42DEE5CC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87BA6484-6E55-DD5F-9E5D-1E9FEF47CF2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8" y="6437960"/>
            <a:ext cx="857519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0755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ll Quote Orange">
    <p:bg>
      <p:bgPr>
        <a:gradFill>
          <a:gsLst>
            <a:gs pos="0">
              <a:schemeClr val="accent3"/>
            </a:gs>
            <a:gs pos="54000">
              <a:schemeClr val="accent6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863F30FA-505B-32FE-61E1-90E76DE729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97660" y="456716"/>
            <a:ext cx="6294340" cy="6401284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9338CB-4134-07F0-A6E3-3EF2DA35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828924" y="2206256"/>
            <a:ext cx="6942397" cy="24454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3600" b="0" i="0">
                <a:solidFill>
                  <a:schemeClr val="bg1"/>
                </a:solidFill>
                <a:latin typeface="Figtree Light" pitchFamily="2" charset="0"/>
              </a:defRPr>
            </a:lvl1pPr>
            <a:lvl2pPr marL="457200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2pPr>
            <a:lvl3pPr marL="914400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3pPr>
            <a:lvl4pPr marL="1371600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4pPr>
            <a:lvl5pPr marL="1828800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5pPr>
          </a:lstStyle>
          <a:p>
            <a:pPr lvl="0"/>
            <a:r>
              <a:rPr lang="en-US"/>
              <a:t>This is a pull-quote placeholder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946C71-CFFD-7494-173E-E1849C44E80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1928" y="1831753"/>
            <a:ext cx="1348751" cy="1039037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94F4E8A-4281-3DD1-D18E-F1D01CE48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454130"/>
            <a:ext cx="5257800" cy="228600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260A482-67B1-88FD-50A7-98D6A2DC1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7334E67-BF46-822A-CDA7-B19153C5567B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97922417-E2C6-1B89-E477-CE2A211BCE6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8" y="6437960"/>
            <a:ext cx="857519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95250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CDF5FA7B-72FB-B64A-A69A-D4755A18580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32"/>
          <a:stretch/>
        </p:blipFill>
        <p:spPr>
          <a:xfrm>
            <a:off x="5897660" y="1502250"/>
            <a:ext cx="6294340" cy="53486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BD38FA1-D8E9-0B4D-6720-EFD5DD0BA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597" y="365125"/>
            <a:ext cx="11491993" cy="1169207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>
              <a:lnSpc>
                <a:spcPct val="80000"/>
              </a:lnSpc>
              <a:defRPr b="1" i="0">
                <a:solidFill>
                  <a:schemeClr val="accent2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3389C-B1D7-C694-57D5-6C711FC198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2572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800" b="0" i="0">
                <a:solidFill>
                  <a:schemeClr val="tx2"/>
                </a:solidFill>
                <a:latin typeface="Figtree" pitchFamily="2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sz="1800" b="0" i="0">
                <a:solidFill>
                  <a:schemeClr val="tx2"/>
                </a:solidFill>
                <a:latin typeface="Figtree" pitchFamily="2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sz="1800" b="0" i="0">
                <a:solidFill>
                  <a:schemeClr val="tx2"/>
                </a:solidFill>
                <a:latin typeface="Figtree" pitchFamily="2" charset="0"/>
              </a:defRPr>
            </a:lvl3pPr>
            <a:lvl4pPr marL="1657350" indent="-285750">
              <a:buFont typeface="Arial" panose="020B0604020202020204" pitchFamily="34" charset="0"/>
              <a:buChar char="•"/>
              <a:defRPr sz="1800" b="0" i="0">
                <a:solidFill>
                  <a:schemeClr val="tx2"/>
                </a:solidFill>
                <a:latin typeface="Figtree" pitchFamily="2" charset="0"/>
              </a:defRPr>
            </a:lvl4pPr>
            <a:lvl5pPr marL="2114550" indent="-285750">
              <a:buFont typeface="Arial" panose="020B0604020202020204" pitchFamily="34" charset="0"/>
              <a:buChar char="•"/>
              <a:defRPr sz="1800" b="0" i="0">
                <a:solidFill>
                  <a:schemeClr val="tx2"/>
                </a:solidFill>
                <a:latin typeface="Figtree" pitchFamily="2" charset="0"/>
              </a:defRPr>
            </a:lvl5pPr>
          </a:lstStyle>
          <a:p>
            <a:pPr lvl="0"/>
            <a:r>
              <a:rPr lang="en-US" err="1"/>
              <a:t>Click</a:t>
            </a:r>
            <a:r>
              <a:rPr lang="en-US"/>
              <a:t>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F355BC-998E-5A09-3C72-65E885D3B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454130"/>
            <a:ext cx="5257800" cy="228600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C3EAA-1CA5-FCD9-354C-BC491AF39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27D6499-7F82-8950-61E9-B99B5A5DBC7B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A blue and black logo&#10;&#10;AI-generated content may be incorrect.">
            <a:extLst>
              <a:ext uri="{FF2B5EF4-FFF2-40B4-BE49-F238E27FC236}">
                <a16:creationId xmlns:a16="http://schemas.microsoft.com/office/drawing/2014/main" id="{94F72188-A0A9-5F3A-CF20-6B8F5FE585F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597" y="6437960"/>
            <a:ext cx="857522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153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38C98-750F-B989-E8A2-47D33F5F8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688" y="457200"/>
            <a:ext cx="4602998" cy="1600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4000" b="1" i="0">
                <a:solidFill>
                  <a:schemeClr val="accent2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347A47-ADDB-726A-B2AC-AF6601AB38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00658" y="1"/>
            <a:ext cx="6891342" cy="6858000"/>
          </a:xfrm>
          <a:custGeom>
            <a:avLst/>
            <a:gdLst>
              <a:gd name="connsiteX0" fmla="*/ 2766197 w 6558116"/>
              <a:gd name="connsiteY0" fmla="*/ 0 h 6276807"/>
              <a:gd name="connsiteX1" fmla="*/ 6558116 w 6558116"/>
              <a:gd name="connsiteY1" fmla="*/ 0 h 6276807"/>
              <a:gd name="connsiteX2" fmla="*/ 6558116 w 6558116"/>
              <a:gd name="connsiteY2" fmla="*/ 6276807 h 6276807"/>
              <a:gd name="connsiteX3" fmla="*/ 0 w 6558116"/>
              <a:gd name="connsiteY3" fmla="*/ 6276807 h 6276807"/>
              <a:gd name="connsiteX4" fmla="*/ 0 w 6558116"/>
              <a:gd name="connsiteY4" fmla="*/ 6276241 h 6276807"/>
              <a:gd name="connsiteX0" fmla="*/ 3043116 w 6835035"/>
              <a:gd name="connsiteY0" fmla="*/ 0 h 6276807"/>
              <a:gd name="connsiteX1" fmla="*/ 6835035 w 6835035"/>
              <a:gd name="connsiteY1" fmla="*/ 0 h 6276807"/>
              <a:gd name="connsiteX2" fmla="*/ 6835035 w 6835035"/>
              <a:gd name="connsiteY2" fmla="*/ 6276807 h 6276807"/>
              <a:gd name="connsiteX3" fmla="*/ 276919 w 6835035"/>
              <a:gd name="connsiteY3" fmla="*/ 6276807 h 6276807"/>
              <a:gd name="connsiteX4" fmla="*/ 0 w 6835035"/>
              <a:gd name="connsiteY4" fmla="*/ 6244460 h 6276807"/>
              <a:gd name="connsiteX5" fmla="*/ 3043116 w 6835035"/>
              <a:gd name="connsiteY5" fmla="*/ 0 h 6276807"/>
              <a:gd name="connsiteX0" fmla="*/ 3077731 w 6869650"/>
              <a:gd name="connsiteY0" fmla="*/ 0 h 6286835"/>
              <a:gd name="connsiteX1" fmla="*/ 6869650 w 6869650"/>
              <a:gd name="connsiteY1" fmla="*/ 0 h 6286835"/>
              <a:gd name="connsiteX2" fmla="*/ 6869650 w 6869650"/>
              <a:gd name="connsiteY2" fmla="*/ 6276807 h 6286835"/>
              <a:gd name="connsiteX3" fmla="*/ 311534 w 6869650"/>
              <a:gd name="connsiteY3" fmla="*/ 6276807 h 6286835"/>
              <a:gd name="connsiteX4" fmla="*/ 0 w 6869650"/>
              <a:gd name="connsiteY4" fmla="*/ 6286835 h 6286835"/>
              <a:gd name="connsiteX5" fmla="*/ 3077731 w 6869650"/>
              <a:gd name="connsiteY5" fmla="*/ 0 h 6286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69650" h="6286835">
                <a:moveTo>
                  <a:pt x="3077731" y="0"/>
                </a:moveTo>
                <a:lnTo>
                  <a:pt x="6869650" y="0"/>
                </a:lnTo>
                <a:lnTo>
                  <a:pt x="6869650" y="6276807"/>
                </a:lnTo>
                <a:lnTo>
                  <a:pt x="311534" y="6276807"/>
                </a:lnTo>
                <a:lnTo>
                  <a:pt x="0" y="6286835"/>
                </a:lnTo>
                <a:cubicBezTo>
                  <a:pt x="922066" y="4194755"/>
                  <a:pt x="2155665" y="2092080"/>
                  <a:pt x="3077731" y="0"/>
                </a:cubicBezTo>
                <a:close/>
              </a:path>
            </a:pathLst>
          </a:custGeom>
          <a:pattFill prst="weave">
            <a:fgClr>
              <a:schemeClr val="bg2"/>
            </a:fgClr>
            <a:bgClr>
              <a:schemeClr val="bg1"/>
            </a:bgClr>
          </a:pattFill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Figtree Medium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2D103-5877-6749-18AE-0555B8B45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688" y="2425490"/>
            <a:ext cx="4602997" cy="33321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Figtree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27B69F9-398F-2D7E-E260-B1CEDB7E7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454130"/>
            <a:ext cx="5257800" cy="228600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9B28ACF-39D2-C671-C9B4-9D48311B4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blue and black logo&#10;&#10;AI-generated content may be incorrect.">
            <a:extLst>
              <a:ext uri="{FF2B5EF4-FFF2-40B4-BE49-F238E27FC236}">
                <a16:creationId xmlns:a16="http://schemas.microsoft.com/office/drawing/2014/main" id="{FB6BC089-6024-60CC-51A6-E270462E81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597" y="6437960"/>
            <a:ext cx="857522" cy="243268"/>
          </a:xfrm>
          <a:prstGeom prst="rect">
            <a:avLst/>
          </a:prstGeom>
        </p:spPr>
      </p:pic>
      <p:sp>
        <p:nvSpPr>
          <p:cNvPr id="17" name="Freeform 16">
            <a:extLst>
              <a:ext uri="{FF2B5EF4-FFF2-40B4-BE49-F238E27FC236}">
                <a16:creationId xmlns:a16="http://schemas.microsoft.com/office/drawing/2014/main" id="{43C4FB2F-E7D0-EBC7-4DDB-6CC86298818F}"/>
              </a:ext>
            </a:extLst>
          </p:cNvPr>
          <p:cNvSpPr/>
          <p:nvPr userDrawn="1"/>
        </p:nvSpPr>
        <p:spPr>
          <a:xfrm>
            <a:off x="4809511" y="-5"/>
            <a:ext cx="3605100" cy="6858005"/>
          </a:xfrm>
          <a:custGeom>
            <a:avLst/>
            <a:gdLst>
              <a:gd name="connsiteX0" fmla="*/ 0 w 3200400"/>
              <a:gd name="connsiteY0" fmla="*/ 6276813 h 6276813"/>
              <a:gd name="connsiteX1" fmla="*/ 891153 w 3200400"/>
              <a:gd name="connsiteY1" fmla="*/ 6276813 h 6276813"/>
              <a:gd name="connsiteX2" fmla="*/ 3200400 w 3200400"/>
              <a:gd name="connsiteY2" fmla="*/ 0 h 6276813"/>
              <a:gd name="connsiteX3" fmla="*/ 3115159 w 3200400"/>
              <a:gd name="connsiteY3" fmla="*/ 0 h 6276813"/>
              <a:gd name="connsiteX4" fmla="*/ 0 w 3200400"/>
              <a:gd name="connsiteY4" fmla="*/ 6276813 h 6276813"/>
              <a:gd name="connsiteX0" fmla="*/ 0 w 3254644"/>
              <a:gd name="connsiteY0" fmla="*/ 6284563 h 6284563"/>
              <a:gd name="connsiteX1" fmla="*/ 945397 w 3254644"/>
              <a:gd name="connsiteY1" fmla="*/ 6276813 h 6284563"/>
              <a:gd name="connsiteX2" fmla="*/ 3254644 w 3254644"/>
              <a:gd name="connsiteY2" fmla="*/ 0 h 6284563"/>
              <a:gd name="connsiteX3" fmla="*/ 3169403 w 3254644"/>
              <a:gd name="connsiteY3" fmla="*/ 0 h 6284563"/>
              <a:gd name="connsiteX4" fmla="*/ 0 w 3254644"/>
              <a:gd name="connsiteY4" fmla="*/ 6284563 h 6284563"/>
              <a:gd name="connsiteX0" fmla="*/ 0 w 3285640"/>
              <a:gd name="connsiteY0" fmla="*/ 6284563 h 6284563"/>
              <a:gd name="connsiteX1" fmla="*/ 976393 w 3285640"/>
              <a:gd name="connsiteY1" fmla="*/ 6276813 h 6284563"/>
              <a:gd name="connsiteX2" fmla="*/ 3285640 w 3285640"/>
              <a:gd name="connsiteY2" fmla="*/ 0 h 6284563"/>
              <a:gd name="connsiteX3" fmla="*/ 3200399 w 3285640"/>
              <a:gd name="connsiteY3" fmla="*/ 0 h 6284563"/>
              <a:gd name="connsiteX4" fmla="*/ 0 w 3285640"/>
              <a:gd name="connsiteY4" fmla="*/ 6284563 h 6284563"/>
              <a:gd name="connsiteX0" fmla="*/ 0 w 2812941"/>
              <a:gd name="connsiteY0" fmla="*/ 6292312 h 6292312"/>
              <a:gd name="connsiteX1" fmla="*/ 503694 w 2812941"/>
              <a:gd name="connsiteY1" fmla="*/ 6276813 h 6292312"/>
              <a:gd name="connsiteX2" fmla="*/ 2812941 w 2812941"/>
              <a:gd name="connsiteY2" fmla="*/ 0 h 6292312"/>
              <a:gd name="connsiteX3" fmla="*/ 2727700 w 2812941"/>
              <a:gd name="connsiteY3" fmla="*/ 0 h 6292312"/>
              <a:gd name="connsiteX4" fmla="*/ 0 w 2812941"/>
              <a:gd name="connsiteY4" fmla="*/ 6292312 h 6292312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24525 w 2809766"/>
              <a:gd name="connsiteY3" fmla="*/ 0 h 6276813"/>
              <a:gd name="connsiteX4" fmla="*/ 0 w 2809766"/>
              <a:gd name="connsiteY4" fmla="*/ 6276437 h 6276813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68975 w 2809766"/>
              <a:gd name="connsiteY3" fmla="*/ 6350 h 6276813"/>
              <a:gd name="connsiteX4" fmla="*/ 0 w 2809766"/>
              <a:gd name="connsiteY4" fmla="*/ 6276437 h 6276813"/>
              <a:gd name="connsiteX0" fmla="*/ 0 w 3264621"/>
              <a:gd name="connsiteY0" fmla="*/ 6270087 h 6270463"/>
              <a:gd name="connsiteX1" fmla="*/ 500519 w 3264621"/>
              <a:gd name="connsiteY1" fmla="*/ 6270463 h 6270463"/>
              <a:gd name="connsiteX2" fmla="*/ 3264621 w 3264621"/>
              <a:gd name="connsiteY2" fmla="*/ 3028 h 6270463"/>
              <a:gd name="connsiteX3" fmla="*/ 2768975 w 3264621"/>
              <a:gd name="connsiteY3" fmla="*/ 0 h 6270463"/>
              <a:gd name="connsiteX4" fmla="*/ 0 w 3264621"/>
              <a:gd name="connsiteY4" fmla="*/ 6270087 h 6270463"/>
              <a:gd name="connsiteX0" fmla="*/ 0 w 3264621"/>
              <a:gd name="connsiteY0" fmla="*/ 6267059 h 6267435"/>
              <a:gd name="connsiteX1" fmla="*/ 500519 w 3264621"/>
              <a:gd name="connsiteY1" fmla="*/ 6267435 h 6267435"/>
              <a:gd name="connsiteX2" fmla="*/ 3264621 w 3264621"/>
              <a:gd name="connsiteY2" fmla="*/ 0 h 6267435"/>
              <a:gd name="connsiteX3" fmla="*/ 3214452 w 3264621"/>
              <a:gd name="connsiteY3" fmla="*/ 1661 h 6267435"/>
              <a:gd name="connsiteX4" fmla="*/ 0 w 3264621"/>
              <a:gd name="connsiteY4" fmla="*/ 6267059 h 626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4621" h="6267435">
                <a:moveTo>
                  <a:pt x="0" y="6267059"/>
                </a:moveTo>
                <a:lnTo>
                  <a:pt x="500519" y="6267435"/>
                </a:lnTo>
                <a:lnTo>
                  <a:pt x="3264621" y="0"/>
                </a:lnTo>
                <a:lnTo>
                  <a:pt x="3214452" y="1661"/>
                </a:lnTo>
                <a:lnTo>
                  <a:pt x="0" y="6267059"/>
                </a:lnTo>
                <a:close/>
              </a:path>
            </a:pathLst>
          </a:custGeom>
          <a:gradFill>
            <a:gsLst>
              <a:gs pos="49000">
                <a:schemeClr val="accent2"/>
              </a:gs>
              <a:gs pos="90000">
                <a:schemeClr val="tx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68276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Pl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38C98-750F-B989-E8A2-47D33F5F8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688" y="457200"/>
            <a:ext cx="4602998" cy="1600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4000" b="1" i="0">
                <a:solidFill>
                  <a:schemeClr val="accent2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347A47-ADDB-726A-B2AC-AF6601AB38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00658" y="1"/>
            <a:ext cx="6891342" cy="6857996"/>
          </a:xfrm>
          <a:custGeom>
            <a:avLst/>
            <a:gdLst>
              <a:gd name="connsiteX0" fmla="*/ 2766197 w 6558116"/>
              <a:gd name="connsiteY0" fmla="*/ 0 h 6276807"/>
              <a:gd name="connsiteX1" fmla="*/ 6558116 w 6558116"/>
              <a:gd name="connsiteY1" fmla="*/ 0 h 6276807"/>
              <a:gd name="connsiteX2" fmla="*/ 6558116 w 6558116"/>
              <a:gd name="connsiteY2" fmla="*/ 6276807 h 6276807"/>
              <a:gd name="connsiteX3" fmla="*/ 0 w 6558116"/>
              <a:gd name="connsiteY3" fmla="*/ 6276807 h 6276807"/>
              <a:gd name="connsiteX4" fmla="*/ 0 w 6558116"/>
              <a:gd name="connsiteY4" fmla="*/ 6276241 h 6276807"/>
              <a:gd name="connsiteX0" fmla="*/ 3043116 w 6835035"/>
              <a:gd name="connsiteY0" fmla="*/ 0 h 6276807"/>
              <a:gd name="connsiteX1" fmla="*/ 6835035 w 6835035"/>
              <a:gd name="connsiteY1" fmla="*/ 0 h 6276807"/>
              <a:gd name="connsiteX2" fmla="*/ 6835035 w 6835035"/>
              <a:gd name="connsiteY2" fmla="*/ 6276807 h 6276807"/>
              <a:gd name="connsiteX3" fmla="*/ 276919 w 6835035"/>
              <a:gd name="connsiteY3" fmla="*/ 6276807 h 6276807"/>
              <a:gd name="connsiteX4" fmla="*/ 0 w 6835035"/>
              <a:gd name="connsiteY4" fmla="*/ 6244460 h 6276807"/>
              <a:gd name="connsiteX5" fmla="*/ 3043116 w 6835035"/>
              <a:gd name="connsiteY5" fmla="*/ 0 h 6276807"/>
              <a:gd name="connsiteX0" fmla="*/ 3077731 w 6869650"/>
              <a:gd name="connsiteY0" fmla="*/ 0 h 6286835"/>
              <a:gd name="connsiteX1" fmla="*/ 6869650 w 6869650"/>
              <a:gd name="connsiteY1" fmla="*/ 0 h 6286835"/>
              <a:gd name="connsiteX2" fmla="*/ 6869650 w 6869650"/>
              <a:gd name="connsiteY2" fmla="*/ 6276807 h 6286835"/>
              <a:gd name="connsiteX3" fmla="*/ 311534 w 6869650"/>
              <a:gd name="connsiteY3" fmla="*/ 6276807 h 6286835"/>
              <a:gd name="connsiteX4" fmla="*/ 0 w 6869650"/>
              <a:gd name="connsiteY4" fmla="*/ 6286835 h 6286835"/>
              <a:gd name="connsiteX5" fmla="*/ 3077731 w 6869650"/>
              <a:gd name="connsiteY5" fmla="*/ 0 h 6286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69650" h="6286835">
                <a:moveTo>
                  <a:pt x="3077731" y="0"/>
                </a:moveTo>
                <a:lnTo>
                  <a:pt x="6869650" y="0"/>
                </a:lnTo>
                <a:lnTo>
                  <a:pt x="6869650" y="6276807"/>
                </a:lnTo>
                <a:lnTo>
                  <a:pt x="311534" y="6276807"/>
                </a:lnTo>
                <a:lnTo>
                  <a:pt x="0" y="6286835"/>
                </a:lnTo>
                <a:cubicBezTo>
                  <a:pt x="922066" y="4194755"/>
                  <a:pt x="2155665" y="2092080"/>
                  <a:pt x="3077731" y="0"/>
                </a:cubicBezTo>
                <a:close/>
              </a:path>
            </a:pathLst>
          </a:custGeom>
          <a:pattFill prst="weave">
            <a:fgClr>
              <a:schemeClr val="bg2"/>
            </a:fgClr>
            <a:bgClr>
              <a:schemeClr val="bg1"/>
            </a:bgClr>
          </a:pattFill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Figtree Medium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2D103-5877-6749-18AE-0555B8B45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688" y="2425490"/>
            <a:ext cx="4602997" cy="33321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Figtree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27B69F9-398F-2D7E-E260-B1CEDB7E7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454130"/>
            <a:ext cx="5257800" cy="228600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9B28ACF-39D2-C671-C9B4-9D48311B4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blue and black logo&#10;&#10;AI-generated content may be incorrect.">
            <a:extLst>
              <a:ext uri="{FF2B5EF4-FFF2-40B4-BE49-F238E27FC236}">
                <a16:creationId xmlns:a16="http://schemas.microsoft.com/office/drawing/2014/main" id="{FB6BC089-6024-60CC-51A6-E270462E81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597" y="6437960"/>
            <a:ext cx="857522" cy="243268"/>
          </a:xfrm>
          <a:prstGeom prst="rect">
            <a:avLst/>
          </a:prstGeom>
        </p:spPr>
      </p:pic>
      <p:sp>
        <p:nvSpPr>
          <p:cNvPr id="3" name="Freeform 2">
            <a:extLst>
              <a:ext uri="{FF2B5EF4-FFF2-40B4-BE49-F238E27FC236}">
                <a16:creationId xmlns:a16="http://schemas.microsoft.com/office/drawing/2014/main" id="{63078809-296D-371D-64D3-36C8022650B2}"/>
              </a:ext>
            </a:extLst>
          </p:cNvPr>
          <p:cNvSpPr/>
          <p:nvPr userDrawn="1"/>
        </p:nvSpPr>
        <p:spPr>
          <a:xfrm>
            <a:off x="4847709" y="-5"/>
            <a:ext cx="3566902" cy="6858001"/>
          </a:xfrm>
          <a:custGeom>
            <a:avLst/>
            <a:gdLst>
              <a:gd name="connsiteX0" fmla="*/ 0 w 3200400"/>
              <a:gd name="connsiteY0" fmla="*/ 6276813 h 6276813"/>
              <a:gd name="connsiteX1" fmla="*/ 891153 w 3200400"/>
              <a:gd name="connsiteY1" fmla="*/ 6276813 h 6276813"/>
              <a:gd name="connsiteX2" fmla="*/ 3200400 w 3200400"/>
              <a:gd name="connsiteY2" fmla="*/ 0 h 6276813"/>
              <a:gd name="connsiteX3" fmla="*/ 3115159 w 3200400"/>
              <a:gd name="connsiteY3" fmla="*/ 0 h 6276813"/>
              <a:gd name="connsiteX4" fmla="*/ 0 w 3200400"/>
              <a:gd name="connsiteY4" fmla="*/ 6276813 h 6276813"/>
              <a:gd name="connsiteX0" fmla="*/ 0 w 3254644"/>
              <a:gd name="connsiteY0" fmla="*/ 6284563 h 6284563"/>
              <a:gd name="connsiteX1" fmla="*/ 945397 w 3254644"/>
              <a:gd name="connsiteY1" fmla="*/ 6276813 h 6284563"/>
              <a:gd name="connsiteX2" fmla="*/ 3254644 w 3254644"/>
              <a:gd name="connsiteY2" fmla="*/ 0 h 6284563"/>
              <a:gd name="connsiteX3" fmla="*/ 3169403 w 3254644"/>
              <a:gd name="connsiteY3" fmla="*/ 0 h 6284563"/>
              <a:gd name="connsiteX4" fmla="*/ 0 w 3254644"/>
              <a:gd name="connsiteY4" fmla="*/ 6284563 h 6284563"/>
              <a:gd name="connsiteX0" fmla="*/ 0 w 3285640"/>
              <a:gd name="connsiteY0" fmla="*/ 6284563 h 6284563"/>
              <a:gd name="connsiteX1" fmla="*/ 976393 w 3285640"/>
              <a:gd name="connsiteY1" fmla="*/ 6276813 h 6284563"/>
              <a:gd name="connsiteX2" fmla="*/ 3285640 w 3285640"/>
              <a:gd name="connsiteY2" fmla="*/ 0 h 6284563"/>
              <a:gd name="connsiteX3" fmla="*/ 3200399 w 3285640"/>
              <a:gd name="connsiteY3" fmla="*/ 0 h 6284563"/>
              <a:gd name="connsiteX4" fmla="*/ 0 w 3285640"/>
              <a:gd name="connsiteY4" fmla="*/ 6284563 h 6284563"/>
              <a:gd name="connsiteX0" fmla="*/ 0 w 2812941"/>
              <a:gd name="connsiteY0" fmla="*/ 6292312 h 6292312"/>
              <a:gd name="connsiteX1" fmla="*/ 503694 w 2812941"/>
              <a:gd name="connsiteY1" fmla="*/ 6276813 h 6292312"/>
              <a:gd name="connsiteX2" fmla="*/ 2812941 w 2812941"/>
              <a:gd name="connsiteY2" fmla="*/ 0 h 6292312"/>
              <a:gd name="connsiteX3" fmla="*/ 2727700 w 2812941"/>
              <a:gd name="connsiteY3" fmla="*/ 0 h 6292312"/>
              <a:gd name="connsiteX4" fmla="*/ 0 w 2812941"/>
              <a:gd name="connsiteY4" fmla="*/ 6292312 h 6292312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24525 w 2809766"/>
              <a:gd name="connsiteY3" fmla="*/ 0 h 6276813"/>
              <a:gd name="connsiteX4" fmla="*/ 0 w 2809766"/>
              <a:gd name="connsiteY4" fmla="*/ 6276437 h 6276813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68975 w 2809766"/>
              <a:gd name="connsiteY3" fmla="*/ 6350 h 6276813"/>
              <a:gd name="connsiteX4" fmla="*/ 0 w 2809766"/>
              <a:gd name="connsiteY4" fmla="*/ 6276437 h 6276813"/>
              <a:gd name="connsiteX0" fmla="*/ 0 w 3264621"/>
              <a:gd name="connsiteY0" fmla="*/ 6270087 h 6270463"/>
              <a:gd name="connsiteX1" fmla="*/ 500519 w 3264621"/>
              <a:gd name="connsiteY1" fmla="*/ 6270463 h 6270463"/>
              <a:gd name="connsiteX2" fmla="*/ 3264621 w 3264621"/>
              <a:gd name="connsiteY2" fmla="*/ 3028 h 6270463"/>
              <a:gd name="connsiteX3" fmla="*/ 2768975 w 3264621"/>
              <a:gd name="connsiteY3" fmla="*/ 0 h 6270463"/>
              <a:gd name="connsiteX4" fmla="*/ 0 w 3264621"/>
              <a:gd name="connsiteY4" fmla="*/ 6270087 h 6270463"/>
              <a:gd name="connsiteX0" fmla="*/ 0 w 3264621"/>
              <a:gd name="connsiteY0" fmla="*/ 6267059 h 6267435"/>
              <a:gd name="connsiteX1" fmla="*/ 500519 w 3264621"/>
              <a:gd name="connsiteY1" fmla="*/ 6267435 h 6267435"/>
              <a:gd name="connsiteX2" fmla="*/ 3264621 w 3264621"/>
              <a:gd name="connsiteY2" fmla="*/ 0 h 6267435"/>
              <a:gd name="connsiteX3" fmla="*/ 3214452 w 3264621"/>
              <a:gd name="connsiteY3" fmla="*/ 1661 h 6267435"/>
              <a:gd name="connsiteX4" fmla="*/ 0 w 3264621"/>
              <a:gd name="connsiteY4" fmla="*/ 6267059 h 626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4621" h="6267435">
                <a:moveTo>
                  <a:pt x="0" y="6267059"/>
                </a:moveTo>
                <a:lnTo>
                  <a:pt x="500519" y="6267435"/>
                </a:lnTo>
                <a:lnTo>
                  <a:pt x="3264621" y="0"/>
                </a:lnTo>
                <a:lnTo>
                  <a:pt x="3214452" y="1661"/>
                </a:lnTo>
                <a:lnTo>
                  <a:pt x="0" y="6267059"/>
                </a:lnTo>
                <a:close/>
              </a:path>
            </a:pathLst>
          </a:custGeom>
          <a:gradFill>
            <a:gsLst>
              <a:gs pos="45000">
                <a:schemeClr val="accent3"/>
              </a:gs>
              <a:gs pos="89000">
                <a:schemeClr val="accent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07430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38C98-750F-B989-E8A2-47D33F5F8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688" y="457200"/>
            <a:ext cx="4602998" cy="1600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4000" b="1" i="0">
                <a:solidFill>
                  <a:schemeClr val="accent2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347A47-ADDB-726A-B2AC-AF6601AB38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00658" y="1"/>
            <a:ext cx="6891342" cy="6868952"/>
          </a:xfrm>
          <a:custGeom>
            <a:avLst/>
            <a:gdLst>
              <a:gd name="connsiteX0" fmla="*/ 2766197 w 6558116"/>
              <a:gd name="connsiteY0" fmla="*/ 0 h 6276807"/>
              <a:gd name="connsiteX1" fmla="*/ 6558116 w 6558116"/>
              <a:gd name="connsiteY1" fmla="*/ 0 h 6276807"/>
              <a:gd name="connsiteX2" fmla="*/ 6558116 w 6558116"/>
              <a:gd name="connsiteY2" fmla="*/ 6276807 h 6276807"/>
              <a:gd name="connsiteX3" fmla="*/ 0 w 6558116"/>
              <a:gd name="connsiteY3" fmla="*/ 6276807 h 6276807"/>
              <a:gd name="connsiteX4" fmla="*/ 0 w 6558116"/>
              <a:gd name="connsiteY4" fmla="*/ 6276241 h 6276807"/>
              <a:gd name="connsiteX0" fmla="*/ 3043116 w 6835035"/>
              <a:gd name="connsiteY0" fmla="*/ 0 h 6276807"/>
              <a:gd name="connsiteX1" fmla="*/ 6835035 w 6835035"/>
              <a:gd name="connsiteY1" fmla="*/ 0 h 6276807"/>
              <a:gd name="connsiteX2" fmla="*/ 6835035 w 6835035"/>
              <a:gd name="connsiteY2" fmla="*/ 6276807 h 6276807"/>
              <a:gd name="connsiteX3" fmla="*/ 276919 w 6835035"/>
              <a:gd name="connsiteY3" fmla="*/ 6276807 h 6276807"/>
              <a:gd name="connsiteX4" fmla="*/ 0 w 6835035"/>
              <a:gd name="connsiteY4" fmla="*/ 6244460 h 6276807"/>
              <a:gd name="connsiteX5" fmla="*/ 3043116 w 6835035"/>
              <a:gd name="connsiteY5" fmla="*/ 0 h 6276807"/>
              <a:gd name="connsiteX0" fmla="*/ 3077731 w 6869650"/>
              <a:gd name="connsiteY0" fmla="*/ 0 h 6286835"/>
              <a:gd name="connsiteX1" fmla="*/ 6869650 w 6869650"/>
              <a:gd name="connsiteY1" fmla="*/ 0 h 6286835"/>
              <a:gd name="connsiteX2" fmla="*/ 6869650 w 6869650"/>
              <a:gd name="connsiteY2" fmla="*/ 6276807 h 6286835"/>
              <a:gd name="connsiteX3" fmla="*/ 311534 w 6869650"/>
              <a:gd name="connsiteY3" fmla="*/ 6276807 h 6286835"/>
              <a:gd name="connsiteX4" fmla="*/ 0 w 6869650"/>
              <a:gd name="connsiteY4" fmla="*/ 6286835 h 6286835"/>
              <a:gd name="connsiteX5" fmla="*/ 3077731 w 6869650"/>
              <a:gd name="connsiteY5" fmla="*/ 0 h 6286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69650" h="6286835">
                <a:moveTo>
                  <a:pt x="3077731" y="0"/>
                </a:moveTo>
                <a:lnTo>
                  <a:pt x="6869650" y="0"/>
                </a:lnTo>
                <a:lnTo>
                  <a:pt x="6869650" y="6276807"/>
                </a:lnTo>
                <a:lnTo>
                  <a:pt x="311534" y="6276807"/>
                </a:lnTo>
                <a:lnTo>
                  <a:pt x="0" y="6286835"/>
                </a:lnTo>
                <a:cubicBezTo>
                  <a:pt x="922066" y="4194755"/>
                  <a:pt x="2155665" y="2092080"/>
                  <a:pt x="3077731" y="0"/>
                </a:cubicBezTo>
                <a:close/>
              </a:path>
            </a:pathLst>
          </a:custGeom>
          <a:pattFill prst="weave">
            <a:fgClr>
              <a:schemeClr val="bg2"/>
            </a:fgClr>
            <a:bgClr>
              <a:schemeClr val="bg1"/>
            </a:bgClr>
          </a:pattFill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Figtree Medium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2D103-5877-6749-18AE-0555B8B45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688" y="2425490"/>
            <a:ext cx="4602997" cy="33321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Figtree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27B69F9-398F-2D7E-E260-B1CEDB7E7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454130"/>
            <a:ext cx="5257800" cy="228600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9B28ACF-39D2-C671-C9B4-9D48311B4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blue and black logo&#10;&#10;AI-generated content may be incorrect.">
            <a:extLst>
              <a:ext uri="{FF2B5EF4-FFF2-40B4-BE49-F238E27FC236}">
                <a16:creationId xmlns:a16="http://schemas.microsoft.com/office/drawing/2014/main" id="{FB6BC089-6024-60CC-51A6-E270462E81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597" y="6437960"/>
            <a:ext cx="857522" cy="243268"/>
          </a:xfrm>
          <a:prstGeom prst="rect">
            <a:avLst/>
          </a:prstGeom>
        </p:spPr>
      </p:pic>
      <p:sp>
        <p:nvSpPr>
          <p:cNvPr id="5" name="Freeform 4">
            <a:extLst>
              <a:ext uri="{FF2B5EF4-FFF2-40B4-BE49-F238E27FC236}">
                <a16:creationId xmlns:a16="http://schemas.microsoft.com/office/drawing/2014/main" id="{F06610B9-8C48-9789-3124-8DB88AA039B6}"/>
              </a:ext>
            </a:extLst>
          </p:cNvPr>
          <p:cNvSpPr/>
          <p:nvPr userDrawn="1"/>
        </p:nvSpPr>
        <p:spPr>
          <a:xfrm>
            <a:off x="4855811" y="-5"/>
            <a:ext cx="3558800" cy="6868957"/>
          </a:xfrm>
          <a:custGeom>
            <a:avLst/>
            <a:gdLst>
              <a:gd name="connsiteX0" fmla="*/ 0 w 3200400"/>
              <a:gd name="connsiteY0" fmla="*/ 6276813 h 6276813"/>
              <a:gd name="connsiteX1" fmla="*/ 891153 w 3200400"/>
              <a:gd name="connsiteY1" fmla="*/ 6276813 h 6276813"/>
              <a:gd name="connsiteX2" fmla="*/ 3200400 w 3200400"/>
              <a:gd name="connsiteY2" fmla="*/ 0 h 6276813"/>
              <a:gd name="connsiteX3" fmla="*/ 3115159 w 3200400"/>
              <a:gd name="connsiteY3" fmla="*/ 0 h 6276813"/>
              <a:gd name="connsiteX4" fmla="*/ 0 w 3200400"/>
              <a:gd name="connsiteY4" fmla="*/ 6276813 h 6276813"/>
              <a:gd name="connsiteX0" fmla="*/ 0 w 3254644"/>
              <a:gd name="connsiteY0" fmla="*/ 6284563 h 6284563"/>
              <a:gd name="connsiteX1" fmla="*/ 945397 w 3254644"/>
              <a:gd name="connsiteY1" fmla="*/ 6276813 h 6284563"/>
              <a:gd name="connsiteX2" fmla="*/ 3254644 w 3254644"/>
              <a:gd name="connsiteY2" fmla="*/ 0 h 6284563"/>
              <a:gd name="connsiteX3" fmla="*/ 3169403 w 3254644"/>
              <a:gd name="connsiteY3" fmla="*/ 0 h 6284563"/>
              <a:gd name="connsiteX4" fmla="*/ 0 w 3254644"/>
              <a:gd name="connsiteY4" fmla="*/ 6284563 h 6284563"/>
              <a:gd name="connsiteX0" fmla="*/ 0 w 3285640"/>
              <a:gd name="connsiteY0" fmla="*/ 6284563 h 6284563"/>
              <a:gd name="connsiteX1" fmla="*/ 976393 w 3285640"/>
              <a:gd name="connsiteY1" fmla="*/ 6276813 h 6284563"/>
              <a:gd name="connsiteX2" fmla="*/ 3285640 w 3285640"/>
              <a:gd name="connsiteY2" fmla="*/ 0 h 6284563"/>
              <a:gd name="connsiteX3" fmla="*/ 3200399 w 3285640"/>
              <a:gd name="connsiteY3" fmla="*/ 0 h 6284563"/>
              <a:gd name="connsiteX4" fmla="*/ 0 w 3285640"/>
              <a:gd name="connsiteY4" fmla="*/ 6284563 h 6284563"/>
              <a:gd name="connsiteX0" fmla="*/ 0 w 2812941"/>
              <a:gd name="connsiteY0" fmla="*/ 6292312 h 6292312"/>
              <a:gd name="connsiteX1" fmla="*/ 503694 w 2812941"/>
              <a:gd name="connsiteY1" fmla="*/ 6276813 h 6292312"/>
              <a:gd name="connsiteX2" fmla="*/ 2812941 w 2812941"/>
              <a:gd name="connsiteY2" fmla="*/ 0 h 6292312"/>
              <a:gd name="connsiteX3" fmla="*/ 2727700 w 2812941"/>
              <a:gd name="connsiteY3" fmla="*/ 0 h 6292312"/>
              <a:gd name="connsiteX4" fmla="*/ 0 w 2812941"/>
              <a:gd name="connsiteY4" fmla="*/ 6292312 h 6292312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24525 w 2809766"/>
              <a:gd name="connsiteY3" fmla="*/ 0 h 6276813"/>
              <a:gd name="connsiteX4" fmla="*/ 0 w 2809766"/>
              <a:gd name="connsiteY4" fmla="*/ 6276437 h 6276813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68975 w 2809766"/>
              <a:gd name="connsiteY3" fmla="*/ 6350 h 6276813"/>
              <a:gd name="connsiteX4" fmla="*/ 0 w 2809766"/>
              <a:gd name="connsiteY4" fmla="*/ 6276437 h 6276813"/>
              <a:gd name="connsiteX0" fmla="*/ 0 w 3264621"/>
              <a:gd name="connsiteY0" fmla="*/ 6270087 h 6270463"/>
              <a:gd name="connsiteX1" fmla="*/ 500519 w 3264621"/>
              <a:gd name="connsiteY1" fmla="*/ 6270463 h 6270463"/>
              <a:gd name="connsiteX2" fmla="*/ 3264621 w 3264621"/>
              <a:gd name="connsiteY2" fmla="*/ 3028 h 6270463"/>
              <a:gd name="connsiteX3" fmla="*/ 2768975 w 3264621"/>
              <a:gd name="connsiteY3" fmla="*/ 0 h 6270463"/>
              <a:gd name="connsiteX4" fmla="*/ 0 w 3264621"/>
              <a:gd name="connsiteY4" fmla="*/ 6270087 h 6270463"/>
              <a:gd name="connsiteX0" fmla="*/ 0 w 3264621"/>
              <a:gd name="connsiteY0" fmla="*/ 6267059 h 6267435"/>
              <a:gd name="connsiteX1" fmla="*/ 500519 w 3264621"/>
              <a:gd name="connsiteY1" fmla="*/ 6267435 h 6267435"/>
              <a:gd name="connsiteX2" fmla="*/ 3264621 w 3264621"/>
              <a:gd name="connsiteY2" fmla="*/ 0 h 6267435"/>
              <a:gd name="connsiteX3" fmla="*/ 3214452 w 3264621"/>
              <a:gd name="connsiteY3" fmla="*/ 1661 h 6267435"/>
              <a:gd name="connsiteX4" fmla="*/ 0 w 3264621"/>
              <a:gd name="connsiteY4" fmla="*/ 6267059 h 626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4621" h="6267435">
                <a:moveTo>
                  <a:pt x="0" y="6267059"/>
                </a:moveTo>
                <a:lnTo>
                  <a:pt x="500519" y="6267435"/>
                </a:lnTo>
                <a:lnTo>
                  <a:pt x="3264621" y="0"/>
                </a:lnTo>
                <a:lnTo>
                  <a:pt x="3214452" y="1661"/>
                </a:lnTo>
                <a:lnTo>
                  <a:pt x="0" y="6267059"/>
                </a:lnTo>
                <a:close/>
              </a:path>
            </a:pathLst>
          </a:custGeom>
          <a:gradFill>
            <a:gsLst>
              <a:gs pos="52000">
                <a:schemeClr val="accent4"/>
              </a:gs>
              <a:gs pos="90000">
                <a:schemeClr val="accent6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32587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347A47-ADDB-726A-B2AC-AF6601AB38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13820" y="0"/>
            <a:ext cx="6891342" cy="6868957"/>
          </a:xfrm>
          <a:custGeom>
            <a:avLst/>
            <a:gdLst>
              <a:gd name="connsiteX0" fmla="*/ 2766197 w 6558116"/>
              <a:gd name="connsiteY0" fmla="*/ 0 h 6276807"/>
              <a:gd name="connsiteX1" fmla="*/ 6558116 w 6558116"/>
              <a:gd name="connsiteY1" fmla="*/ 0 h 6276807"/>
              <a:gd name="connsiteX2" fmla="*/ 6558116 w 6558116"/>
              <a:gd name="connsiteY2" fmla="*/ 6276807 h 6276807"/>
              <a:gd name="connsiteX3" fmla="*/ 0 w 6558116"/>
              <a:gd name="connsiteY3" fmla="*/ 6276807 h 6276807"/>
              <a:gd name="connsiteX4" fmla="*/ 0 w 6558116"/>
              <a:gd name="connsiteY4" fmla="*/ 6276241 h 6276807"/>
              <a:gd name="connsiteX0" fmla="*/ 3043116 w 6835035"/>
              <a:gd name="connsiteY0" fmla="*/ 0 h 6276807"/>
              <a:gd name="connsiteX1" fmla="*/ 6835035 w 6835035"/>
              <a:gd name="connsiteY1" fmla="*/ 0 h 6276807"/>
              <a:gd name="connsiteX2" fmla="*/ 6835035 w 6835035"/>
              <a:gd name="connsiteY2" fmla="*/ 6276807 h 6276807"/>
              <a:gd name="connsiteX3" fmla="*/ 276919 w 6835035"/>
              <a:gd name="connsiteY3" fmla="*/ 6276807 h 6276807"/>
              <a:gd name="connsiteX4" fmla="*/ 0 w 6835035"/>
              <a:gd name="connsiteY4" fmla="*/ 6244460 h 6276807"/>
              <a:gd name="connsiteX5" fmla="*/ 3043116 w 6835035"/>
              <a:gd name="connsiteY5" fmla="*/ 0 h 6276807"/>
              <a:gd name="connsiteX0" fmla="*/ 3077731 w 6869650"/>
              <a:gd name="connsiteY0" fmla="*/ 0 h 6286835"/>
              <a:gd name="connsiteX1" fmla="*/ 6869650 w 6869650"/>
              <a:gd name="connsiteY1" fmla="*/ 0 h 6286835"/>
              <a:gd name="connsiteX2" fmla="*/ 6869650 w 6869650"/>
              <a:gd name="connsiteY2" fmla="*/ 6276807 h 6286835"/>
              <a:gd name="connsiteX3" fmla="*/ 311534 w 6869650"/>
              <a:gd name="connsiteY3" fmla="*/ 6276807 h 6286835"/>
              <a:gd name="connsiteX4" fmla="*/ 0 w 6869650"/>
              <a:gd name="connsiteY4" fmla="*/ 6286835 h 6286835"/>
              <a:gd name="connsiteX5" fmla="*/ 3077731 w 6869650"/>
              <a:gd name="connsiteY5" fmla="*/ 0 h 6286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69650" h="6286835">
                <a:moveTo>
                  <a:pt x="3077731" y="0"/>
                </a:moveTo>
                <a:lnTo>
                  <a:pt x="6869650" y="0"/>
                </a:lnTo>
                <a:lnTo>
                  <a:pt x="6869650" y="6276807"/>
                </a:lnTo>
                <a:lnTo>
                  <a:pt x="311534" y="6276807"/>
                </a:lnTo>
                <a:lnTo>
                  <a:pt x="0" y="6286835"/>
                </a:lnTo>
                <a:cubicBezTo>
                  <a:pt x="922066" y="4194755"/>
                  <a:pt x="2155665" y="2092080"/>
                  <a:pt x="3077731" y="0"/>
                </a:cubicBezTo>
                <a:close/>
              </a:path>
            </a:pathLst>
          </a:custGeom>
          <a:pattFill prst="weave">
            <a:fgClr>
              <a:schemeClr val="bg2"/>
            </a:fgClr>
            <a:bgClr>
              <a:schemeClr val="bg1"/>
            </a:bgClr>
          </a:pattFill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Figtree Medium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938C98-750F-B989-E8A2-47D33F5F8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688" y="457200"/>
            <a:ext cx="4602998" cy="1600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4000" b="1" i="0">
                <a:solidFill>
                  <a:schemeClr val="accent2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2D103-5877-6749-18AE-0555B8B45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688" y="2425490"/>
            <a:ext cx="4602997" cy="33321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Figtree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27B69F9-398F-2D7E-E260-B1CEDB7E7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454130"/>
            <a:ext cx="5257800" cy="228600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9B28ACF-39D2-C671-C9B4-9D48311B4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blue and black logo&#10;&#10;AI-generated content may be incorrect.">
            <a:extLst>
              <a:ext uri="{FF2B5EF4-FFF2-40B4-BE49-F238E27FC236}">
                <a16:creationId xmlns:a16="http://schemas.microsoft.com/office/drawing/2014/main" id="{FB6BC089-6024-60CC-51A6-E270462E81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597" y="6437960"/>
            <a:ext cx="857522" cy="243268"/>
          </a:xfrm>
          <a:prstGeom prst="rect">
            <a:avLst/>
          </a:prstGeom>
        </p:spPr>
      </p:pic>
      <p:sp>
        <p:nvSpPr>
          <p:cNvPr id="3" name="Freeform 2">
            <a:extLst>
              <a:ext uri="{FF2B5EF4-FFF2-40B4-BE49-F238E27FC236}">
                <a16:creationId xmlns:a16="http://schemas.microsoft.com/office/drawing/2014/main" id="{CB73E4F5-5916-13A5-64C5-8C77558117BD}"/>
              </a:ext>
            </a:extLst>
          </p:cNvPr>
          <p:cNvSpPr/>
          <p:nvPr userDrawn="1"/>
        </p:nvSpPr>
        <p:spPr>
          <a:xfrm>
            <a:off x="4809511" y="-5"/>
            <a:ext cx="3605100" cy="6868957"/>
          </a:xfrm>
          <a:custGeom>
            <a:avLst/>
            <a:gdLst>
              <a:gd name="connsiteX0" fmla="*/ 0 w 3200400"/>
              <a:gd name="connsiteY0" fmla="*/ 6276813 h 6276813"/>
              <a:gd name="connsiteX1" fmla="*/ 891153 w 3200400"/>
              <a:gd name="connsiteY1" fmla="*/ 6276813 h 6276813"/>
              <a:gd name="connsiteX2" fmla="*/ 3200400 w 3200400"/>
              <a:gd name="connsiteY2" fmla="*/ 0 h 6276813"/>
              <a:gd name="connsiteX3" fmla="*/ 3115159 w 3200400"/>
              <a:gd name="connsiteY3" fmla="*/ 0 h 6276813"/>
              <a:gd name="connsiteX4" fmla="*/ 0 w 3200400"/>
              <a:gd name="connsiteY4" fmla="*/ 6276813 h 6276813"/>
              <a:gd name="connsiteX0" fmla="*/ 0 w 3254644"/>
              <a:gd name="connsiteY0" fmla="*/ 6284563 h 6284563"/>
              <a:gd name="connsiteX1" fmla="*/ 945397 w 3254644"/>
              <a:gd name="connsiteY1" fmla="*/ 6276813 h 6284563"/>
              <a:gd name="connsiteX2" fmla="*/ 3254644 w 3254644"/>
              <a:gd name="connsiteY2" fmla="*/ 0 h 6284563"/>
              <a:gd name="connsiteX3" fmla="*/ 3169403 w 3254644"/>
              <a:gd name="connsiteY3" fmla="*/ 0 h 6284563"/>
              <a:gd name="connsiteX4" fmla="*/ 0 w 3254644"/>
              <a:gd name="connsiteY4" fmla="*/ 6284563 h 6284563"/>
              <a:gd name="connsiteX0" fmla="*/ 0 w 3285640"/>
              <a:gd name="connsiteY0" fmla="*/ 6284563 h 6284563"/>
              <a:gd name="connsiteX1" fmla="*/ 976393 w 3285640"/>
              <a:gd name="connsiteY1" fmla="*/ 6276813 h 6284563"/>
              <a:gd name="connsiteX2" fmla="*/ 3285640 w 3285640"/>
              <a:gd name="connsiteY2" fmla="*/ 0 h 6284563"/>
              <a:gd name="connsiteX3" fmla="*/ 3200399 w 3285640"/>
              <a:gd name="connsiteY3" fmla="*/ 0 h 6284563"/>
              <a:gd name="connsiteX4" fmla="*/ 0 w 3285640"/>
              <a:gd name="connsiteY4" fmla="*/ 6284563 h 6284563"/>
              <a:gd name="connsiteX0" fmla="*/ 0 w 2812941"/>
              <a:gd name="connsiteY0" fmla="*/ 6292312 h 6292312"/>
              <a:gd name="connsiteX1" fmla="*/ 503694 w 2812941"/>
              <a:gd name="connsiteY1" fmla="*/ 6276813 h 6292312"/>
              <a:gd name="connsiteX2" fmla="*/ 2812941 w 2812941"/>
              <a:gd name="connsiteY2" fmla="*/ 0 h 6292312"/>
              <a:gd name="connsiteX3" fmla="*/ 2727700 w 2812941"/>
              <a:gd name="connsiteY3" fmla="*/ 0 h 6292312"/>
              <a:gd name="connsiteX4" fmla="*/ 0 w 2812941"/>
              <a:gd name="connsiteY4" fmla="*/ 6292312 h 6292312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24525 w 2809766"/>
              <a:gd name="connsiteY3" fmla="*/ 0 h 6276813"/>
              <a:gd name="connsiteX4" fmla="*/ 0 w 2809766"/>
              <a:gd name="connsiteY4" fmla="*/ 6276437 h 6276813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68975 w 2809766"/>
              <a:gd name="connsiteY3" fmla="*/ 6350 h 6276813"/>
              <a:gd name="connsiteX4" fmla="*/ 0 w 2809766"/>
              <a:gd name="connsiteY4" fmla="*/ 6276437 h 6276813"/>
              <a:gd name="connsiteX0" fmla="*/ 0 w 3264621"/>
              <a:gd name="connsiteY0" fmla="*/ 6270087 h 6270463"/>
              <a:gd name="connsiteX1" fmla="*/ 500519 w 3264621"/>
              <a:gd name="connsiteY1" fmla="*/ 6270463 h 6270463"/>
              <a:gd name="connsiteX2" fmla="*/ 3264621 w 3264621"/>
              <a:gd name="connsiteY2" fmla="*/ 3028 h 6270463"/>
              <a:gd name="connsiteX3" fmla="*/ 2768975 w 3264621"/>
              <a:gd name="connsiteY3" fmla="*/ 0 h 6270463"/>
              <a:gd name="connsiteX4" fmla="*/ 0 w 3264621"/>
              <a:gd name="connsiteY4" fmla="*/ 6270087 h 6270463"/>
              <a:gd name="connsiteX0" fmla="*/ 0 w 3264621"/>
              <a:gd name="connsiteY0" fmla="*/ 6267059 h 6267435"/>
              <a:gd name="connsiteX1" fmla="*/ 500519 w 3264621"/>
              <a:gd name="connsiteY1" fmla="*/ 6267435 h 6267435"/>
              <a:gd name="connsiteX2" fmla="*/ 3264621 w 3264621"/>
              <a:gd name="connsiteY2" fmla="*/ 0 h 6267435"/>
              <a:gd name="connsiteX3" fmla="*/ 3214452 w 3264621"/>
              <a:gd name="connsiteY3" fmla="*/ 1661 h 6267435"/>
              <a:gd name="connsiteX4" fmla="*/ 0 w 3264621"/>
              <a:gd name="connsiteY4" fmla="*/ 6267059 h 626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4621" h="6267435">
                <a:moveTo>
                  <a:pt x="0" y="6267059"/>
                </a:moveTo>
                <a:lnTo>
                  <a:pt x="500519" y="6267435"/>
                </a:lnTo>
                <a:lnTo>
                  <a:pt x="3264621" y="0"/>
                </a:lnTo>
                <a:lnTo>
                  <a:pt x="3214452" y="1661"/>
                </a:lnTo>
                <a:lnTo>
                  <a:pt x="0" y="6267059"/>
                </a:lnTo>
                <a:close/>
              </a:path>
            </a:pathLst>
          </a:custGeom>
          <a:gradFill>
            <a:gsLst>
              <a:gs pos="44000">
                <a:schemeClr val="accent5"/>
              </a:gs>
              <a:gs pos="81000">
                <a:schemeClr val="accent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81005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38C98-750F-B989-E8A2-47D33F5F8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688" y="457200"/>
            <a:ext cx="4602998" cy="1600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4000" b="1" i="0">
                <a:solidFill>
                  <a:schemeClr val="accent2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347A47-ADDB-726A-B2AC-AF6601AB38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00658" y="1"/>
            <a:ext cx="6891342" cy="6868952"/>
          </a:xfrm>
          <a:custGeom>
            <a:avLst/>
            <a:gdLst>
              <a:gd name="connsiteX0" fmla="*/ 2766197 w 6558116"/>
              <a:gd name="connsiteY0" fmla="*/ 0 h 6276807"/>
              <a:gd name="connsiteX1" fmla="*/ 6558116 w 6558116"/>
              <a:gd name="connsiteY1" fmla="*/ 0 h 6276807"/>
              <a:gd name="connsiteX2" fmla="*/ 6558116 w 6558116"/>
              <a:gd name="connsiteY2" fmla="*/ 6276807 h 6276807"/>
              <a:gd name="connsiteX3" fmla="*/ 0 w 6558116"/>
              <a:gd name="connsiteY3" fmla="*/ 6276807 h 6276807"/>
              <a:gd name="connsiteX4" fmla="*/ 0 w 6558116"/>
              <a:gd name="connsiteY4" fmla="*/ 6276241 h 6276807"/>
              <a:gd name="connsiteX0" fmla="*/ 3043116 w 6835035"/>
              <a:gd name="connsiteY0" fmla="*/ 0 h 6276807"/>
              <a:gd name="connsiteX1" fmla="*/ 6835035 w 6835035"/>
              <a:gd name="connsiteY1" fmla="*/ 0 h 6276807"/>
              <a:gd name="connsiteX2" fmla="*/ 6835035 w 6835035"/>
              <a:gd name="connsiteY2" fmla="*/ 6276807 h 6276807"/>
              <a:gd name="connsiteX3" fmla="*/ 276919 w 6835035"/>
              <a:gd name="connsiteY3" fmla="*/ 6276807 h 6276807"/>
              <a:gd name="connsiteX4" fmla="*/ 0 w 6835035"/>
              <a:gd name="connsiteY4" fmla="*/ 6244460 h 6276807"/>
              <a:gd name="connsiteX5" fmla="*/ 3043116 w 6835035"/>
              <a:gd name="connsiteY5" fmla="*/ 0 h 6276807"/>
              <a:gd name="connsiteX0" fmla="*/ 3077731 w 6869650"/>
              <a:gd name="connsiteY0" fmla="*/ 0 h 6286835"/>
              <a:gd name="connsiteX1" fmla="*/ 6869650 w 6869650"/>
              <a:gd name="connsiteY1" fmla="*/ 0 h 6286835"/>
              <a:gd name="connsiteX2" fmla="*/ 6869650 w 6869650"/>
              <a:gd name="connsiteY2" fmla="*/ 6276807 h 6286835"/>
              <a:gd name="connsiteX3" fmla="*/ 311534 w 6869650"/>
              <a:gd name="connsiteY3" fmla="*/ 6276807 h 6286835"/>
              <a:gd name="connsiteX4" fmla="*/ 0 w 6869650"/>
              <a:gd name="connsiteY4" fmla="*/ 6286835 h 6286835"/>
              <a:gd name="connsiteX5" fmla="*/ 3077731 w 6869650"/>
              <a:gd name="connsiteY5" fmla="*/ 0 h 6286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69650" h="6286835">
                <a:moveTo>
                  <a:pt x="3077731" y="0"/>
                </a:moveTo>
                <a:lnTo>
                  <a:pt x="6869650" y="0"/>
                </a:lnTo>
                <a:lnTo>
                  <a:pt x="6869650" y="6276807"/>
                </a:lnTo>
                <a:lnTo>
                  <a:pt x="311534" y="6276807"/>
                </a:lnTo>
                <a:lnTo>
                  <a:pt x="0" y="6286835"/>
                </a:lnTo>
                <a:cubicBezTo>
                  <a:pt x="922066" y="4194755"/>
                  <a:pt x="2155665" y="2092080"/>
                  <a:pt x="3077731" y="0"/>
                </a:cubicBezTo>
                <a:close/>
              </a:path>
            </a:pathLst>
          </a:custGeom>
          <a:pattFill prst="weave">
            <a:fgClr>
              <a:schemeClr val="bg2"/>
            </a:fgClr>
            <a:bgClr>
              <a:schemeClr val="bg1"/>
            </a:bgClr>
          </a:pattFill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Figtree Medium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2D103-5877-6749-18AE-0555B8B45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688" y="2425490"/>
            <a:ext cx="4602997" cy="33321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Figtree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27B69F9-398F-2D7E-E260-B1CEDB7E7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454130"/>
            <a:ext cx="5257800" cy="228600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9B28ACF-39D2-C671-C9B4-9D48311B4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blue and black logo&#10;&#10;AI-generated content may be incorrect.">
            <a:extLst>
              <a:ext uri="{FF2B5EF4-FFF2-40B4-BE49-F238E27FC236}">
                <a16:creationId xmlns:a16="http://schemas.microsoft.com/office/drawing/2014/main" id="{FB6BC089-6024-60CC-51A6-E270462E81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597" y="6437960"/>
            <a:ext cx="857522" cy="243268"/>
          </a:xfrm>
          <a:prstGeom prst="rect">
            <a:avLst/>
          </a:prstGeom>
        </p:spPr>
      </p:pic>
      <p:sp>
        <p:nvSpPr>
          <p:cNvPr id="5" name="Freeform 4">
            <a:extLst>
              <a:ext uri="{FF2B5EF4-FFF2-40B4-BE49-F238E27FC236}">
                <a16:creationId xmlns:a16="http://schemas.microsoft.com/office/drawing/2014/main" id="{CFD3A720-686E-513F-0664-2531C8B0201E}"/>
              </a:ext>
            </a:extLst>
          </p:cNvPr>
          <p:cNvSpPr/>
          <p:nvPr userDrawn="1"/>
        </p:nvSpPr>
        <p:spPr>
          <a:xfrm>
            <a:off x="4809511" y="-5"/>
            <a:ext cx="3605100" cy="6868957"/>
          </a:xfrm>
          <a:custGeom>
            <a:avLst/>
            <a:gdLst>
              <a:gd name="connsiteX0" fmla="*/ 0 w 3200400"/>
              <a:gd name="connsiteY0" fmla="*/ 6276813 h 6276813"/>
              <a:gd name="connsiteX1" fmla="*/ 891153 w 3200400"/>
              <a:gd name="connsiteY1" fmla="*/ 6276813 h 6276813"/>
              <a:gd name="connsiteX2" fmla="*/ 3200400 w 3200400"/>
              <a:gd name="connsiteY2" fmla="*/ 0 h 6276813"/>
              <a:gd name="connsiteX3" fmla="*/ 3115159 w 3200400"/>
              <a:gd name="connsiteY3" fmla="*/ 0 h 6276813"/>
              <a:gd name="connsiteX4" fmla="*/ 0 w 3200400"/>
              <a:gd name="connsiteY4" fmla="*/ 6276813 h 6276813"/>
              <a:gd name="connsiteX0" fmla="*/ 0 w 3254644"/>
              <a:gd name="connsiteY0" fmla="*/ 6284563 h 6284563"/>
              <a:gd name="connsiteX1" fmla="*/ 945397 w 3254644"/>
              <a:gd name="connsiteY1" fmla="*/ 6276813 h 6284563"/>
              <a:gd name="connsiteX2" fmla="*/ 3254644 w 3254644"/>
              <a:gd name="connsiteY2" fmla="*/ 0 h 6284563"/>
              <a:gd name="connsiteX3" fmla="*/ 3169403 w 3254644"/>
              <a:gd name="connsiteY3" fmla="*/ 0 h 6284563"/>
              <a:gd name="connsiteX4" fmla="*/ 0 w 3254644"/>
              <a:gd name="connsiteY4" fmla="*/ 6284563 h 6284563"/>
              <a:gd name="connsiteX0" fmla="*/ 0 w 3285640"/>
              <a:gd name="connsiteY0" fmla="*/ 6284563 h 6284563"/>
              <a:gd name="connsiteX1" fmla="*/ 976393 w 3285640"/>
              <a:gd name="connsiteY1" fmla="*/ 6276813 h 6284563"/>
              <a:gd name="connsiteX2" fmla="*/ 3285640 w 3285640"/>
              <a:gd name="connsiteY2" fmla="*/ 0 h 6284563"/>
              <a:gd name="connsiteX3" fmla="*/ 3200399 w 3285640"/>
              <a:gd name="connsiteY3" fmla="*/ 0 h 6284563"/>
              <a:gd name="connsiteX4" fmla="*/ 0 w 3285640"/>
              <a:gd name="connsiteY4" fmla="*/ 6284563 h 6284563"/>
              <a:gd name="connsiteX0" fmla="*/ 0 w 2812941"/>
              <a:gd name="connsiteY0" fmla="*/ 6292312 h 6292312"/>
              <a:gd name="connsiteX1" fmla="*/ 503694 w 2812941"/>
              <a:gd name="connsiteY1" fmla="*/ 6276813 h 6292312"/>
              <a:gd name="connsiteX2" fmla="*/ 2812941 w 2812941"/>
              <a:gd name="connsiteY2" fmla="*/ 0 h 6292312"/>
              <a:gd name="connsiteX3" fmla="*/ 2727700 w 2812941"/>
              <a:gd name="connsiteY3" fmla="*/ 0 h 6292312"/>
              <a:gd name="connsiteX4" fmla="*/ 0 w 2812941"/>
              <a:gd name="connsiteY4" fmla="*/ 6292312 h 6292312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24525 w 2809766"/>
              <a:gd name="connsiteY3" fmla="*/ 0 h 6276813"/>
              <a:gd name="connsiteX4" fmla="*/ 0 w 2809766"/>
              <a:gd name="connsiteY4" fmla="*/ 6276437 h 6276813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68975 w 2809766"/>
              <a:gd name="connsiteY3" fmla="*/ 6350 h 6276813"/>
              <a:gd name="connsiteX4" fmla="*/ 0 w 2809766"/>
              <a:gd name="connsiteY4" fmla="*/ 6276437 h 6276813"/>
              <a:gd name="connsiteX0" fmla="*/ 0 w 3264621"/>
              <a:gd name="connsiteY0" fmla="*/ 6270087 h 6270463"/>
              <a:gd name="connsiteX1" fmla="*/ 500519 w 3264621"/>
              <a:gd name="connsiteY1" fmla="*/ 6270463 h 6270463"/>
              <a:gd name="connsiteX2" fmla="*/ 3264621 w 3264621"/>
              <a:gd name="connsiteY2" fmla="*/ 3028 h 6270463"/>
              <a:gd name="connsiteX3" fmla="*/ 2768975 w 3264621"/>
              <a:gd name="connsiteY3" fmla="*/ 0 h 6270463"/>
              <a:gd name="connsiteX4" fmla="*/ 0 w 3264621"/>
              <a:gd name="connsiteY4" fmla="*/ 6270087 h 6270463"/>
              <a:gd name="connsiteX0" fmla="*/ 0 w 3264621"/>
              <a:gd name="connsiteY0" fmla="*/ 6267059 h 6267435"/>
              <a:gd name="connsiteX1" fmla="*/ 500519 w 3264621"/>
              <a:gd name="connsiteY1" fmla="*/ 6267435 h 6267435"/>
              <a:gd name="connsiteX2" fmla="*/ 3264621 w 3264621"/>
              <a:gd name="connsiteY2" fmla="*/ 0 h 6267435"/>
              <a:gd name="connsiteX3" fmla="*/ 3214452 w 3264621"/>
              <a:gd name="connsiteY3" fmla="*/ 1661 h 6267435"/>
              <a:gd name="connsiteX4" fmla="*/ 0 w 3264621"/>
              <a:gd name="connsiteY4" fmla="*/ 6267059 h 626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4621" h="6267435">
                <a:moveTo>
                  <a:pt x="0" y="6267059"/>
                </a:moveTo>
                <a:lnTo>
                  <a:pt x="500519" y="6267435"/>
                </a:lnTo>
                <a:lnTo>
                  <a:pt x="3264621" y="0"/>
                </a:lnTo>
                <a:lnTo>
                  <a:pt x="3214452" y="1661"/>
                </a:lnTo>
                <a:lnTo>
                  <a:pt x="0" y="6267059"/>
                </a:lnTo>
                <a:close/>
              </a:path>
            </a:pathLst>
          </a:custGeom>
          <a:gradFill>
            <a:gsLst>
              <a:gs pos="49000">
                <a:schemeClr val="accent6"/>
              </a:gs>
              <a:gs pos="87000">
                <a:schemeClr val="accent3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29639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6E160181-F020-3F03-9EDF-F40CFE13B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454130"/>
            <a:ext cx="5257800" cy="228600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8CCF58C-6D75-29B7-7B8C-B77608243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A1374A-4FD1-F1A4-3B49-EFD13560F1C3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A blue and black logo&#10;&#10;AI-generated content may be incorrect.">
            <a:extLst>
              <a:ext uri="{FF2B5EF4-FFF2-40B4-BE49-F238E27FC236}">
                <a16:creationId xmlns:a16="http://schemas.microsoft.com/office/drawing/2014/main" id="{2FEB4F50-7FD4-5B00-02DD-264E75D45C3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597" y="6437960"/>
            <a:ext cx="857522" cy="243268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728F9DD8-18B8-E17F-4A81-93C4DD686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597" y="365125"/>
            <a:ext cx="11491993" cy="1207953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>
              <a:lnSpc>
                <a:spcPct val="80000"/>
              </a:lnSpc>
              <a:defRPr b="1" i="0">
                <a:solidFill>
                  <a:schemeClr val="accent2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3838088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6E160181-F020-3F03-9EDF-F40CFE13B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454130"/>
            <a:ext cx="5257800" cy="228600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8CCF58C-6D75-29B7-7B8C-B77608243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A1374A-4FD1-F1A4-3B49-EFD13560F1C3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A blue and black logo&#10;&#10;AI-generated content may be incorrect.">
            <a:extLst>
              <a:ext uri="{FF2B5EF4-FFF2-40B4-BE49-F238E27FC236}">
                <a16:creationId xmlns:a16="http://schemas.microsoft.com/office/drawing/2014/main" id="{2FEB4F50-7FD4-5B00-02DD-264E75D45C3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597" y="6437960"/>
            <a:ext cx="857522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69414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584199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bg>
      <p:bgPr>
        <a:gradFill>
          <a:gsLst>
            <a:gs pos="0">
              <a:schemeClr val="accent2"/>
            </a:gs>
            <a:gs pos="54000">
              <a:schemeClr val="tx2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8C7F35EF-1610-E5B0-B764-FC143C8BAA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97660" y="1509339"/>
            <a:ext cx="6294340" cy="53486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D8A0025-EFEF-20BF-C80C-85AC36F306C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7607" y="637104"/>
            <a:ext cx="1771864" cy="11158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F48F0EC-82D2-3C68-E213-5327A1828CFA}"/>
              </a:ext>
            </a:extLst>
          </p:cNvPr>
          <p:cNvSpPr txBox="1"/>
          <p:nvPr userDrawn="1"/>
        </p:nvSpPr>
        <p:spPr>
          <a:xfrm>
            <a:off x="831850" y="6492875"/>
            <a:ext cx="461665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000" b="1" i="0">
                <a:solidFill>
                  <a:schemeClr val="bg1"/>
                </a:solidFill>
                <a:latin typeface="Figtree SemiBold" pitchFamily="2" charset="0"/>
              </a:rPr>
              <a:t>aiaa.org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674F01-5FF3-D372-A30F-3AA70A84088C}"/>
              </a:ext>
            </a:extLst>
          </p:cNvPr>
          <p:cNvSpPr txBox="1"/>
          <p:nvPr userDrawn="1"/>
        </p:nvSpPr>
        <p:spPr>
          <a:xfrm>
            <a:off x="777607" y="4118432"/>
            <a:ext cx="4456348" cy="110799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7200" b="1" i="0">
                <a:solidFill>
                  <a:schemeClr val="bg1"/>
                </a:solidFill>
                <a:latin typeface="Figtree" pitchFamily="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7340467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0F519-F2B5-4E45-A1A1-E43ECAE684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183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4F817C-F18D-4A52-B4E5-E6E8B8D2D7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568"/>
            <a:ext cx="9144000" cy="165523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A43739-3A3B-420F-B1AD-12CED5EEB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C4B1BC-C8DC-4667-80C6-209529151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623877-330D-4B05-8AFE-D1F394EC8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586D440-F702-449A-AAC2-9ACFF17038B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8799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bg>
      <p:bgPr>
        <a:gradFill>
          <a:gsLst>
            <a:gs pos="0">
              <a:schemeClr val="accent2"/>
            </a:gs>
            <a:gs pos="60000">
              <a:schemeClr val="tx2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8C7F35EF-1610-E5B0-B764-FC143C8BAA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97661" y="1509339"/>
            <a:ext cx="6294340" cy="534866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BA0A17DC-774F-3210-530A-47E7C3473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2355743"/>
            <a:ext cx="8017683" cy="2445200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80000"/>
              </a:lnSpc>
              <a:defRPr sz="6000" b="1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BBBDC11-29FC-667E-0F89-DBB03CF052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49" y="5017003"/>
            <a:ext cx="8017683" cy="49766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Figtree Light" pitchFamily="2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" descr="A white letters on a black background&#10;&#10;AI-generated content may be incorrect.">
            <a:extLst>
              <a:ext uri="{FF2B5EF4-FFF2-40B4-BE49-F238E27FC236}">
                <a16:creationId xmlns:a16="http://schemas.microsoft.com/office/drawing/2014/main" id="{31241472-1619-5F10-102F-682E29E56B4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1851" y="705080"/>
            <a:ext cx="3398627" cy="944553"/>
          </a:xfrm>
          <a:prstGeom prst="rect">
            <a:avLst/>
          </a:prstGeom>
        </p:spPr>
      </p:pic>
      <p:pic>
        <p:nvPicPr>
          <p:cNvPr id="4" name="Picture 3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A99F799A-08AA-7FCE-CB4F-6222F344339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97661" y="1509339"/>
            <a:ext cx="6294340" cy="5348660"/>
          </a:xfrm>
          <a:prstGeom prst="rect">
            <a:avLst/>
          </a:prstGeom>
        </p:spPr>
      </p:pic>
      <p:pic>
        <p:nvPicPr>
          <p:cNvPr id="5" name="Picture 4" descr="A white letters on a black background&#10;&#10;AI-generated content may be incorrect.">
            <a:extLst>
              <a:ext uri="{FF2B5EF4-FFF2-40B4-BE49-F238E27FC236}">
                <a16:creationId xmlns:a16="http://schemas.microsoft.com/office/drawing/2014/main" id="{CA0325AF-D2D0-C6FD-DEC0-028611C03D9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1851" y="705080"/>
            <a:ext cx="3398627" cy="944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21137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ivider (Navy)">
    <p:bg>
      <p:bgPr>
        <a:gradFill>
          <a:gsLst>
            <a:gs pos="0">
              <a:schemeClr val="accent2"/>
            </a:gs>
            <a:gs pos="60000">
              <a:schemeClr val="tx2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0E47ED36-DE2D-02CA-3151-94658797C72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97661" y="1509339"/>
            <a:ext cx="6294340" cy="53486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4286E4-0185-F5C7-1A34-42944A5E9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446126"/>
            <a:ext cx="10515600" cy="2852737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90000"/>
              </a:lnSpc>
              <a:defRPr sz="6000"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F87F5B-E6CA-3D49-EEDE-A4FC382F34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463371"/>
            <a:ext cx="10515600" cy="7775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Figtree" pitchFamily="2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E0A20CF-1575-8C64-8E6F-319EBEB89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70011EF-BAE9-8319-9C4B-A0136ED34F1F}"/>
              </a:ext>
            </a:extLst>
          </p:cNvPr>
          <p:cNvCxnSpPr>
            <a:cxnSpLocks/>
          </p:cNvCxnSpPr>
          <p:nvPr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FED0390E-9CED-12AA-C621-F40B86459E8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  <p:pic>
        <p:nvPicPr>
          <p:cNvPr id="4" name="Picture 3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798F9058-C159-D5BD-AC5D-4ADAACCFE2A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97661" y="1509339"/>
            <a:ext cx="6294340" cy="534866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9670D17-24E2-4E0A-5375-6C3DFC6018C2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02DA3430-7087-80A4-076B-0A9E6C2DD9A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33274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ivider (Blue)">
    <p:bg>
      <p:bgPr>
        <a:gradFill>
          <a:gsLst>
            <a:gs pos="0">
              <a:schemeClr val="tx2"/>
            </a:gs>
            <a:gs pos="52000">
              <a:schemeClr val="accent2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73C2AF56-22FA-B24C-961E-DCF6032B059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97661" y="1509339"/>
            <a:ext cx="6294340" cy="53486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4286E4-0185-F5C7-1A34-42944A5E9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446126"/>
            <a:ext cx="10515600" cy="2852737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90000"/>
              </a:lnSpc>
              <a:defRPr sz="6000"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F87F5B-E6CA-3D49-EEDE-A4FC382F34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463371"/>
            <a:ext cx="10515600" cy="7775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Figtree" pitchFamily="2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E0A20CF-1575-8C64-8E6F-319EBEB89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70011EF-BAE9-8319-9C4B-A0136ED34F1F}"/>
              </a:ext>
            </a:extLst>
          </p:cNvPr>
          <p:cNvCxnSpPr>
            <a:cxnSpLocks/>
          </p:cNvCxnSpPr>
          <p:nvPr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FED0390E-9CED-12AA-C621-F40B86459E8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  <p:pic>
        <p:nvPicPr>
          <p:cNvPr id="4" name="Picture 3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D238ABAD-3898-50B6-C64A-13984887686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97661" y="1509339"/>
            <a:ext cx="6294340" cy="5348660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BAABFB3-7386-3E9C-18B2-C43C4987A041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F06E7771-8361-C51E-BC0F-20E2A211AF9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77237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ivider (Plum)">
    <p:bg>
      <p:bgPr>
        <a:gradFill>
          <a:gsLst>
            <a:gs pos="0">
              <a:schemeClr val="accent2"/>
            </a:gs>
            <a:gs pos="60000">
              <a:schemeClr val="accent3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D2903859-44FB-9388-776B-28F8C4D4252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97661" y="1509339"/>
            <a:ext cx="6294340" cy="53486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4286E4-0185-F5C7-1A34-42944A5E9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446126"/>
            <a:ext cx="10515600" cy="2852737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90000"/>
              </a:lnSpc>
              <a:defRPr sz="6000"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F87F5B-E6CA-3D49-EEDE-A4FC382F34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463371"/>
            <a:ext cx="10515600" cy="7775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Figtree" pitchFamily="2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E0A20CF-1575-8C64-8E6F-319EBEB89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70011EF-BAE9-8319-9C4B-A0136ED34F1F}"/>
              </a:ext>
            </a:extLst>
          </p:cNvPr>
          <p:cNvCxnSpPr>
            <a:cxnSpLocks/>
          </p:cNvCxnSpPr>
          <p:nvPr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FED0390E-9CED-12AA-C621-F40B86459E8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  <p:pic>
        <p:nvPicPr>
          <p:cNvPr id="4" name="Picture 3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4B8321AA-424B-160D-9AF6-53A8E8E0084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97661" y="1509339"/>
            <a:ext cx="6294340" cy="5348660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C9A1D33-F8AF-E211-4741-0F0429D8890D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EBF2A3A8-DB6C-5A71-82A4-3F158D8618F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33442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ivider (Gold)">
    <p:bg>
      <p:bgPr>
        <a:gradFill>
          <a:gsLst>
            <a:gs pos="0">
              <a:schemeClr val="accent6"/>
            </a:gs>
            <a:gs pos="54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D7892FEC-EC22-36F7-8617-D9A11538518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97661" y="1509339"/>
            <a:ext cx="6294340" cy="53486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4286E4-0185-F5C7-1A34-42944A5E9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446126"/>
            <a:ext cx="10515600" cy="2852737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90000"/>
              </a:lnSpc>
              <a:defRPr sz="6000" b="1" i="0">
                <a:solidFill>
                  <a:schemeClr val="tx2">
                    <a:lumMod val="50000"/>
                  </a:schemeClr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F87F5B-E6CA-3D49-EEDE-A4FC382F34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463371"/>
            <a:ext cx="10515600" cy="7775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0" i="0">
                <a:solidFill>
                  <a:schemeClr val="tx2">
                    <a:lumMod val="50000"/>
                  </a:schemeClr>
                </a:solidFill>
                <a:latin typeface="Figtree" pitchFamily="2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E0A20CF-1575-8C64-8E6F-319EBEB89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70011EF-BAE9-8319-9C4B-A0136ED34F1F}"/>
              </a:ext>
            </a:extLst>
          </p:cNvPr>
          <p:cNvCxnSpPr>
            <a:cxnSpLocks/>
          </p:cNvCxnSpPr>
          <p:nvPr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FED0390E-9CED-12AA-C621-F40B86459E8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  <p:pic>
        <p:nvPicPr>
          <p:cNvPr id="4" name="Picture 3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90C792A5-FBAF-1440-F376-0051AFB2B70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97661" y="1509339"/>
            <a:ext cx="6294340" cy="5348660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DB5A154-A6D7-1924-655B-3E1E2287019A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D5872519-4A14-0A0A-6063-14178EF1A5D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31149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ivider (Green)">
    <p:bg>
      <p:bgPr>
        <a:gradFill>
          <a:gsLst>
            <a:gs pos="0">
              <a:schemeClr val="accent2"/>
            </a:gs>
            <a:gs pos="54000">
              <a:schemeClr val="accent5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F8558375-69BD-2093-A170-A82E307F81A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97661" y="1509339"/>
            <a:ext cx="6294340" cy="53486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4286E4-0185-F5C7-1A34-42944A5E9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446126"/>
            <a:ext cx="10515600" cy="2852737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90000"/>
              </a:lnSpc>
              <a:defRPr sz="6000"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F87F5B-E6CA-3D49-EEDE-A4FC382F34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463371"/>
            <a:ext cx="10515600" cy="7775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Figtree" pitchFamily="2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E0A20CF-1575-8C64-8E6F-319EBEB89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70011EF-BAE9-8319-9C4B-A0136ED34F1F}"/>
              </a:ext>
            </a:extLst>
          </p:cNvPr>
          <p:cNvCxnSpPr>
            <a:cxnSpLocks/>
          </p:cNvCxnSpPr>
          <p:nvPr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FED0390E-9CED-12AA-C621-F40B86459E8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  <p:pic>
        <p:nvPicPr>
          <p:cNvPr id="4" name="Picture 3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6F77077F-418C-C008-ED0E-BE3C190299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97661" y="1509339"/>
            <a:ext cx="6294340" cy="5348660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4E082F3-39F2-2D92-28C2-EC78C81699DD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589DF846-716E-AE82-3F21-0B724BAF3DF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05946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ivider (Orange)">
    <p:bg>
      <p:bgPr>
        <a:gradFill>
          <a:gsLst>
            <a:gs pos="0">
              <a:schemeClr val="accent3"/>
            </a:gs>
            <a:gs pos="54000">
              <a:schemeClr val="accent6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04F190B7-3ED6-8872-7F8C-4E5A01527E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97661" y="1509339"/>
            <a:ext cx="6294340" cy="53486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4286E4-0185-F5C7-1A34-42944A5E9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446126"/>
            <a:ext cx="10515600" cy="2852737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90000"/>
              </a:lnSpc>
              <a:defRPr sz="6000"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F87F5B-E6CA-3D49-EEDE-A4FC382F34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463371"/>
            <a:ext cx="10515600" cy="7775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Figtree" pitchFamily="2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E0A20CF-1575-8C64-8E6F-319EBEB89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70011EF-BAE9-8319-9C4B-A0136ED34F1F}"/>
              </a:ext>
            </a:extLst>
          </p:cNvPr>
          <p:cNvCxnSpPr>
            <a:cxnSpLocks/>
          </p:cNvCxnSpPr>
          <p:nvPr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FED0390E-9CED-12AA-C621-F40B86459E8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  <p:pic>
        <p:nvPicPr>
          <p:cNvPr id="4" name="Picture 3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91665A1C-71A1-3EE7-F50E-A08FA0F7B15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97661" y="1509339"/>
            <a:ext cx="6294340" cy="5348660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1BF1A6F-7D42-FA3B-BD5A-3493043F594B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3E95DF0C-D270-BEA7-10B0-E6E753EE4E2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12525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Content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6009C2D0-8476-5C7C-3698-64F13A93B82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97661" y="1509339"/>
            <a:ext cx="6294340" cy="53486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BD38FA1-D8E9-0B4D-6720-EFD5DD0BA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9" y="447042"/>
            <a:ext cx="11491993" cy="1169207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>
              <a:lnSpc>
                <a:spcPct val="80000"/>
              </a:lnSpc>
              <a:defRPr sz="4000"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3389C-B1D7-C694-57D5-6C711FC198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" y="1825624"/>
            <a:ext cx="10515600" cy="412572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800" b="0" i="0">
                <a:solidFill>
                  <a:schemeClr val="bg1"/>
                </a:solidFill>
                <a:latin typeface="Figtree" pitchFamily="2" charset="0"/>
              </a:defRPr>
            </a:lvl1pPr>
            <a:lvl2pPr marL="742932" indent="-285744">
              <a:buFont typeface="Arial" panose="020B0604020202020204" pitchFamily="34" charset="0"/>
              <a:buChar char="•"/>
              <a:defRPr sz="1800" b="0" i="0">
                <a:solidFill>
                  <a:schemeClr val="bg1"/>
                </a:solidFill>
                <a:latin typeface="Figtree" pitchFamily="2" charset="0"/>
              </a:defRPr>
            </a:lvl2pPr>
            <a:lvl3pPr marL="1200121" indent="-285744">
              <a:buFont typeface="Arial" panose="020B0604020202020204" pitchFamily="34" charset="0"/>
              <a:buChar char="•"/>
              <a:defRPr sz="1800" b="0" i="0">
                <a:solidFill>
                  <a:schemeClr val="bg1"/>
                </a:solidFill>
                <a:latin typeface="Figtree" pitchFamily="2" charset="0"/>
              </a:defRPr>
            </a:lvl3pPr>
            <a:lvl4pPr marL="1657309" indent="-285744">
              <a:buFont typeface="Arial" panose="020B0604020202020204" pitchFamily="34" charset="0"/>
              <a:buChar char="•"/>
              <a:defRPr sz="1800" b="0" i="0">
                <a:solidFill>
                  <a:schemeClr val="bg1"/>
                </a:solidFill>
                <a:latin typeface="Figtree" pitchFamily="2" charset="0"/>
              </a:defRPr>
            </a:lvl4pPr>
            <a:lvl5pPr marL="2114498" indent="-285744">
              <a:buFont typeface="Arial" panose="020B0604020202020204" pitchFamily="34" charset="0"/>
              <a:buChar char="•"/>
              <a:defRPr sz="1800" b="0" i="0">
                <a:solidFill>
                  <a:schemeClr val="bg1"/>
                </a:solidFill>
                <a:latin typeface="Figtree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C3EAA-1CA5-FCD9-354C-BC491AF39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27D6499-7F82-8950-61E9-B99B5A5DBC7B}"/>
              </a:ext>
            </a:extLst>
          </p:cNvPr>
          <p:cNvCxnSpPr>
            <a:cxnSpLocks/>
          </p:cNvCxnSpPr>
          <p:nvPr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94F72188-A0A9-5F3A-CF20-6B8F5FE585F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  <p:pic>
        <p:nvPicPr>
          <p:cNvPr id="5" name="Picture 4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C484C669-BBD9-50FA-3420-55FDCF4B6F7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97661" y="1509339"/>
            <a:ext cx="6294340" cy="534866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2FB1A57-C9CC-115F-C325-C95F8CA0EF9F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1CF23098-19B3-ED51-7772-90AF586CF91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69150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+ Image Blue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347A47-ADDB-726A-B2AC-AF6601AB38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29381" y="1"/>
            <a:ext cx="6862619" cy="6866620"/>
          </a:xfrm>
          <a:custGeom>
            <a:avLst/>
            <a:gdLst>
              <a:gd name="connsiteX0" fmla="*/ 2766197 w 6558116"/>
              <a:gd name="connsiteY0" fmla="*/ 0 h 6276807"/>
              <a:gd name="connsiteX1" fmla="*/ 6558116 w 6558116"/>
              <a:gd name="connsiteY1" fmla="*/ 0 h 6276807"/>
              <a:gd name="connsiteX2" fmla="*/ 6558116 w 6558116"/>
              <a:gd name="connsiteY2" fmla="*/ 6276807 h 6276807"/>
              <a:gd name="connsiteX3" fmla="*/ 0 w 6558116"/>
              <a:gd name="connsiteY3" fmla="*/ 6276807 h 6276807"/>
              <a:gd name="connsiteX4" fmla="*/ 0 w 6558116"/>
              <a:gd name="connsiteY4" fmla="*/ 6276241 h 6276807"/>
              <a:gd name="connsiteX0" fmla="*/ 2939983 w 6731902"/>
              <a:gd name="connsiteY0" fmla="*/ 0 h 6276807"/>
              <a:gd name="connsiteX1" fmla="*/ 6731902 w 6731902"/>
              <a:gd name="connsiteY1" fmla="*/ 0 h 6276807"/>
              <a:gd name="connsiteX2" fmla="*/ 6731902 w 6731902"/>
              <a:gd name="connsiteY2" fmla="*/ 6276807 h 6276807"/>
              <a:gd name="connsiteX3" fmla="*/ 173786 w 6731902"/>
              <a:gd name="connsiteY3" fmla="*/ 6276807 h 6276807"/>
              <a:gd name="connsiteX4" fmla="*/ 0 w 6731902"/>
              <a:gd name="connsiteY4" fmla="*/ 6242427 h 6276807"/>
              <a:gd name="connsiteX5" fmla="*/ 2939983 w 6731902"/>
              <a:gd name="connsiteY5" fmla="*/ 0 h 6276807"/>
              <a:gd name="connsiteX0" fmla="*/ 2949130 w 6731902"/>
              <a:gd name="connsiteY0" fmla="*/ 0 h 6276807"/>
              <a:gd name="connsiteX1" fmla="*/ 6731902 w 6731902"/>
              <a:gd name="connsiteY1" fmla="*/ 0 h 6276807"/>
              <a:gd name="connsiteX2" fmla="*/ 6731902 w 6731902"/>
              <a:gd name="connsiteY2" fmla="*/ 6276807 h 6276807"/>
              <a:gd name="connsiteX3" fmla="*/ 173786 w 6731902"/>
              <a:gd name="connsiteY3" fmla="*/ 6276807 h 6276807"/>
              <a:gd name="connsiteX4" fmla="*/ 0 w 6731902"/>
              <a:gd name="connsiteY4" fmla="*/ 6242427 h 6276807"/>
              <a:gd name="connsiteX5" fmla="*/ 2949130 w 6731902"/>
              <a:gd name="connsiteY5" fmla="*/ 0 h 6276807"/>
              <a:gd name="connsiteX0" fmla="*/ 2967300 w 6750072"/>
              <a:gd name="connsiteY0" fmla="*/ 0 h 6284696"/>
              <a:gd name="connsiteX1" fmla="*/ 6750072 w 6750072"/>
              <a:gd name="connsiteY1" fmla="*/ 0 h 6284696"/>
              <a:gd name="connsiteX2" fmla="*/ 6750072 w 6750072"/>
              <a:gd name="connsiteY2" fmla="*/ 6276807 h 6284696"/>
              <a:gd name="connsiteX3" fmla="*/ 191956 w 6750072"/>
              <a:gd name="connsiteY3" fmla="*/ 6276807 h 6284696"/>
              <a:gd name="connsiteX4" fmla="*/ 0 w 6750072"/>
              <a:gd name="connsiteY4" fmla="*/ 6284696 h 6284696"/>
              <a:gd name="connsiteX5" fmla="*/ 2967300 w 6750072"/>
              <a:gd name="connsiteY5" fmla="*/ 0 h 6284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0072" h="6284696">
                <a:moveTo>
                  <a:pt x="2967300" y="0"/>
                </a:moveTo>
                <a:lnTo>
                  <a:pt x="6750072" y="0"/>
                </a:lnTo>
                <a:lnTo>
                  <a:pt x="6750072" y="6276807"/>
                </a:lnTo>
                <a:lnTo>
                  <a:pt x="191956" y="6276807"/>
                </a:lnTo>
                <a:lnTo>
                  <a:pt x="0" y="6284696"/>
                </a:lnTo>
                <a:cubicBezTo>
                  <a:pt x="922066" y="4192616"/>
                  <a:pt x="2045234" y="2092080"/>
                  <a:pt x="2967300" y="0"/>
                </a:cubicBezTo>
                <a:close/>
              </a:path>
            </a:pathLst>
          </a:custGeom>
          <a:pattFill prst="smConfetti">
            <a:fgClr>
              <a:schemeClr val="bg2"/>
            </a:fgClr>
            <a:bgClr>
              <a:schemeClr val="bg1"/>
            </a:bgClr>
          </a:pattFill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Figtree Medium" pitchFamily="2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938C98-750F-B989-E8A2-47D33F5F8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689" y="457200"/>
            <a:ext cx="4602999" cy="1600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4000"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2D103-5877-6749-18AE-0555B8B45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688" y="2425491"/>
            <a:ext cx="4602997" cy="33321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Figtree" pitchFamily="2" charset="0"/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B6BC089-6024-60CC-51A6-E270462E81F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  <p:sp>
        <p:nvSpPr>
          <p:cNvPr id="3" name="Freeform 2">
            <a:extLst>
              <a:ext uri="{FF2B5EF4-FFF2-40B4-BE49-F238E27FC236}">
                <a16:creationId xmlns:a16="http://schemas.microsoft.com/office/drawing/2014/main" id="{ABE42761-35EA-CA25-0900-63712C3225FA}"/>
              </a:ext>
            </a:extLst>
          </p:cNvPr>
          <p:cNvSpPr/>
          <p:nvPr/>
        </p:nvSpPr>
        <p:spPr>
          <a:xfrm>
            <a:off x="4830121" y="-3"/>
            <a:ext cx="3566904" cy="6858004"/>
          </a:xfrm>
          <a:custGeom>
            <a:avLst/>
            <a:gdLst>
              <a:gd name="connsiteX0" fmla="*/ 0 w 3200400"/>
              <a:gd name="connsiteY0" fmla="*/ 6276813 h 6276813"/>
              <a:gd name="connsiteX1" fmla="*/ 891153 w 3200400"/>
              <a:gd name="connsiteY1" fmla="*/ 6276813 h 6276813"/>
              <a:gd name="connsiteX2" fmla="*/ 3200400 w 3200400"/>
              <a:gd name="connsiteY2" fmla="*/ 0 h 6276813"/>
              <a:gd name="connsiteX3" fmla="*/ 3115159 w 3200400"/>
              <a:gd name="connsiteY3" fmla="*/ 0 h 6276813"/>
              <a:gd name="connsiteX4" fmla="*/ 0 w 3200400"/>
              <a:gd name="connsiteY4" fmla="*/ 6276813 h 6276813"/>
              <a:gd name="connsiteX0" fmla="*/ 0 w 3254644"/>
              <a:gd name="connsiteY0" fmla="*/ 6284563 h 6284563"/>
              <a:gd name="connsiteX1" fmla="*/ 945397 w 3254644"/>
              <a:gd name="connsiteY1" fmla="*/ 6276813 h 6284563"/>
              <a:gd name="connsiteX2" fmla="*/ 3254644 w 3254644"/>
              <a:gd name="connsiteY2" fmla="*/ 0 h 6284563"/>
              <a:gd name="connsiteX3" fmla="*/ 3169403 w 3254644"/>
              <a:gd name="connsiteY3" fmla="*/ 0 h 6284563"/>
              <a:gd name="connsiteX4" fmla="*/ 0 w 3254644"/>
              <a:gd name="connsiteY4" fmla="*/ 6284563 h 6284563"/>
              <a:gd name="connsiteX0" fmla="*/ 0 w 3285640"/>
              <a:gd name="connsiteY0" fmla="*/ 6284563 h 6284563"/>
              <a:gd name="connsiteX1" fmla="*/ 976393 w 3285640"/>
              <a:gd name="connsiteY1" fmla="*/ 6276813 h 6284563"/>
              <a:gd name="connsiteX2" fmla="*/ 3285640 w 3285640"/>
              <a:gd name="connsiteY2" fmla="*/ 0 h 6284563"/>
              <a:gd name="connsiteX3" fmla="*/ 3200399 w 3285640"/>
              <a:gd name="connsiteY3" fmla="*/ 0 h 6284563"/>
              <a:gd name="connsiteX4" fmla="*/ 0 w 3285640"/>
              <a:gd name="connsiteY4" fmla="*/ 6284563 h 6284563"/>
              <a:gd name="connsiteX0" fmla="*/ 0 w 2812941"/>
              <a:gd name="connsiteY0" fmla="*/ 6292312 h 6292312"/>
              <a:gd name="connsiteX1" fmla="*/ 503694 w 2812941"/>
              <a:gd name="connsiteY1" fmla="*/ 6276813 h 6292312"/>
              <a:gd name="connsiteX2" fmla="*/ 2812941 w 2812941"/>
              <a:gd name="connsiteY2" fmla="*/ 0 h 6292312"/>
              <a:gd name="connsiteX3" fmla="*/ 2727700 w 2812941"/>
              <a:gd name="connsiteY3" fmla="*/ 0 h 6292312"/>
              <a:gd name="connsiteX4" fmla="*/ 0 w 2812941"/>
              <a:gd name="connsiteY4" fmla="*/ 6292312 h 6292312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24525 w 2809766"/>
              <a:gd name="connsiteY3" fmla="*/ 0 h 6276813"/>
              <a:gd name="connsiteX4" fmla="*/ 0 w 2809766"/>
              <a:gd name="connsiteY4" fmla="*/ 6276437 h 6276813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68975 w 2809766"/>
              <a:gd name="connsiteY3" fmla="*/ 6350 h 6276813"/>
              <a:gd name="connsiteX4" fmla="*/ 0 w 2809766"/>
              <a:gd name="connsiteY4" fmla="*/ 6276437 h 6276813"/>
              <a:gd name="connsiteX0" fmla="*/ 0 w 3264621"/>
              <a:gd name="connsiteY0" fmla="*/ 6270087 h 6270463"/>
              <a:gd name="connsiteX1" fmla="*/ 500519 w 3264621"/>
              <a:gd name="connsiteY1" fmla="*/ 6270463 h 6270463"/>
              <a:gd name="connsiteX2" fmla="*/ 3264621 w 3264621"/>
              <a:gd name="connsiteY2" fmla="*/ 3028 h 6270463"/>
              <a:gd name="connsiteX3" fmla="*/ 2768975 w 3264621"/>
              <a:gd name="connsiteY3" fmla="*/ 0 h 6270463"/>
              <a:gd name="connsiteX4" fmla="*/ 0 w 3264621"/>
              <a:gd name="connsiteY4" fmla="*/ 6270087 h 6270463"/>
              <a:gd name="connsiteX0" fmla="*/ 0 w 3264621"/>
              <a:gd name="connsiteY0" fmla="*/ 6267059 h 6267435"/>
              <a:gd name="connsiteX1" fmla="*/ 500519 w 3264621"/>
              <a:gd name="connsiteY1" fmla="*/ 6267435 h 6267435"/>
              <a:gd name="connsiteX2" fmla="*/ 3264621 w 3264621"/>
              <a:gd name="connsiteY2" fmla="*/ 0 h 6267435"/>
              <a:gd name="connsiteX3" fmla="*/ 3214452 w 3264621"/>
              <a:gd name="connsiteY3" fmla="*/ 1661 h 6267435"/>
              <a:gd name="connsiteX4" fmla="*/ 0 w 3264621"/>
              <a:gd name="connsiteY4" fmla="*/ 6267059 h 626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4621" h="6267435">
                <a:moveTo>
                  <a:pt x="0" y="6267059"/>
                </a:moveTo>
                <a:lnTo>
                  <a:pt x="500519" y="6267435"/>
                </a:lnTo>
                <a:lnTo>
                  <a:pt x="3264621" y="0"/>
                </a:lnTo>
                <a:lnTo>
                  <a:pt x="3214452" y="1661"/>
                </a:lnTo>
                <a:lnTo>
                  <a:pt x="0" y="6267059"/>
                </a:lnTo>
                <a:close/>
              </a:path>
            </a:pathLst>
          </a:custGeom>
          <a:gradFill>
            <a:gsLst>
              <a:gs pos="49000">
                <a:schemeClr val="accent2"/>
              </a:gs>
              <a:gs pos="90000">
                <a:schemeClr val="tx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9B28ACF-39D2-C671-C9B4-9D48311B4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DC6E9646-0773-63D6-3562-8964A218F5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  <p:sp>
        <p:nvSpPr>
          <p:cNvPr id="6" name="Freeform 5">
            <a:extLst>
              <a:ext uri="{FF2B5EF4-FFF2-40B4-BE49-F238E27FC236}">
                <a16:creationId xmlns:a16="http://schemas.microsoft.com/office/drawing/2014/main" id="{166AA6E9-6E6E-CD83-0AEE-1EA01280BFA0}"/>
              </a:ext>
            </a:extLst>
          </p:cNvPr>
          <p:cNvSpPr/>
          <p:nvPr userDrawn="1"/>
        </p:nvSpPr>
        <p:spPr>
          <a:xfrm>
            <a:off x="4830121" y="-3"/>
            <a:ext cx="3566904" cy="6858004"/>
          </a:xfrm>
          <a:custGeom>
            <a:avLst/>
            <a:gdLst>
              <a:gd name="connsiteX0" fmla="*/ 0 w 3200400"/>
              <a:gd name="connsiteY0" fmla="*/ 6276813 h 6276813"/>
              <a:gd name="connsiteX1" fmla="*/ 891153 w 3200400"/>
              <a:gd name="connsiteY1" fmla="*/ 6276813 h 6276813"/>
              <a:gd name="connsiteX2" fmla="*/ 3200400 w 3200400"/>
              <a:gd name="connsiteY2" fmla="*/ 0 h 6276813"/>
              <a:gd name="connsiteX3" fmla="*/ 3115159 w 3200400"/>
              <a:gd name="connsiteY3" fmla="*/ 0 h 6276813"/>
              <a:gd name="connsiteX4" fmla="*/ 0 w 3200400"/>
              <a:gd name="connsiteY4" fmla="*/ 6276813 h 6276813"/>
              <a:gd name="connsiteX0" fmla="*/ 0 w 3254644"/>
              <a:gd name="connsiteY0" fmla="*/ 6284563 h 6284563"/>
              <a:gd name="connsiteX1" fmla="*/ 945397 w 3254644"/>
              <a:gd name="connsiteY1" fmla="*/ 6276813 h 6284563"/>
              <a:gd name="connsiteX2" fmla="*/ 3254644 w 3254644"/>
              <a:gd name="connsiteY2" fmla="*/ 0 h 6284563"/>
              <a:gd name="connsiteX3" fmla="*/ 3169403 w 3254644"/>
              <a:gd name="connsiteY3" fmla="*/ 0 h 6284563"/>
              <a:gd name="connsiteX4" fmla="*/ 0 w 3254644"/>
              <a:gd name="connsiteY4" fmla="*/ 6284563 h 6284563"/>
              <a:gd name="connsiteX0" fmla="*/ 0 w 3285640"/>
              <a:gd name="connsiteY0" fmla="*/ 6284563 h 6284563"/>
              <a:gd name="connsiteX1" fmla="*/ 976393 w 3285640"/>
              <a:gd name="connsiteY1" fmla="*/ 6276813 h 6284563"/>
              <a:gd name="connsiteX2" fmla="*/ 3285640 w 3285640"/>
              <a:gd name="connsiteY2" fmla="*/ 0 h 6284563"/>
              <a:gd name="connsiteX3" fmla="*/ 3200399 w 3285640"/>
              <a:gd name="connsiteY3" fmla="*/ 0 h 6284563"/>
              <a:gd name="connsiteX4" fmla="*/ 0 w 3285640"/>
              <a:gd name="connsiteY4" fmla="*/ 6284563 h 6284563"/>
              <a:gd name="connsiteX0" fmla="*/ 0 w 2812941"/>
              <a:gd name="connsiteY0" fmla="*/ 6292312 h 6292312"/>
              <a:gd name="connsiteX1" fmla="*/ 503694 w 2812941"/>
              <a:gd name="connsiteY1" fmla="*/ 6276813 h 6292312"/>
              <a:gd name="connsiteX2" fmla="*/ 2812941 w 2812941"/>
              <a:gd name="connsiteY2" fmla="*/ 0 h 6292312"/>
              <a:gd name="connsiteX3" fmla="*/ 2727700 w 2812941"/>
              <a:gd name="connsiteY3" fmla="*/ 0 h 6292312"/>
              <a:gd name="connsiteX4" fmla="*/ 0 w 2812941"/>
              <a:gd name="connsiteY4" fmla="*/ 6292312 h 6292312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24525 w 2809766"/>
              <a:gd name="connsiteY3" fmla="*/ 0 h 6276813"/>
              <a:gd name="connsiteX4" fmla="*/ 0 w 2809766"/>
              <a:gd name="connsiteY4" fmla="*/ 6276437 h 6276813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68975 w 2809766"/>
              <a:gd name="connsiteY3" fmla="*/ 6350 h 6276813"/>
              <a:gd name="connsiteX4" fmla="*/ 0 w 2809766"/>
              <a:gd name="connsiteY4" fmla="*/ 6276437 h 6276813"/>
              <a:gd name="connsiteX0" fmla="*/ 0 w 3264621"/>
              <a:gd name="connsiteY0" fmla="*/ 6270087 h 6270463"/>
              <a:gd name="connsiteX1" fmla="*/ 500519 w 3264621"/>
              <a:gd name="connsiteY1" fmla="*/ 6270463 h 6270463"/>
              <a:gd name="connsiteX2" fmla="*/ 3264621 w 3264621"/>
              <a:gd name="connsiteY2" fmla="*/ 3028 h 6270463"/>
              <a:gd name="connsiteX3" fmla="*/ 2768975 w 3264621"/>
              <a:gd name="connsiteY3" fmla="*/ 0 h 6270463"/>
              <a:gd name="connsiteX4" fmla="*/ 0 w 3264621"/>
              <a:gd name="connsiteY4" fmla="*/ 6270087 h 6270463"/>
              <a:gd name="connsiteX0" fmla="*/ 0 w 3264621"/>
              <a:gd name="connsiteY0" fmla="*/ 6267059 h 6267435"/>
              <a:gd name="connsiteX1" fmla="*/ 500519 w 3264621"/>
              <a:gd name="connsiteY1" fmla="*/ 6267435 h 6267435"/>
              <a:gd name="connsiteX2" fmla="*/ 3264621 w 3264621"/>
              <a:gd name="connsiteY2" fmla="*/ 0 h 6267435"/>
              <a:gd name="connsiteX3" fmla="*/ 3214452 w 3264621"/>
              <a:gd name="connsiteY3" fmla="*/ 1661 h 6267435"/>
              <a:gd name="connsiteX4" fmla="*/ 0 w 3264621"/>
              <a:gd name="connsiteY4" fmla="*/ 6267059 h 626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4621" h="6267435">
                <a:moveTo>
                  <a:pt x="0" y="6267059"/>
                </a:moveTo>
                <a:lnTo>
                  <a:pt x="500519" y="6267435"/>
                </a:lnTo>
                <a:lnTo>
                  <a:pt x="3264621" y="0"/>
                </a:lnTo>
                <a:lnTo>
                  <a:pt x="3214452" y="1661"/>
                </a:lnTo>
                <a:lnTo>
                  <a:pt x="0" y="6267059"/>
                </a:lnTo>
                <a:close/>
              </a:path>
            </a:pathLst>
          </a:custGeom>
          <a:gradFill>
            <a:gsLst>
              <a:gs pos="49000">
                <a:schemeClr val="accent2"/>
              </a:gs>
              <a:gs pos="90000">
                <a:schemeClr val="tx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F2EEB74-B485-BF4C-1614-B05DDC97F95E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839486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+ Image Plum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347A47-ADDB-726A-B2AC-AF6601AB38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29381" y="1"/>
            <a:ext cx="6862619" cy="6866620"/>
          </a:xfrm>
          <a:custGeom>
            <a:avLst/>
            <a:gdLst>
              <a:gd name="connsiteX0" fmla="*/ 2766197 w 6558116"/>
              <a:gd name="connsiteY0" fmla="*/ 0 h 6276807"/>
              <a:gd name="connsiteX1" fmla="*/ 6558116 w 6558116"/>
              <a:gd name="connsiteY1" fmla="*/ 0 h 6276807"/>
              <a:gd name="connsiteX2" fmla="*/ 6558116 w 6558116"/>
              <a:gd name="connsiteY2" fmla="*/ 6276807 h 6276807"/>
              <a:gd name="connsiteX3" fmla="*/ 0 w 6558116"/>
              <a:gd name="connsiteY3" fmla="*/ 6276807 h 6276807"/>
              <a:gd name="connsiteX4" fmla="*/ 0 w 6558116"/>
              <a:gd name="connsiteY4" fmla="*/ 6276241 h 6276807"/>
              <a:gd name="connsiteX0" fmla="*/ 2939983 w 6731902"/>
              <a:gd name="connsiteY0" fmla="*/ 0 h 6276807"/>
              <a:gd name="connsiteX1" fmla="*/ 6731902 w 6731902"/>
              <a:gd name="connsiteY1" fmla="*/ 0 h 6276807"/>
              <a:gd name="connsiteX2" fmla="*/ 6731902 w 6731902"/>
              <a:gd name="connsiteY2" fmla="*/ 6276807 h 6276807"/>
              <a:gd name="connsiteX3" fmla="*/ 173786 w 6731902"/>
              <a:gd name="connsiteY3" fmla="*/ 6276807 h 6276807"/>
              <a:gd name="connsiteX4" fmla="*/ 0 w 6731902"/>
              <a:gd name="connsiteY4" fmla="*/ 6242427 h 6276807"/>
              <a:gd name="connsiteX5" fmla="*/ 2939983 w 6731902"/>
              <a:gd name="connsiteY5" fmla="*/ 0 h 6276807"/>
              <a:gd name="connsiteX0" fmla="*/ 2949130 w 6731902"/>
              <a:gd name="connsiteY0" fmla="*/ 0 h 6276807"/>
              <a:gd name="connsiteX1" fmla="*/ 6731902 w 6731902"/>
              <a:gd name="connsiteY1" fmla="*/ 0 h 6276807"/>
              <a:gd name="connsiteX2" fmla="*/ 6731902 w 6731902"/>
              <a:gd name="connsiteY2" fmla="*/ 6276807 h 6276807"/>
              <a:gd name="connsiteX3" fmla="*/ 173786 w 6731902"/>
              <a:gd name="connsiteY3" fmla="*/ 6276807 h 6276807"/>
              <a:gd name="connsiteX4" fmla="*/ 0 w 6731902"/>
              <a:gd name="connsiteY4" fmla="*/ 6242427 h 6276807"/>
              <a:gd name="connsiteX5" fmla="*/ 2949130 w 6731902"/>
              <a:gd name="connsiteY5" fmla="*/ 0 h 6276807"/>
              <a:gd name="connsiteX0" fmla="*/ 2967300 w 6750072"/>
              <a:gd name="connsiteY0" fmla="*/ 0 h 6284696"/>
              <a:gd name="connsiteX1" fmla="*/ 6750072 w 6750072"/>
              <a:gd name="connsiteY1" fmla="*/ 0 h 6284696"/>
              <a:gd name="connsiteX2" fmla="*/ 6750072 w 6750072"/>
              <a:gd name="connsiteY2" fmla="*/ 6276807 h 6284696"/>
              <a:gd name="connsiteX3" fmla="*/ 191956 w 6750072"/>
              <a:gd name="connsiteY3" fmla="*/ 6276807 h 6284696"/>
              <a:gd name="connsiteX4" fmla="*/ 0 w 6750072"/>
              <a:gd name="connsiteY4" fmla="*/ 6284696 h 6284696"/>
              <a:gd name="connsiteX5" fmla="*/ 2967300 w 6750072"/>
              <a:gd name="connsiteY5" fmla="*/ 0 h 6284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0072" h="6284696">
                <a:moveTo>
                  <a:pt x="2967300" y="0"/>
                </a:moveTo>
                <a:lnTo>
                  <a:pt x="6750072" y="0"/>
                </a:lnTo>
                <a:lnTo>
                  <a:pt x="6750072" y="6276807"/>
                </a:lnTo>
                <a:lnTo>
                  <a:pt x="191956" y="6276807"/>
                </a:lnTo>
                <a:lnTo>
                  <a:pt x="0" y="6284696"/>
                </a:lnTo>
                <a:cubicBezTo>
                  <a:pt x="922066" y="4192616"/>
                  <a:pt x="2045234" y="2092080"/>
                  <a:pt x="2967300" y="0"/>
                </a:cubicBezTo>
                <a:close/>
              </a:path>
            </a:pathLst>
          </a:custGeom>
          <a:pattFill prst="smConfetti">
            <a:fgClr>
              <a:schemeClr val="bg2"/>
            </a:fgClr>
            <a:bgClr>
              <a:schemeClr val="bg1"/>
            </a:bgClr>
          </a:pattFill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Figtree Medium" pitchFamily="2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938C98-750F-B989-E8A2-47D33F5F8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689" y="457200"/>
            <a:ext cx="4602999" cy="1600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4000"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2D103-5877-6749-18AE-0555B8B45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688" y="2425491"/>
            <a:ext cx="4602997" cy="33321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Figtree" pitchFamily="2" charset="0"/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B6BC089-6024-60CC-51A6-E270462E81F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9B28ACF-39D2-C671-C9B4-9D48311B4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reeform 4">
            <a:extLst>
              <a:ext uri="{FF2B5EF4-FFF2-40B4-BE49-F238E27FC236}">
                <a16:creationId xmlns:a16="http://schemas.microsoft.com/office/drawing/2014/main" id="{5673909B-51BC-79F1-247B-509034849961}"/>
              </a:ext>
            </a:extLst>
          </p:cNvPr>
          <p:cNvSpPr/>
          <p:nvPr/>
        </p:nvSpPr>
        <p:spPr>
          <a:xfrm>
            <a:off x="4830121" y="-8623"/>
            <a:ext cx="3566904" cy="6858004"/>
          </a:xfrm>
          <a:custGeom>
            <a:avLst/>
            <a:gdLst>
              <a:gd name="connsiteX0" fmla="*/ 0 w 3200400"/>
              <a:gd name="connsiteY0" fmla="*/ 6276813 h 6276813"/>
              <a:gd name="connsiteX1" fmla="*/ 891153 w 3200400"/>
              <a:gd name="connsiteY1" fmla="*/ 6276813 h 6276813"/>
              <a:gd name="connsiteX2" fmla="*/ 3200400 w 3200400"/>
              <a:gd name="connsiteY2" fmla="*/ 0 h 6276813"/>
              <a:gd name="connsiteX3" fmla="*/ 3115159 w 3200400"/>
              <a:gd name="connsiteY3" fmla="*/ 0 h 6276813"/>
              <a:gd name="connsiteX4" fmla="*/ 0 w 3200400"/>
              <a:gd name="connsiteY4" fmla="*/ 6276813 h 6276813"/>
              <a:gd name="connsiteX0" fmla="*/ 0 w 3254644"/>
              <a:gd name="connsiteY0" fmla="*/ 6284563 h 6284563"/>
              <a:gd name="connsiteX1" fmla="*/ 945397 w 3254644"/>
              <a:gd name="connsiteY1" fmla="*/ 6276813 h 6284563"/>
              <a:gd name="connsiteX2" fmla="*/ 3254644 w 3254644"/>
              <a:gd name="connsiteY2" fmla="*/ 0 h 6284563"/>
              <a:gd name="connsiteX3" fmla="*/ 3169403 w 3254644"/>
              <a:gd name="connsiteY3" fmla="*/ 0 h 6284563"/>
              <a:gd name="connsiteX4" fmla="*/ 0 w 3254644"/>
              <a:gd name="connsiteY4" fmla="*/ 6284563 h 6284563"/>
              <a:gd name="connsiteX0" fmla="*/ 0 w 3285640"/>
              <a:gd name="connsiteY0" fmla="*/ 6284563 h 6284563"/>
              <a:gd name="connsiteX1" fmla="*/ 976393 w 3285640"/>
              <a:gd name="connsiteY1" fmla="*/ 6276813 h 6284563"/>
              <a:gd name="connsiteX2" fmla="*/ 3285640 w 3285640"/>
              <a:gd name="connsiteY2" fmla="*/ 0 h 6284563"/>
              <a:gd name="connsiteX3" fmla="*/ 3200399 w 3285640"/>
              <a:gd name="connsiteY3" fmla="*/ 0 h 6284563"/>
              <a:gd name="connsiteX4" fmla="*/ 0 w 3285640"/>
              <a:gd name="connsiteY4" fmla="*/ 6284563 h 6284563"/>
              <a:gd name="connsiteX0" fmla="*/ 0 w 2812941"/>
              <a:gd name="connsiteY0" fmla="*/ 6292312 h 6292312"/>
              <a:gd name="connsiteX1" fmla="*/ 503694 w 2812941"/>
              <a:gd name="connsiteY1" fmla="*/ 6276813 h 6292312"/>
              <a:gd name="connsiteX2" fmla="*/ 2812941 w 2812941"/>
              <a:gd name="connsiteY2" fmla="*/ 0 h 6292312"/>
              <a:gd name="connsiteX3" fmla="*/ 2727700 w 2812941"/>
              <a:gd name="connsiteY3" fmla="*/ 0 h 6292312"/>
              <a:gd name="connsiteX4" fmla="*/ 0 w 2812941"/>
              <a:gd name="connsiteY4" fmla="*/ 6292312 h 6292312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24525 w 2809766"/>
              <a:gd name="connsiteY3" fmla="*/ 0 h 6276813"/>
              <a:gd name="connsiteX4" fmla="*/ 0 w 2809766"/>
              <a:gd name="connsiteY4" fmla="*/ 6276437 h 6276813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68975 w 2809766"/>
              <a:gd name="connsiteY3" fmla="*/ 6350 h 6276813"/>
              <a:gd name="connsiteX4" fmla="*/ 0 w 2809766"/>
              <a:gd name="connsiteY4" fmla="*/ 6276437 h 6276813"/>
              <a:gd name="connsiteX0" fmla="*/ 0 w 3264621"/>
              <a:gd name="connsiteY0" fmla="*/ 6270087 h 6270463"/>
              <a:gd name="connsiteX1" fmla="*/ 500519 w 3264621"/>
              <a:gd name="connsiteY1" fmla="*/ 6270463 h 6270463"/>
              <a:gd name="connsiteX2" fmla="*/ 3264621 w 3264621"/>
              <a:gd name="connsiteY2" fmla="*/ 3028 h 6270463"/>
              <a:gd name="connsiteX3" fmla="*/ 2768975 w 3264621"/>
              <a:gd name="connsiteY3" fmla="*/ 0 h 6270463"/>
              <a:gd name="connsiteX4" fmla="*/ 0 w 3264621"/>
              <a:gd name="connsiteY4" fmla="*/ 6270087 h 6270463"/>
              <a:gd name="connsiteX0" fmla="*/ 0 w 3264621"/>
              <a:gd name="connsiteY0" fmla="*/ 6267059 h 6267435"/>
              <a:gd name="connsiteX1" fmla="*/ 500519 w 3264621"/>
              <a:gd name="connsiteY1" fmla="*/ 6267435 h 6267435"/>
              <a:gd name="connsiteX2" fmla="*/ 3264621 w 3264621"/>
              <a:gd name="connsiteY2" fmla="*/ 0 h 6267435"/>
              <a:gd name="connsiteX3" fmla="*/ 3214452 w 3264621"/>
              <a:gd name="connsiteY3" fmla="*/ 1661 h 6267435"/>
              <a:gd name="connsiteX4" fmla="*/ 0 w 3264621"/>
              <a:gd name="connsiteY4" fmla="*/ 6267059 h 626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4621" h="6267435">
                <a:moveTo>
                  <a:pt x="0" y="6267059"/>
                </a:moveTo>
                <a:lnTo>
                  <a:pt x="500519" y="6267435"/>
                </a:lnTo>
                <a:lnTo>
                  <a:pt x="3264621" y="0"/>
                </a:lnTo>
                <a:lnTo>
                  <a:pt x="3214452" y="1661"/>
                </a:lnTo>
                <a:lnTo>
                  <a:pt x="0" y="6267059"/>
                </a:lnTo>
                <a:close/>
              </a:path>
            </a:pathLst>
          </a:custGeom>
          <a:gradFill>
            <a:gsLst>
              <a:gs pos="45000">
                <a:schemeClr val="accent3"/>
              </a:gs>
              <a:gs pos="89000">
                <a:schemeClr val="accent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33FE9D-4F57-5194-3D43-E75A937807F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17A2E63-6756-8D24-F0FA-2F0B72445094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Freeform 6">
            <a:extLst>
              <a:ext uri="{FF2B5EF4-FFF2-40B4-BE49-F238E27FC236}">
                <a16:creationId xmlns:a16="http://schemas.microsoft.com/office/drawing/2014/main" id="{966A7F6B-FE8D-823E-2A8D-45DF07A1A702}"/>
              </a:ext>
            </a:extLst>
          </p:cNvPr>
          <p:cNvSpPr/>
          <p:nvPr userDrawn="1"/>
        </p:nvSpPr>
        <p:spPr>
          <a:xfrm>
            <a:off x="4830121" y="-8623"/>
            <a:ext cx="3566904" cy="6858004"/>
          </a:xfrm>
          <a:custGeom>
            <a:avLst/>
            <a:gdLst>
              <a:gd name="connsiteX0" fmla="*/ 0 w 3200400"/>
              <a:gd name="connsiteY0" fmla="*/ 6276813 h 6276813"/>
              <a:gd name="connsiteX1" fmla="*/ 891153 w 3200400"/>
              <a:gd name="connsiteY1" fmla="*/ 6276813 h 6276813"/>
              <a:gd name="connsiteX2" fmla="*/ 3200400 w 3200400"/>
              <a:gd name="connsiteY2" fmla="*/ 0 h 6276813"/>
              <a:gd name="connsiteX3" fmla="*/ 3115159 w 3200400"/>
              <a:gd name="connsiteY3" fmla="*/ 0 h 6276813"/>
              <a:gd name="connsiteX4" fmla="*/ 0 w 3200400"/>
              <a:gd name="connsiteY4" fmla="*/ 6276813 h 6276813"/>
              <a:gd name="connsiteX0" fmla="*/ 0 w 3254644"/>
              <a:gd name="connsiteY0" fmla="*/ 6284563 h 6284563"/>
              <a:gd name="connsiteX1" fmla="*/ 945397 w 3254644"/>
              <a:gd name="connsiteY1" fmla="*/ 6276813 h 6284563"/>
              <a:gd name="connsiteX2" fmla="*/ 3254644 w 3254644"/>
              <a:gd name="connsiteY2" fmla="*/ 0 h 6284563"/>
              <a:gd name="connsiteX3" fmla="*/ 3169403 w 3254644"/>
              <a:gd name="connsiteY3" fmla="*/ 0 h 6284563"/>
              <a:gd name="connsiteX4" fmla="*/ 0 w 3254644"/>
              <a:gd name="connsiteY4" fmla="*/ 6284563 h 6284563"/>
              <a:gd name="connsiteX0" fmla="*/ 0 w 3285640"/>
              <a:gd name="connsiteY0" fmla="*/ 6284563 h 6284563"/>
              <a:gd name="connsiteX1" fmla="*/ 976393 w 3285640"/>
              <a:gd name="connsiteY1" fmla="*/ 6276813 h 6284563"/>
              <a:gd name="connsiteX2" fmla="*/ 3285640 w 3285640"/>
              <a:gd name="connsiteY2" fmla="*/ 0 h 6284563"/>
              <a:gd name="connsiteX3" fmla="*/ 3200399 w 3285640"/>
              <a:gd name="connsiteY3" fmla="*/ 0 h 6284563"/>
              <a:gd name="connsiteX4" fmla="*/ 0 w 3285640"/>
              <a:gd name="connsiteY4" fmla="*/ 6284563 h 6284563"/>
              <a:gd name="connsiteX0" fmla="*/ 0 w 2812941"/>
              <a:gd name="connsiteY0" fmla="*/ 6292312 h 6292312"/>
              <a:gd name="connsiteX1" fmla="*/ 503694 w 2812941"/>
              <a:gd name="connsiteY1" fmla="*/ 6276813 h 6292312"/>
              <a:gd name="connsiteX2" fmla="*/ 2812941 w 2812941"/>
              <a:gd name="connsiteY2" fmla="*/ 0 h 6292312"/>
              <a:gd name="connsiteX3" fmla="*/ 2727700 w 2812941"/>
              <a:gd name="connsiteY3" fmla="*/ 0 h 6292312"/>
              <a:gd name="connsiteX4" fmla="*/ 0 w 2812941"/>
              <a:gd name="connsiteY4" fmla="*/ 6292312 h 6292312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24525 w 2809766"/>
              <a:gd name="connsiteY3" fmla="*/ 0 h 6276813"/>
              <a:gd name="connsiteX4" fmla="*/ 0 w 2809766"/>
              <a:gd name="connsiteY4" fmla="*/ 6276437 h 6276813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68975 w 2809766"/>
              <a:gd name="connsiteY3" fmla="*/ 6350 h 6276813"/>
              <a:gd name="connsiteX4" fmla="*/ 0 w 2809766"/>
              <a:gd name="connsiteY4" fmla="*/ 6276437 h 6276813"/>
              <a:gd name="connsiteX0" fmla="*/ 0 w 3264621"/>
              <a:gd name="connsiteY0" fmla="*/ 6270087 h 6270463"/>
              <a:gd name="connsiteX1" fmla="*/ 500519 w 3264621"/>
              <a:gd name="connsiteY1" fmla="*/ 6270463 h 6270463"/>
              <a:gd name="connsiteX2" fmla="*/ 3264621 w 3264621"/>
              <a:gd name="connsiteY2" fmla="*/ 3028 h 6270463"/>
              <a:gd name="connsiteX3" fmla="*/ 2768975 w 3264621"/>
              <a:gd name="connsiteY3" fmla="*/ 0 h 6270463"/>
              <a:gd name="connsiteX4" fmla="*/ 0 w 3264621"/>
              <a:gd name="connsiteY4" fmla="*/ 6270087 h 6270463"/>
              <a:gd name="connsiteX0" fmla="*/ 0 w 3264621"/>
              <a:gd name="connsiteY0" fmla="*/ 6267059 h 6267435"/>
              <a:gd name="connsiteX1" fmla="*/ 500519 w 3264621"/>
              <a:gd name="connsiteY1" fmla="*/ 6267435 h 6267435"/>
              <a:gd name="connsiteX2" fmla="*/ 3264621 w 3264621"/>
              <a:gd name="connsiteY2" fmla="*/ 0 h 6267435"/>
              <a:gd name="connsiteX3" fmla="*/ 3214452 w 3264621"/>
              <a:gd name="connsiteY3" fmla="*/ 1661 h 6267435"/>
              <a:gd name="connsiteX4" fmla="*/ 0 w 3264621"/>
              <a:gd name="connsiteY4" fmla="*/ 6267059 h 626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4621" h="6267435">
                <a:moveTo>
                  <a:pt x="0" y="6267059"/>
                </a:moveTo>
                <a:lnTo>
                  <a:pt x="500519" y="6267435"/>
                </a:lnTo>
                <a:lnTo>
                  <a:pt x="3264621" y="0"/>
                </a:lnTo>
                <a:lnTo>
                  <a:pt x="3214452" y="1661"/>
                </a:lnTo>
                <a:lnTo>
                  <a:pt x="0" y="6267059"/>
                </a:lnTo>
                <a:close/>
              </a:path>
            </a:pathLst>
          </a:custGeom>
          <a:gradFill>
            <a:gsLst>
              <a:gs pos="45000">
                <a:schemeClr val="accent3"/>
              </a:gs>
              <a:gs pos="89000">
                <a:schemeClr val="accent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72226529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+ Image Gold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347A47-ADDB-726A-B2AC-AF6601AB38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29381" y="1"/>
            <a:ext cx="6862619" cy="6866620"/>
          </a:xfrm>
          <a:custGeom>
            <a:avLst/>
            <a:gdLst>
              <a:gd name="connsiteX0" fmla="*/ 2766197 w 6558116"/>
              <a:gd name="connsiteY0" fmla="*/ 0 h 6276807"/>
              <a:gd name="connsiteX1" fmla="*/ 6558116 w 6558116"/>
              <a:gd name="connsiteY1" fmla="*/ 0 h 6276807"/>
              <a:gd name="connsiteX2" fmla="*/ 6558116 w 6558116"/>
              <a:gd name="connsiteY2" fmla="*/ 6276807 h 6276807"/>
              <a:gd name="connsiteX3" fmla="*/ 0 w 6558116"/>
              <a:gd name="connsiteY3" fmla="*/ 6276807 h 6276807"/>
              <a:gd name="connsiteX4" fmla="*/ 0 w 6558116"/>
              <a:gd name="connsiteY4" fmla="*/ 6276241 h 6276807"/>
              <a:gd name="connsiteX0" fmla="*/ 2939983 w 6731902"/>
              <a:gd name="connsiteY0" fmla="*/ 0 h 6276807"/>
              <a:gd name="connsiteX1" fmla="*/ 6731902 w 6731902"/>
              <a:gd name="connsiteY1" fmla="*/ 0 h 6276807"/>
              <a:gd name="connsiteX2" fmla="*/ 6731902 w 6731902"/>
              <a:gd name="connsiteY2" fmla="*/ 6276807 h 6276807"/>
              <a:gd name="connsiteX3" fmla="*/ 173786 w 6731902"/>
              <a:gd name="connsiteY3" fmla="*/ 6276807 h 6276807"/>
              <a:gd name="connsiteX4" fmla="*/ 0 w 6731902"/>
              <a:gd name="connsiteY4" fmla="*/ 6242427 h 6276807"/>
              <a:gd name="connsiteX5" fmla="*/ 2939983 w 6731902"/>
              <a:gd name="connsiteY5" fmla="*/ 0 h 6276807"/>
              <a:gd name="connsiteX0" fmla="*/ 2949130 w 6731902"/>
              <a:gd name="connsiteY0" fmla="*/ 0 h 6276807"/>
              <a:gd name="connsiteX1" fmla="*/ 6731902 w 6731902"/>
              <a:gd name="connsiteY1" fmla="*/ 0 h 6276807"/>
              <a:gd name="connsiteX2" fmla="*/ 6731902 w 6731902"/>
              <a:gd name="connsiteY2" fmla="*/ 6276807 h 6276807"/>
              <a:gd name="connsiteX3" fmla="*/ 173786 w 6731902"/>
              <a:gd name="connsiteY3" fmla="*/ 6276807 h 6276807"/>
              <a:gd name="connsiteX4" fmla="*/ 0 w 6731902"/>
              <a:gd name="connsiteY4" fmla="*/ 6242427 h 6276807"/>
              <a:gd name="connsiteX5" fmla="*/ 2949130 w 6731902"/>
              <a:gd name="connsiteY5" fmla="*/ 0 h 6276807"/>
              <a:gd name="connsiteX0" fmla="*/ 2967300 w 6750072"/>
              <a:gd name="connsiteY0" fmla="*/ 0 h 6284696"/>
              <a:gd name="connsiteX1" fmla="*/ 6750072 w 6750072"/>
              <a:gd name="connsiteY1" fmla="*/ 0 h 6284696"/>
              <a:gd name="connsiteX2" fmla="*/ 6750072 w 6750072"/>
              <a:gd name="connsiteY2" fmla="*/ 6276807 h 6284696"/>
              <a:gd name="connsiteX3" fmla="*/ 191956 w 6750072"/>
              <a:gd name="connsiteY3" fmla="*/ 6276807 h 6284696"/>
              <a:gd name="connsiteX4" fmla="*/ 0 w 6750072"/>
              <a:gd name="connsiteY4" fmla="*/ 6284696 h 6284696"/>
              <a:gd name="connsiteX5" fmla="*/ 2967300 w 6750072"/>
              <a:gd name="connsiteY5" fmla="*/ 0 h 6284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0072" h="6284696">
                <a:moveTo>
                  <a:pt x="2967300" y="0"/>
                </a:moveTo>
                <a:lnTo>
                  <a:pt x="6750072" y="0"/>
                </a:lnTo>
                <a:lnTo>
                  <a:pt x="6750072" y="6276807"/>
                </a:lnTo>
                <a:lnTo>
                  <a:pt x="191956" y="6276807"/>
                </a:lnTo>
                <a:lnTo>
                  <a:pt x="0" y="6284696"/>
                </a:lnTo>
                <a:cubicBezTo>
                  <a:pt x="922066" y="4192616"/>
                  <a:pt x="2045234" y="2092080"/>
                  <a:pt x="2967300" y="0"/>
                </a:cubicBezTo>
                <a:close/>
              </a:path>
            </a:pathLst>
          </a:custGeom>
          <a:pattFill prst="smConfetti">
            <a:fgClr>
              <a:schemeClr val="bg2"/>
            </a:fgClr>
            <a:bgClr>
              <a:schemeClr val="bg1"/>
            </a:bgClr>
          </a:pattFill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Figtree Medium" pitchFamily="2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938C98-750F-B989-E8A2-47D33F5F8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689" y="457200"/>
            <a:ext cx="4602999" cy="1600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4000"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2D103-5877-6749-18AE-0555B8B45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688" y="2425491"/>
            <a:ext cx="4602997" cy="33321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Figtree" pitchFamily="2" charset="0"/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B6BC089-6024-60CC-51A6-E270462E81F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9B28ACF-39D2-C671-C9B4-9D48311B4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reeform 5">
            <a:extLst>
              <a:ext uri="{FF2B5EF4-FFF2-40B4-BE49-F238E27FC236}">
                <a16:creationId xmlns:a16="http://schemas.microsoft.com/office/drawing/2014/main" id="{2FFD7DA3-43D8-D09F-83E0-0AEAB25439B7}"/>
              </a:ext>
            </a:extLst>
          </p:cNvPr>
          <p:cNvSpPr/>
          <p:nvPr/>
        </p:nvSpPr>
        <p:spPr>
          <a:xfrm>
            <a:off x="4830121" y="-3"/>
            <a:ext cx="3566904" cy="6858004"/>
          </a:xfrm>
          <a:custGeom>
            <a:avLst/>
            <a:gdLst>
              <a:gd name="connsiteX0" fmla="*/ 0 w 3200400"/>
              <a:gd name="connsiteY0" fmla="*/ 6276813 h 6276813"/>
              <a:gd name="connsiteX1" fmla="*/ 891153 w 3200400"/>
              <a:gd name="connsiteY1" fmla="*/ 6276813 h 6276813"/>
              <a:gd name="connsiteX2" fmla="*/ 3200400 w 3200400"/>
              <a:gd name="connsiteY2" fmla="*/ 0 h 6276813"/>
              <a:gd name="connsiteX3" fmla="*/ 3115159 w 3200400"/>
              <a:gd name="connsiteY3" fmla="*/ 0 h 6276813"/>
              <a:gd name="connsiteX4" fmla="*/ 0 w 3200400"/>
              <a:gd name="connsiteY4" fmla="*/ 6276813 h 6276813"/>
              <a:gd name="connsiteX0" fmla="*/ 0 w 3254644"/>
              <a:gd name="connsiteY0" fmla="*/ 6284563 h 6284563"/>
              <a:gd name="connsiteX1" fmla="*/ 945397 w 3254644"/>
              <a:gd name="connsiteY1" fmla="*/ 6276813 h 6284563"/>
              <a:gd name="connsiteX2" fmla="*/ 3254644 w 3254644"/>
              <a:gd name="connsiteY2" fmla="*/ 0 h 6284563"/>
              <a:gd name="connsiteX3" fmla="*/ 3169403 w 3254644"/>
              <a:gd name="connsiteY3" fmla="*/ 0 h 6284563"/>
              <a:gd name="connsiteX4" fmla="*/ 0 w 3254644"/>
              <a:gd name="connsiteY4" fmla="*/ 6284563 h 6284563"/>
              <a:gd name="connsiteX0" fmla="*/ 0 w 3285640"/>
              <a:gd name="connsiteY0" fmla="*/ 6284563 h 6284563"/>
              <a:gd name="connsiteX1" fmla="*/ 976393 w 3285640"/>
              <a:gd name="connsiteY1" fmla="*/ 6276813 h 6284563"/>
              <a:gd name="connsiteX2" fmla="*/ 3285640 w 3285640"/>
              <a:gd name="connsiteY2" fmla="*/ 0 h 6284563"/>
              <a:gd name="connsiteX3" fmla="*/ 3200399 w 3285640"/>
              <a:gd name="connsiteY3" fmla="*/ 0 h 6284563"/>
              <a:gd name="connsiteX4" fmla="*/ 0 w 3285640"/>
              <a:gd name="connsiteY4" fmla="*/ 6284563 h 6284563"/>
              <a:gd name="connsiteX0" fmla="*/ 0 w 2812941"/>
              <a:gd name="connsiteY0" fmla="*/ 6292312 h 6292312"/>
              <a:gd name="connsiteX1" fmla="*/ 503694 w 2812941"/>
              <a:gd name="connsiteY1" fmla="*/ 6276813 h 6292312"/>
              <a:gd name="connsiteX2" fmla="*/ 2812941 w 2812941"/>
              <a:gd name="connsiteY2" fmla="*/ 0 h 6292312"/>
              <a:gd name="connsiteX3" fmla="*/ 2727700 w 2812941"/>
              <a:gd name="connsiteY3" fmla="*/ 0 h 6292312"/>
              <a:gd name="connsiteX4" fmla="*/ 0 w 2812941"/>
              <a:gd name="connsiteY4" fmla="*/ 6292312 h 6292312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24525 w 2809766"/>
              <a:gd name="connsiteY3" fmla="*/ 0 h 6276813"/>
              <a:gd name="connsiteX4" fmla="*/ 0 w 2809766"/>
              <a:gd name="connsiteY4" fmla="*/ 6276437 h 6276813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68975 w 2809766"/>
              <a:gd name="connsiteY3" fmla="*/ 6350 h 6276813"/>
              <a:gd name="connsiteX4" fmla="*/ 0 w 2809766"/>
              <a:gd name="connsiteY4" fmla="*/ 6276437 h 6276813"/>
              <a:gd name="connsiteX0" fmla="*/ 0 w 3264621"/>
              <a:gd name="connsiteY0" fmla="*/ 6270087 h 6270463"/>
              <a:gd name="connsiteX1" fmla="*/ 500519 w 3264621"/>
              <a:gd name="connsiteY1" fmla="*/ 6270463 h 6270463"/>
              <a:gd name="connsiteX2" fmla="*/ 3264621 w 3264621"/>
              <a:gd name="connsiteY2" fmla="*/ 3028 h 6270463"/>
              <a:gd name="connsiteX3" fmla="*/ 2768975 w 3264621"/>
              <a:gd name="connsiteY3" fmla="*/ 0 h 6270463"/>
              <a:gd name="connsiteX4" fmla="*/ 0 w 3264621"/>
              <a:gd name="connsiteY4" fmla="*/ 6270087 h 6270463"/>
              <a:gd name="connsiteX0" fmla="*/ 0 w 3264621"/>
              <a:gd name="connsiteY0" fmla="*/ 6267059 h 6267435"/>
              <a:gd name="connsiteX1" fmla="*/ 500519 w 3264621"/>
              <a:gd name="connsiteY1" fmla="*/ 6267435 h 6267435"/>
              <a:gd name="connsiteX2" fmla="*/ 3264621 w 3264621"/>
              <a:gd name="connsiteY2" fmla="*/ 0 h 6267435"/>
              <a:gd name="connsiteX3" fmla="*/ 3214452 w 3264621"/>
              <a:gd name="connsiteY3" fmla="*/ 1661 h 6267435"/>
              <a:gd name="connsiteX4" fmla="*/ 0 w 3264621"/>
              <a:gd name="connsiteY4" fmla="*/ 6267059 h 626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4621" h="6267435">
                <a:moveTo>
                  <a:pt x="0" y="6267059"/>
                </a:moveTo>
                <a:lnTo>
                  <a:pt x="500519" y="6267435"/>
                </a:lnTo>
                <a:lnTo>
                  <a:pt x="3264621" y="0"/>
                </a:lnTo>
                <a:lnTo>
                  <a:pt x="3214452" y="1661"/>
                </a:lnTo>
                <a:lnTo>
                  <a:pt x="0" y="6267059"/>
                </a:lnTo>
                <a:close/>
              </a:path>
            </a:pathLst>
          </a:custGeom>
          <a:gradFill>
            <a:gsLst>
              <a:gs pos="52000">
                <a:schemeClr val="accent4"/>
              </a:gs>
              <a:gs pos="90000">
                <a:schemeClr val="accent6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CFA18D-DA29-BDC1-5ACF-07C62EC2C9E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8610D5A-7842-DCBF-E36C-71BF86070E2C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Freeform 6">
            <a:extLst>
              <a:ext uri="{FF2B5EF4-FFF2-40B4-BE49-F238E27FC236}">
                <a16:creationId xmlns:a16="http://schemas.microsoft.com/office/drawing/2014/main" id="{7002CE02-A9AF-E942-0AA6-F3D26A719EF0}"/>
              </a:ext>
            </a:extLst>
          </p:cNvPr>
          <p:cNvSpPr/>
          <p:nvPr userDrawn="1"/>
        </p:nvSpPr>
        <p:spPr>
          <a:xfrm>
            <a:off x="4830121" y="-3"/>
            <a:ext cx="3566904" cy="6858004"/>
          </a:xfrm>
          <a:custGeom>
            <a:avLst/>
            <a:gdLst>
              <a:gd name="connsiteX0" fmla="*/ 0 w 3200400"/>
              <a:gd name="connsiteY0" fmla="*/ 6276813 h 6276813"/>
              <a:gd name="connsiteX1" fmla="*/ 891153 w 3200400"/>
              <a:gd name="connsiteY1" fmla="*/ 6276813 h 6276813"/>
              <a:gd name="connsiteX2" fmla="*/ 3200400 w 3200400"/>
              <a:gd name="connsiteY2" fmla="*/ 0 h 6276813"/>
              <a:gd name="connsiteX3" fmla="*/ 3115159 w 3200400"/>
              <a:gd name="connsiteY3" fmla="*/ 0 h 6276813"/>
              <a:gd name="connsiteX4" fmla="*/ 0 w 3200400"/>
              <a:gd name="connsiteY4" fmla="*/ 6276813 h 6276813"/>
              <a:gd name="connsiteX0" fmla="*/ 0 w 3254644"/>
              <a:gd name="connsiteY0" fmla="*/ 6284563 h 6284563"/>
              <a:gd name="connsiteX1" fmla="*/ 945397 w 3254644"/>
              <a:gd name="connsiteY1" fmla="*/ 6276813 h 6284563"/>
              <a:gd name="connsiteX2" fmla="*/ 3254644 w 3254644"/>
              <a:gd name="connsiteY2" fmla="*/ 0 h 6284563"/>
              <a:gd name="connsiteX3" fmla="*/ 3169403 w 3254644"/>
              <a:gd name="connsiteY3" fmla="*/ 0 h 6284563"/>
              <a:gd name="connsiteX4" fmla="*/ 0 w 3254644"/>
              <a:gd name="connsiteY4" fmla="*/ 6284563 h 6284563"/>
              <a:gd name="connsiteX0" fmla="*/ 0 w 3285640"/>
              <a:gd name="connsiteY0" fmla="*/ 6284563 h 6284563"/>
              <a:gd name="connsiteX1" fmla="*/ 976393 w 3285640"/>
              <a:gd name="connsiteY1" fmla="*/ 6276813 h 6284563"/>
              <a:gd name="connsiteX2" fmla="*/ 3285640 w 3285640"/>
              <a:gd name="connsiteY2" fmla="*/ 0 h 6284563"/>
              <a:gd name="connsiteX3" fmla="*/ 3200399 w 3285640"/>
              <a:gd name="connsiteY3" fmla="*/ 0 h 6284563"/>
              <a:gd name="connsiteX4" fmla="*/ 0 w 3285640"/>
              <a:gd name="connsiteY4" fmla="*/ 6284563 h 6284563"/>
              <a:gd name="connsiteX0" fmla="*/ 0 w 2812941"/>
              <a:gd name="connsiteY0" fmla="*/ 6292312 h 6292312"/>
              <a:gd name="connsiteX1" fmla="*/ 503694 w 2812941"/>
              <a:gd name="connsiteY1" fmla="*/ 6276813 h 6292312"/>
              <a:gd name="connsiteX2" fmla="*/ 2812941 w 2812941"/>
              <a:gd name="connsiteY2" fmla="*/ 0 h 6292312"/>
              <a:gd name="connsiteX3" fmla="*/ 2727700 w 2812941"/>
              <a:gd name="connsiteY3" fmla="*/ 0 h 6292312"/>
              <a:gd name="connsiteX4" fmla="*/ 0 w 2812941"/>
              <a:gd name="connsiteY4" fmla="*/ 6292312 h 6292312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24525 w 2809766"/>
              <a:gd name="connsiteY3" fmla="*/ 0 h 6276813"/>
              <a:gd name="connsiteX4" fmla="*/ 0 w 2809766"/>
              <a:gd name="connsiteY4" fmla="*/ 6276437 h 6276813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68975 w 2809766"/>
              <a:gd name="connsiteY3" fmla="*/ 6350 h 6276813"/>
              <a:gd name="connsiteX4" fmla="*/ 0 w 2809766"/>
              <a:gd name="connsiteY4" fmla="*/ 6276437 h 6276813"/>
              <a:gd name="connsiteX0" fmla="*/ 0 w 3264621"/>
              <a:gd name="connsiteY0" fmla="*/ 6270087 h 6270463"/>
              <a:gd name="connsiteX1" fmla="*/ 500519 w 3264621"/>
              <a:gd name="connsiteY1" fmla="*/ 6270463 h 6270463"/>
              <a:gd name="connsiteX2" fmla="*/ 3264621 w 3264621"/>
              <a:gd name="connsiteY2" fmla="*/ 3028 h 6270463"/>
              <a:gd name="connsiteX3" fmla="*/ 2768975 w 3264621"/>
              <a:gd name="connsiteY3" fmla="*/ 0 h 6270463"/>
              <a:gd name="connsiteX4" fmla="*/ 0 w 3264621"/>
              <a:gd name="connsiteY4" fmla="*/ 6270087 h 6270463"/>
              <a:gd name="connsiteX0" fmla="*/ 0 w 3264621"/>
              <a:gd name="connsiteY0" fmla="*/ 6267059 h 6267435"/>
              <a:gd name="connsiteX1" fmla="*/ 500519 w 3264621"/>
              <a:gd name="connsiteY1" fmla="*/ 6267435 h 6267435"/>
              <a:gd name="connsiteX2" fmla="*/ 3264621 w 3264621"/>
              <a:gd name="connsiteY2" fmla="*/ 0 h 6267435"/>
              <a:gd name="connsiteX3" fmla="*/ 3214452 w 3264621"/>
              <a:gd name="connsiteY3" fmla="*/ 1661 h 6267435"/>
              <a:gd name="connsiteX4" fmla="*/ 0 w 3264621"/>
              <a:gd name="connsiteY4" fmla="*/ 6267059 h 626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4621" h="6267435">
                <a:moveTo>
                  <a:pt x="0" y="6267059"/>
                </a:moveTo>
                <a:lnTo>
                  <a:pt x="500519" y="6267435"/>
                </a:lnTo>
                <a:lnTo>
                  <a:pt x="3264621" y="0"/>
                </a:lnTo>
                <a:lnTo>
                  <a:pt x="3214452" y="1661"/>
                </a:lnTo>
                <a:lnTo>
                  <a:pt x="0" y="6267059"/>
                </a:lnTo>
                <a:close/>
              </a:path>
            </a:pathLst>
          </a:custGeom>
          <a:gradFill>
            <a:gsLst>
              <a:gs pos="52000">
                <a:schemeClr val="accent4"/>
              </a:gs>
              <a:gs pos="90000">
                <a:schemeClr val="accent6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50911549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+ Image Green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347A47-ADDB-726A-B2AC-AF6601AB38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29381" y="1"/>
            <a:ext cx="6862619" cy="6866620"/>
          </a:xfrm>
          <a:custGeom>
            <a:avLst/>
            <a:gdLst>
              <a:gd name="connsiteX0" fmla="*/ 2766197 w 6558116"/>
              <a:gd name="connsiteY0" fmla="*/ 0 h 6276807"/>
              <a:gd name="connsiteX1" fmla="*/ 6558116 w 6558116"/>
              <a:gd name="connsiteY1" fmla="*/ 0 h 6276807"/>
              <a:gd name="connsiteX2" fmla="*/ 6558116 w 6558116"/>
              <a:gd name="connsiteY2" fmla="*/ 6276807 h 6276807"/>
              <a:gd name="connsiteX3" fmla="*/ 0 w 6558116"/>
              <a:gd name="connsiteY3" fmla="*/ 6276807 h 6276807"/>
              <a:gd name="connsiteX4" fmla="*/ 0 w 6558116"/>
              <a:gd name="connsiteY4" fmla="*/ 6276241 h 6276807"/>
              <a:gd name="connsiteX0" fmla="*/ 2939983 w 6731902"/>
              <a:gd name="connsiteY0" fmla="*/ 0 h 6276807"/>
              <a:gd name="connsiteX1" fmla="*/ 6731902 w 6731902"/>
              <a:gd name="connsiteY1" fmla="*/ 0 h 6276807"/>
              <a:gd name="connsiteX2" fmla="*/ 6731902 w 6731902"/>
              <a:gd name="connsiteY2" fmla="*/ 6276807 h 6276807"/>
              <a:gd name="connsiteX3" fmla="*/ 173786 w 6731902"/>
              <a:gd name="connsiteY3" fmla="*/ 6276807 h 6276807"/>
              <a:gd name="connsiteX4" fmla="*/ 0 w 6731902"/>
              <a:gd name="connsiteY4" fmla="*/ 6242427 h 6276807"/>
              <a:gd name="connsiteX5" fmla="*/ 2939983 w 6731902"/>
              <a:gd name="connsiteY5" fmla="*/ 0 h 6276807"/>
              <a:gd name="connsiteX0" fmla="*/ 2949130 w 6731902"/>
              <a:gd name="connsiteY0" fmla="*/ 0 h 6276807"/>
              <a:gd name="connsiteX1" fmla="*/ 6731902 w 6731902"/>
              <a:gd name="connsiteY1" fmla="*/ 0 h 6276807"/>
              <a:gd name="connsiteX2" fmla="*/ 6731902 w 6731902"/>
              <a:gd name="connsiteY2" fmla="*/ 6276807 h 6276807"/>
              <a:gd name="connsiteX3" fmla="*/ 173786 w 6731902"/>
              <a:gd name="connsiteY3" fmla="*/ 6276807 h 6276807"/>
              <a:gd name="connsiteX4" fmla="*/ 0 w 6731902"/>
              <a:gd name="connsiteY4" fmla="*/ 6242427 h 6276807"/>
              <a:gd name="connsiteX5" fmla="*/ 2949130 w 6731902"/>
              <a:gd name="connsiteY5" fmla="*/ 0 h 6276807"/>
              <a:gd name="connsiteX0" fmla="*/ 2967300 w 6750072"/>
              <a:gd name="connsiteY0" fmla="*/ 0 h 6284696"/>
              <a:gd name="connsiteX1" fmla="*/ 6750072 w 6750072"/>
              <a:gd name="connsiteY1" fmla="*/ 0 h 6284696"/>
              <a:gd name="connsiteX2" fmla="*/ 6750072 w 6750072"/>
              <a:gd name="connsiteY2" fmla="*/ 6276807 h 6284696"/>
              <a:gd name="connsiteX3" fmla="*/ 191956 w 6750072"/>
              <a:gd name="connsiteY3" fmla="*/ 6276807 h 6284696"/>
              <a:gd name="connsiteX4" fmla="*/ 0 w 6750072"/>
              <a:gd name="connsiteY4" fmla="*/ 6284696 h 6284696"/>
              <a:gd name="connsiteX5" fmla="*/ 2967300 w 6750072"/>
              <a:gd name="connsiteY5" fmla="*/ 0 h 6284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0072" h="6284696">
                <a:moveTo>
                  <a:pt x="2967300" y="0"/>
                </a:moveTo>
                <a:lnTo>
                  <a:pt x="6750072" y="0"/>
                </a:lnTo>
                <a:lnTo>
                  <a:pt x="6750072" y="6276807"/>
                </a:lnTo>
                <a:lnTo>
                  <a:pt x="191956" y="6276807"/>
                </a:lnTo>
                <a:lnTo>
                  <a:pt x="0" y="6284696"/>
                </a:lnTo>
                <a:cubicBezTo>
                  <a:pt x="922066" y="4192616"/>
                  <a:pt x="2045234" y="2092080"/>
                  <a:pt x="2967300" y="0"/>
                </a:cubicBezTo>
                <a:close/>
              </a:path>
            </a:pathLst>
          </a:custGeom>
          <a:pattFill prst="smConfetti">
            <a:fgClr>
              <a:schemeClr val="bg2"/>
            </a:fgClr>
            <a:bgClr>
              <a:schemeClr val="bg1"/>
            </a:bgClr>
          </a:pattFill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Figtree Medium" pitchFamily="2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938C98-750F-B989-E8A2-47D33F5F8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689" y="457200"/>
            <a:ext cx="4602999" cy="1600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4000"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2D103-5877-6749-18AE-0555B8B45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688" y="2425491"/>
            <a:ext cx="4602997" cy="33321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Figtree" pitchFamily="2" charset="0"/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B6BC089-6024-60CC-51A6-E270462E81F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9B28ACF-39D2-C671-C9B4-9D48311B4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Freeform 2">
            <a:extLst>
              <a:ext uri="{FF2B5EF4-FFF2-40B4-BE49-F238E27FC236}">
                <a16:creationId xmlns:a16="http://schemas.microsoft.com/office/drawing/2014/main" id="{FC5B0D56-4627-AC4F-11C1-0BC865D7A1E5}"/>
              </a:ext>
            </a:extLst>
          </p:cNvPr>
          <p:cNvSpPr/>
          <p:nvPr/>
        </p:nvSpPr>
        <p:spPr>
          <a:xfrm>
            <a:off x="4830121" y="-5"/>
            <a:ext cx="3566904" cy="6858005"/>
          </a:xfrm>
          <a:custGeom>
            <a:avLst/>
            <a:gdLst>
              <a:gd name="connsiteX0" fmla="*/ 0 w 3200400"/>
              <a:gd name="connsiteY0" fmla="*/ 6276813 h 6276813"/>
              <a:gd name="connsiteX1" fmla="*/ 891153 w 3200400"/>
              <a:gd name="connsiteY1" fmla="*/ 6276813 h 6276813"/>
              <a:gd name="connsiteX2" fmla="*/ 3200400 w 3200400"/>
              <a:gd name="connsiteY2" fmla="*/ 0 h 6276813"/>
              <a:gd name="connsiteX3" fmla="*/ 3115159 w 3200400"/>
              <a:gd name="connsiteY3" fmla="*/ 0 h 6276813"/>
              <a:gd name="connsiteX4" fmla="*/ 0 w 3200400"/>
              <a:gd name="connsiteY4" fmla="*/ 6276813 h 6276813"/>
              <a:gd name="connsiteX0" fmla="*/ 0 w 3254644"/>
              <a:gd name="connsiteY0" fmla="*/ 6284563 h 6284563"/>
              <a:gd name="connsiteX1" fmla="*/ 945397 w 3254644"/>
              <a:gd name="connsiteY1" fmla="*/ 6276813 h 6284563"/>
              <a:gd name="connsiteX2" fmla="*/ 3254644 w 3254644"/>
              <a:gd name="connsiteY2" fmla="*/ 0 h 6284563"/>
              <a:gd name="connsiteX3" fmla="*/ 3169403 w 3254644"/>
              <a:gd name="connsiteY3" fmla="*/ 0 h 6284563"/>
              <a:gd name="connsiteX4" fmla="*/ 0 w 3254644"/>
              <a:gd name="connsiteY4" fmla="*/ 6284563 h 6284563"/>
              <a:gd name="connsiteX0" fmla="*/ 0 w 3285640"/>
              <a:gd name="connsiteY0" fmla="*/ 6284563 h 6284563"/>
              <a:gd name="connsiteX1" fmla="*/ 976393 w 3285640"/>
              <a:gd name="connsiteY1" fmla="*/ 6276813 h 6284563"/>
              <a:gd name="connsiteX2" fmla="*/ 3285640 w 3285640"/>
              <a:gd name="connsiteY2" fmla="*/ 0 h 6284563"/>
              <a:gd name="connsiteX3" fmla="*/ 3200399 w 3285640"/>
              <a:gd name="connsiteY3" fmla="*/ 0 h 6284563"/>
              <a:gd name="connsiteX4" fmla="*/ 0 w 3285640"/>
              <a:gd name="connsiteY4" fmla="*/ 6284563 h 6284563"/>
              <a:gd name="connsiteX0" fmla="*/ 0 w 2812941"/>
              <a:gd name="connsiteY0" fmla="*/ 6292312 h 6292312"/>
              <a:gd name="connsiteX1" fmla="*/ 503694 w 2812941"/>
              <a:gd name="connsiteY1" fmla="*/ 6276813 h 6292312"/>
              <a:gd name="connsiteX2" fmla="*/ 2812941 w 2812941"/>
              <a:gd name="connsiteY2" fmla="*/ 0 h 6292312"/>
              <a:gd name="connsiteX3" fmla="*/ 2727700 w 2812941"/>
              <a:gd name="connsiteY3" fmla="*/ 0 h 6292312"/>
              <a:gd name="connsiteX4" fmla="*/ 0 w 2812941"/>
              <a:gd name="connsiteY4" fmla="*/ 6292312 h 6292312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24525 w 2809766"/>
              <a:gd name="connsiteY3" fmla="*/ 0 h 6276813"/>
              <a:gd name="connsiteX4" fmla="*/ 0 w 2809766"/>
              <a:gd name="connsiteY4" fmla="*/ 6276437 h 6276813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68975 w 2809766"/>
              <a:gd name="connsiteY3" fmla="*/ 6350 h 6276813"/>
              <a:gd name="connsiteX4" fmla="*/ 0 w 2809766"/>
              <a:gd name="connsiteY4" fmla="*/ 6276437 h 6276813"/>
              <a:gd name="connsiteX0" fmla="*/ 0 w 3264621"/>
              <a:gd name="connsiteY0" fmla="*/ 6270087 h 6270463"/>
              <a:gd name="connsiteX1" fmla="*/ 500519 w 3264621"/>
              <a:gd name="connsiteY1" fmla="*/ 6270463 h 6270463"/>
              <a:gd name="connsiteX2" fmla="*/ 3264621 w 3264621"/>
              <a:gd name="connsiteY2" fmla="*/ 3028 h 6270463"/>
              <a:gd name="connsiteX3" fmla="*/ 2768975 w 3264621"/>
              <a:gd name="connsiteY3" fmla="*/ 0 h 6270463"/>
              <a:gd name="connsiteX4" fmla="*/ 0 w 3264621"/>
              <a:gd name="connsiteY4" fmla="*/ 6270087 h 6270463"/>
              <a:gd name="connsiteX0" fmla="*/ 0 w 3264621"/>
              <a:gd name="connsiteY0" fmla="*/ 6267059 h 6267435"/>
              <a:gd name="connsiteX1" fmla="*/ 500519 w 3264621"/>
              <a:gd name="connsiteY1" fmla="*/ 6267435 h 6267435"/>
              <a:gd name="connsiteX2" fmla="*/ 3264621 w 3264621"/>
              <a:gd name="connsiteY2" fmla="*/ 0 h 6267435"/>
              <a:gd name="connsiteX3" fmla="*/ 3214452 w 3264621"/>
              <a:gd name="connsiteY3" fmla="*/ 1661 h 6267435"/>
              <a:gd name="connsiteX4" fmla="*/ 0 w 3264621"/>
              <a:gd name="connsiteY4" fmla="*/ 6267059 h 626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4621" h="6267435">
                <a:moveTo>
                  <a:pt x="0" y="6267059"/>
                </a:moveTo>
                <a:lnTo>
                  <a:pt x="500519" y="6267435"/>
                </a:lnTo>
                <a:lnTo>
                  <a:pt x="3264621" y="0"/>
                </a:lnTo>
                <a:lnTo>
                  <a:pt x="3214452" y="1661"/>
                </a:lnTo>
                <a:lnTo>
                  <a:pt x="0" y="6267059"/>
                </a:lnTo>
                <a:close/>
              </a:path>
            </a:pathLst>
          </a:custGeom>
          <a:gradFill>
            <a:gsLst>
              <a:gs pos="44000">
                <a:schemeClr val="accent5"/>
              </a:gs>
              <a:gs pos="81000">
                <a:schemeClr val="accent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08CC3B-A5B5-B3A7-1555-9B9BD8AA76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01FAAE-1314-3634-644A-EE7559A50427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Freeform 6">
            <a:extLst>
              <a:ext uri="{FF2B5EF4-FFF2-40B4-BE49-F238E27FC236}">
                <a16:creationId xmlns:a16="http://schemas.microsoft.com/office/drawing/2014/main" id="{C6F08C24-0FA8-FF52-02F6-6852BDAAC7D0}"/>
              </a:ext>
            </a:extLst>
          </p:cNvPr>
          <p:cNvSpPr/>
          <p:nvPr userDrawn="1"/>
        </p:nvSpPr>
        <p:spPr>
          <a:xfrm>
            <a:off x="4830121" y="-5"/>
            <a:ext cx="3566904" cy="6858005"/>
          </a:xfrm>
          <a:custGeom>
            <a:avLst/>
            <a:gdLst>
              <a:gd name="connsiteX0" fmla="*/ 0 w 3200400"/>
              <a:gd name="connsiteY0" fmla="*/ 6276813 h 6276813"/>
              <a:gd name="connsiteX1" fmla="*/ 891153 w 3200400"/>
              <a:gd name="connsiteY1" fmla="*/ 6276813 h 6276813"/>
              <a:gd name="connsiteX2" fmla="*/ 3200400 w 3200400"/>
              <a:gd name="connsiteY2" fmla="*/ 0 h 6276813"/>
              <a:gd name="connsiteX3" fmla="*/ 3115159 w 3200400"/>
              <a:gd name="connsiteY3" fmla="*/ 0 h 6276813"/>
              <a:gd name="connsiteX4" fmla="*/ 0 w 3200400"/>
              <a:gd name="connsiteY4" fmla="*/ 6276813 h 6276813"/>
              <a:gd name="connsiteX0" fmla="*/ 0 w 3254644"/>
              <a:gd name="connsiteY0" fmla="*/ 6284563 h 6284563"/>
              <a:gd name="connsiteX1" fmla="*/ 945397 w 3254644"/>
              <a:gd name="connsiteY1" fmla="*/ 6276813 h 6284563"/>
              <a:gd name="connsiteX2" fmla="*/ 3254644 w 3254644"/>
              <a:gd name="connsiteY2" fmla="*/ 0 h 6284563"/>
              <a:gd name="connsiteX3" fmla="*/ 3169403 w 3254644"/>
              <a:gd name="connsiteY3" fmla="*/ 0 h 6284563"/>
              <a:gd name="connsiteX4" fmla="*/ 0 w 3254644"/>
              <a:gd name="connsiteY4" fmla="*/ 6284563 h 6284563"/>
              <a:gd name="connsiteX0" fmla="*/ 0 w 3285640"/>
              <a:gd name="connsiteY0" fmla="*/ 6284563 h 6284563"/>
              <a:gd name="connsiteX1" fmla="*/ 976393 w 3285640"/>
              <a:gd name="connsiteY1" fmla="*/ 6276813 h 6284563"/>
              <a:gd name="connsiteX2" fmla="*/ 3285640 w 3285640"/>
              <a:gd name="connsiteY2" fmla="*/ 0 h 6284563"/>
              <a:gd name="connsiteX3" fmla="*/ 3200399 w 3285640"/>
              <a:gd name="connsiteY3" fmla="*/ 0 h 6284563"/>
              <a:gd name="connsiteX4" fmla="*/ 0 w 3285640"/>
              <a:gd name="connsiteY4" fmla="*/ 6284563 h 6284563"/>
              <a:gd name="connsiteX0" fmla="*/ 0 w 2812941"/>
              <a:gd name="connsiteY0" fmla="*/ 6292312 h 6292312"/>
              <a:gd name="connsiteX1" fmla="*/ 503694 w 2812941"/>
              <a:gd name="connsiteY1" fmla="*/ 6276813 h 6292312"/>
              <a:gd name="connsiteX2" fmla="*/ 2812941 w 2812941"/>
              <a:gd name="connsiteY2" fmla="*/ 0 h 6292312"/>
              <a:gd name="connsiteX3" fmla="*/ 2727700 w 2812941"/>
              <a:gd name="connsiteY3" fmla="*/ 0 h 6292312"/>
              <a:gd name="connsiteX4" fmla="*/ 0 w 2812941"/>
              <a:gd name="connsiteY4" fmla="*/ 6292312 h 6292312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24525 w 2809766"/>
              <a:gd name="connsiteY3" fmla="*/ 0 h 6276813"/>
              <a:gd name="connsiteX4" fmla="*/ 0 w 2809766"/>
              <a:gd name="connsiteY4" fmla="*/ 6276437 h 6276813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68975 w 2809766"/>
              <a:gd name="connsiteY3" fmla="*/ 6350 h 6276813"/>
              <a:gd name="connsiteX4" fmla="*/ 0 w 2809766"/>
              <a:gd name="connsiteY4" fmla="*/ 6276437 h 6276813"/>
              <a:gd name="connsiteX0" fmla="*/ 0 w 3264621"/>
              <a:gd name="connsiteY0" fmla="*/ 6270087 h 6270463"/>
              <a:gd name="connsiteX1" fmla="*/ 500519 w 3264621"/>
              <a:gd name="connsiteY1" fmla="*/ 6270463 h 6270463"/>
              <a:gd name="connsiteX2" fmla="*/ 3264621 w 3264621"/>
              <a:gd name="connsiteY2" fmla="*/ 3028 h 6270463"/>
              <a:gd name="connsiteX3" fmla="*/ 2768975 w 3264621"/>
              <a:gd name="connsiteY3" fmla="*/ 0 h 6270463"/>
              <a:gd name="connsiteX4" fmla="*/ 0 w 3264621"/>
              <a:gd name="connsiteY4" fmla="*/ 6270087 h 6270463"/>
              <a:gd name="connsiteX0" fmla="*/ 0 w 3264621"/>
              <a:gd name="connsiteY0" fmla="*/ 6267059 h 6267435"/>
              <a:gd name="connsiteX1" fmla="*/ 500519 w 3264621"/>
              <a:gd name="connsiteY1" fmla="*/ 6267435 h 6267435"/>
              <a:gd name="connsiteX2" fmla="*/ 3264621 w 3264621"/>
              <a:gd name="connsiteY2" fmla="*/ 0 h 6267435"/>
              <a:gd name="connsiteX3" fmla="*/ 3214452 w 3264621"/>
              <a:gd name="connsiteY3" fmla="*/ 1661 h 6267435"/>
              <a:gd name="connsiteX4" fmla="*/ 0 w 3264621"/>
              <a:gd name="connsiteY4" fmla="*/ 6267059 h 626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4621" h="6267435">
                <a:moveTo>
                  <a:pt x="0" y="6267059"/>
                </a:moveTo>
                <a:lnTo>
                  <a:pt x="500519" y="6267435"/>
                </a:lnTo>
                <a:lnTo>
                  <a:pt x="3264621" y="0"/>
                </a:lnTo>
                <a:lnTo>
                  <a:pt x="3214452" y="1661"/>
                </a:lnTo>
                <a:lnTo>
                  <a:pt x="0" y="6267059"/>
                </a:lnTo>
                <a:close/>
              </a:path>
            </a:pathLst>
          </a:custGeom>
          <a:gradFill>
            <a:gsLst>
              <a:gs pos="44000">
                <a:schemeClr val="accent5"/>
              </a:gs>
              <a:gs pos="81000">
                <a:schemeClr val="accent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56753372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+ Image Gold (Orang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347A47-ADDB-726A-B2AC-AF6601AB38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29381" y="1"/>
            <a:ext cx="6862619" cy="6866620"/>
          </a:xfrm>
          <a:custGeom>
            <a:avLst/>
            <a:gdLst>
              <a:gd name="connsiteX0" fmla="*/ 2766197 w 6558116"/>
              <a:gd name="connsiteY0" fmla="*/ 0 h 6276807"/>
              <a:gd name="connsiteX1" fmla="*/ 6558116 w 6558116"/>
              <a:gd name="connsiteY1" fmla="*/ 0 h 6276807"/>
              <a:gd name="connsiteX2" fmla="*/ 6558116 w 6558116"/>
              <a:gd name="connsiteY2" fmla="*/ 6276807 h 6276807"/>
              <a:gd name="connsiteX3" fmla="*/ 0 w 6558116"/>
              <a:gd name="connsiteY3" fmla="*/ 6276807 h 6276807"/>
              <a:gd name="connsiteX4" fmla="*/ 0 w 6558116"/>
              <a:gd name="connsiteY4" fmla="*/ 6276241 h 6276807"/>
              <a:gd name="connsiteX0" fmla="*/ 2939983 w 6731902"/>
              <a:gd name="connsiteY0" fmla="*/ 0 h 6276807"/>
              <a:gd name="connsiteX1" fmla="*/ 6731902 w 6731902"/>
              <a:gd name="connsiteY1" fmla="*/ 0 h 6276807"/>
              <a:gd name="connsiteX2" fmla="*/ 6731902 w 6731902"/>
              <a:gd name="connsiteY2" fmla="*/ 6276807 h 6276807"/>
              <a:gd name="connsiteX3" fmla="*/ 173786 w 6731902"/>
              <a:gd name="connsiteY3" fmla="*/ 6276807 h 6276807"/>
              <a:gd name="connsiteX4" fmla="*/ 0 w 6731902"/>
              <a:gd name="connsiteY4" fmla="*/ 6242427 h 6276807"/>
              <a:gd name="connsiteX5" fmla="*/ 2939983 w 6731902"/>
              <a:gd name="connsiteY5" fmla="*/ 0 h 6276807"/>
              <a:gd name="connsiteX0" fmla="*/ 2949130 w 6731902"/>
              <a:gd name="connsiteY0" fmla="*/ 0 h 6276807"/>
              <a:gd name="connsiteX1" fmla="*/ 6731902 w 6731902"/>
              <a:gd name="connsiteY1" fmla="*/ 0 h 6276807"/>
              <a:gd name="connsiteX2" fmla="*/ 6731902 w 6731902"/>
              <a:gd name="connsiteY2" fmla="*/ 6276807 h 6276807"/>
              <a:gd name="connsiteX3" fmla="*/ 173786 w 6731902"/>
              <a:gd name="connsiteY3" fmla="*/ 6276807 h 6276807"/>
              <a:gd name="connsiteX4" fmla="*/ 0 w 6731902"/>
              <a:gd name="connsiteY4" fmla="*/ 6242427 h 6276807"/>
              <a:gd name="connsiteX5" fmla="*/ 2949130 w 6731902"/>
              <a:gd name="connsiteY5" fmla="*/ 0 h 6276807"/>
              <a:gd name="connsiteX0" fmla="*/ 2967300 w 6750072"/>
              <a:gd name="connsiteY0" fmla="*/ 0 h 6284696"/>
              <a:gd name="connsiteX1" fmla="*/ 6750072 w 6750072"/>
              <a:gd name="connsiteY1" fmla="*/ 0 h 6284696"/>
              <a:gd name="connsiteX2" fmla="*/ 6750072 w 6750072"/>
              <a:gd name="connsiteY2" fmla="*/ 6276807 h 6284696"/>
              <a:gd name="connsiteX3" fmla="*/ 191956 w 6750072"/>
              <a:gd name="connsiteY3" fmla="*/ 6276807 h 6284696"/>
              <a:gd name="connsiteX4" fmla="*/ 0 w 6750072"/>
              <a:gd name="connsiteY4" fmla="*/ 6284696 h 6284696"/>
              <a:gd name="connsiteX5" fmla="*/ 2967300 w 6750072"/>
              <a:gd name="connsiteY5" fmla="*/ 0 h 6284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0072" h="6284696">
                <a:moveTo>
                  <a:pt x="2967300" y="0"/>
                </a:moveTo>
                <a:lnTo>
                  <a:pt x="6750072" y="0"/>
                </a:lnTo>
                <a:lnTo>
                  <a:pt x="6750072" y="6276807"/>
                </a:lnTo>
                <a:lnTo>
                  <a:pt x="191956" y="6276807"/>
                </a:lnTo>
                <a:lnTo>
                  <a:pt x="0" y="6284696"/>
                </a:lnTo>
                <a:cubicBezTo>
                  <a:pt x="922066" y="4192616"/>
                  <a:pt x="2045234" y="2092080"/>
                  <a:pt x="2967300" y="0"/>
                </a:cubicBezTo>
                <a:close/>
              </a:path>
            </a:pathLst>
          </a:custGeom>
          <a:pattFill prst="smConfetti">
            <a:fgClr>
              <a:schemeClr val="bg2"/>
            </a:fgClr>
            <a:bgClr>
              <a:schemeClr val="bg1"/>
            </a:bgClr>
          </a:pattFill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Figtree Medium" pitchFamily="2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938C98-750F-B989-E8A2-47D33F5F8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689" y="457200"/>
            <a:ext cx="4602999" cy="1600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4000"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2D103-5877-6749-18AE-0555B8B45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688" y="2425491"/>
            <a:ext cx="4602997" cy="33321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Figtree" pitchFamily="2" charset="0"/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B6BC089-6024-60CC-51A6-E270462E81F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9B28ACF-39D2-C671-C9B4-9D48311B4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Freeform 2">
            <a:extLst>
              <a:ext uri="{FF2B5EF4-FFF2-40B4-BE49-F238E27FC236}">
                <a16:creationId xmlns:a16="http://schemas.microsoft.com/office/drawing/2014/main" id="{8CECBD81-6D94-EBB2-5099-28510DA055F7}"/>
              </a:ext>
            </a:extLst>
          </p:cNvPr>
          <p:cNvSpPr/>
          <p:nvPr/>
        </p:nvSpPr>
        <p:spPr>
          <a:xfrm>
            <a:off x="4830121" y="-3"/>
            <a:ext cx="3566904" cy="6858004"/>
          </a:xfrm>
          <a:custGeom>
            <a:avLst/>
            <a:gdLst>
              <a:gd name="connsiteX0" fmla="*/ 0 w 3200400"/>
              <a:gd name="connsiteY0" fmla="*/ 6276813 h 6276813"/>
              <a:gd name="connsiteX1" fmla="*/ 891153 w 3200400"/>
              <a:gd name="connsiteY1" fmla="*/ 6276813 h 6276813"/>
              <a:gd name="connsiteX2" fmla="*/ 3200400 w 3200400"/>
              <a:gd name="connsiteY2" fmla="*/ 0 h 6276813"/>
              <a:gd name="connsiteX3" fmla="*/ 3115159 w 3200400"/>
              <a:gd name="connsiteY3" fmla="*/ 0 h 6276813"/>
              <a:gd name="connsiteX4" fmla="*/ 0 w 3200400"/>
              <a:gd name="connsiteY4" fmla="*/ 6276813 h 6276813"/>
              <a:gd name="connsiteX0" fmla="*/ 0 w 3254644"/>
              <a:gd name="connsiteY0" fmla="*/ 6284563 h 6284563"/>
              <a:gd name="connsiteX1" fmla="*/ 945397 w 3254644"/>
              <a:gd name="connsiteY1" fmla="*/ 6276813 h 6284563"/>
              <a:gd name="connsiteX2" fmla="*/ 3254644 w 3254644"/>
              <a:gd name="connsiteY2" fmla="*/ 0 h 6284563"/>
              <a:gd name="connsiteX3" fmla="*/ 3169403 w 3254644"/>
              <a:gd name="connsiteY3" fmla="*/ 0 h 6284563"/>
              <a:gd name="connsiteX4" fmla="*/ 0 w 3254644"/>
              <a:gd name="connsiteY4" fmla="*/ 6284563 h 6284563"/>
              <a:gd name="connsiteX0" fmla="*/ 0 w 3285640"/>
              <a:gd name="connsiteY0" fmla="*/ 6284563 h 6284563"/>
              <a:gd name="connsiteX1" fmla="*/ 976393 w 3285640"/>
              <a:gd name="connsiteY1" fmla="*/ 6276813 h 6284563"/>
              <a:gd name="connsiteX2" fmla="*/ 3285640 w 3285640"/>
              <a:gd name="connsiteY2" fmla="*/ 0 h 6284563"/>
              <a:gd name="connsiteX3" fmla="*/ 3200399 w 3285640"/>
              <a:gd name="connsiteY3" fmla="*/ 0 h 6284563"/>
              <a:gd name="connsiteX4" fmla="*/ 0 w 3285640"/>
              <a:gd name="connsiteY4" fmla="*/ 6284563 h 6284563"/>
              <a:gd name="connsiteX0" fmla="*/ 0 w 2812941"/>
              <a:gd name="connsiteY0" fmla="*/ 6292312 h 6292312"/>
              <a:gd name="connsiteX1" fmla="*/ 503694 w 2812941"/>
              <a:gd name="connsiteY1" fmla="*/ 6276813 h 6292312"/>
              <a:gd name="connsiteX2" fmla="*/ 2812941 w 2812941"/>
              <a:gd name="connsiteY2" fmla="*/ 0 h 6292312"/>
              <a:gd name="connsiteX3" fmla="*/ 2727700 w 2812941"/>
              <a:gd name="connsiteY3" fmla="*/ 0 h 6292312"/>
              <a:gd name="connsiteX4" fmla="*/ 0 w 2812941"/>
              <a:gd name="connsiteY4" fmla="*/ 6292312 h 6292312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24525 w 2809766"/>
              <a:gd name="connsiteY3" fmla="*/ 0 h 6276813"/>
              <a:gd name="connsiteX4" fmla="*/ 0 w 2809766"/>
              <a:gd name="connsiteY4" fmla="*/ 6276437 h 6276813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68975 w 2809766"/>
              <a:gd name="connsiteY3" fmla="*/ 6350 h 6276813"/>
              <a:gd name="connsiteX4" fmla="*/ 0 w 2809766"/>
              <a:gd name="connsiteY4" fmla="*/ 6276437 h 6276813"/>
              <a:gd name="connsiteX0" fmla="*/ 0 w 3264621"/>
              <a:gd name="connsiteY0" fmla="*/ 6270087 h 6270463"/>
              <a:gd name="connsiteX1" fmla="*/ 500519 w 3264621"/>
              <a:gd name="connsiteY1" fmla="*/ 6270463 h 6270463"/>
              <a:gd name="connsiteX2" fmla="*/ 3264621 w 3264621"/>
              <a:gd name="connsiteY2" fmla="*/ 3028 h 6270463"/>
              <a:gd name="connsiteX3" fmla="*/ 2768975 w 3264621"/>
              <a:gd name="connsiteY3" fmla="*/ 0 h 6270463"/>
              <a:gd name="connsiteX4" fmla="*/ 0 w 3264621"/>
              <a:gd name="connsiteY4" fmla="*/ 6270087 h 6270463"/>
              <a:gd name="connsiteX0" fmla="*/ 0 w 3264621"/>
              <a:gd name="connsiteY0" fmla="*/ 6267059 h 6267435"/>
              <a:gd name="connsiteX1" fmla="*/ 500519 w 3264621"/>
              <a:gd name="connsiteY1" fmla="*/ 6267435 h 6267435"/>
              <a:gd name="connsiteX2" fmla="*/ 3264621 w 3264621"/>
              <a:gd name="connsiteY2" fmla="*/ 0 h 6267435"/>
              <a:gd name="connsiteX3" fmla="*/ 3214452 w 3264621"/>
              <a:gd name="connsiteY3" fmla="*/ 1661 h 6267435"/>
              <a:gd name="connsiteX4" fmla="*/ 0 w 3264621"/>
              <a:gd name="connsiteY4" fmla="*/ 6267059 h 626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4621" h="6267435">
                <a:moveTo>
                  <a:pt x="0" y="6267059"/>
                </a:moveTo>
                <a:lnTo>
                  <a:pt x="500519" y="6267435"/>
                </a:lnTo>
                <a:lnTo>
                  <a:pt x="3264621" y="0"/>
                </a:lnTo>
                <a:lnTo>
                  <a:pt x="3214452" y="1661"/>
                </a:lnTo>
                <a:lnTo>
                  <a:pt x="0" y="6267059"/>
                </a:lnTo>
                <a:close/>
              </a:path>
            </a:pathLst>
          </a:custGeom>
          <a:gradFill>
            <a:gsLst>
              <a:gs pos="49000">
                <a:schemeClr val="accent6"/>
              </a:gs>
              <a:gs pos="87000">
                <a:schemeClr val="accent3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20E1B2-DCD8-9DA9-EB76-4A049098918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57B8D63-5F35-1D93-9D12-F118E97DE37A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Freeform 6">
            <a:extLst>
              <a:ext uri="{FF2B5EF4-FFF2-40B4-BE49-F238E27FC236}">
                <a16:creationId xmlns:a16="http://schemas.microsoft.com/office/drawing/2014/main" id="{25FDCCA8-4B22-37E2-C2AC-F8EAA5318BDC}"/>
              </a:ext>
            </a:extLst>
          </p:cNvPr>
          <p:cNvSpPr/>
          <p:nvPr userDrawn="1"/>
        </p:nvSpPr>
        <p:spPr>
          <a:xfrm>
            <a:off x="4830121" y="-3"/>
            <a:ext cx="3566904" cy="6858004"/>
          </a:xfrm>
          <a:custGeom>
            <a:avLst/>
            <a:gdLst>
              <a:gd name="connsiteX0" fmla="*/ 0 w 3200400"/>
              <a:gd name="connsiteY0" fmla="*/ 6276813 h 6276813"/>
              <a:gd name="connsiteX1" fmla="*/ 891153 w 3200400"/>
              <a:gd name="connsiteY1" fmla="*/ 6276813 h 6276813"/>
              <a:gd name="connsiteX2" fmla="*/ 3200400 w 3200400"/>
              <a:gd name="connsiteY2" fmla="*/ 0 h 6276813"/>
              <a:gd name="connsiteX3" fmla="*/ 3115159 w 3200400"/>
              <a:gd name="connsiteY3" fmla="*/ 0 h 6276813"/>
              <a:gd name="connsiteX4" fmla="*/ 0 w 3200400"/>
              <a:gd name="connsiteY4" fmla="*/ 6276813 h 6276813"/>
              <a:gd name="connsiteX0" fmla="*/ 0 w 3254644"/>
              <a:gd name="connsiteY0" fmla="*/ 6284563 h 6284563"/>
              <a:gd name="connsiteX1" fmla="*/ 945397 w 3254644"/>
              <a:gd name="connsiteY1" fmla="*/ 6276813 h 6284563"/>
              <a:gd name="connsiteX2" fmla="*/ 3254644 w 3254644"/>
              <a:gd name="connsiteY2" fmla="*/ 0 h 6284563"/>
              <a:gd name="connsiteX3" fmla="*/ 3169403 w 3254644"/>
              <a:gd name="connsiteY3" fmla="*/ 0 h 6284563"/>
              <a:gd name="connsiteX4" fmla="*/ 0 w 3254644"/>
              <a:gd name="connsiteY4" fmla="*/ 6284563 h 6284563"/>
              <a:gd name="connsiteX0" fmla="*/ 0 w 3285640"/>
              <a:gd name="connsiteY0" fmla="*/ 6284563 h 6284563"/>
              <a:gd name="connsiteX1" fmla="*/ 976393 w 3285640"/>
              <a:gd name="connsiteY1" fmla="*/ 6276813 h 6284563"/>
              <a:gd name="connsiteX2" fmla="*/ 3285640 w 3285640"/>
              <a:gd name="connsiteY2" fmla="*/ 0 h 6284563"/>
              <a:gd name="connsiteX3" fmla="*/ 3200399 w 3285640"/>
              <a:gd name="connsiteY3" fmla="*/ 0 h 6284563"/>
              <a:gd name="connsiteX4" fmla="*/ 0 w 3285640"/>
              <a:gd name="connsiteY4" fmla="*/ 6284563 h 6284563"/>
              <a:gd name="connsiteX0" fmla="*/ 0 w 2812941"/>
              <a:gd name="connsiteY0" fmla="*/ 6292312 h 6292312"/>
              <a:gd name="connsiteX1" fmla="*/ 503694 w 2812941"/>
              <a:gd name="connsiteY1" fmla="*/ 6276813 h 6292312"/>
              <a:gd name="connsiteX2" fmla="*/ 2812941 w 2812941"/>
              <a:gd name="connsiteY2" fmla="*/ 0 h 6292312"/>
              <a:gd name="connsiteX3" fmla="*/ 2727700 w 2812941"/>
              <a:gd name="connsiteY3" fmla="*/ 0 h 6292312"/>
              <a:gd name="connsiteX4" fmla="*/ 0 w 2812941"/>
              <a:gd name="connsiteY4" fmla="*/ 6292312 h 6292312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24525 w 2809766"/>
              <a:gd name="connsiteY3" fmla="*/ 0 h 6276813"/>
              <a:gd name="connsiteX4" fmla="*/ 0 w 2809766"/>
              <a:gd name="connsiteY4" fmla="*/ 6276437 h 6276813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68975 w 2809766"/>
              <a:gd name="connsiteY3" fmla="*/ 6350 h 6276813"/>
              <a:gd name="connsiteX4" fmla="*/ 0 w 2809766"/>
              <a:gd name="connsiteY4" fmla="*/ 6276437 h 6276813"/>
              <a:gd name="connsiteX0" fmla="*/ 0 w 3264621"/>
              <a:gd name="connsiteY0" fmla="*/ 6270087 h 6270463"/>
              <a:gd name="connsiteX1" fmla="*/ 500519 w 3264621"/>
              <a:gd name="connsiteY1" fmla="*/ 6270463 h 6270463"/>
              <a:gd name="connsiteX2" fmla="*/ 3264621 w 3264621"/>
              <a:gd name="connsiteY2" fmla="*/ 3028 h 6270463"/>
              <a:gd name="connsiteX3" fmla="*/ 2768975 w 3264621"/>
              <a:gd name="connsiteY3" fmla="*/ 0 h 6270463"/>
              <a:gd name="connsiteX4" fmla="*/ 0 w 3264621"/>
              <a:gd name="connsiteY4" fmla="*/ 6270087 h 6270463"/>
              <a:gd name="connsiteX0" fmla="*/ 0 w 3264621"/>
              <a:gd name="connsiteY0" fmla="*/ 6267059 h 6267435"/>
              <a:gd name="connsiteX1" fmla="*/ 500519 w 3264621"/>
              <a:gd name="connsiteY1" fmla="*/ 6267435 h 6267435"/>
              <a:gd name="connsiteX2" fmla="*/ 3264621 w 3264621"/>
              <a:gd name="connsiteY2" fmla="*/ 0 h 6267435"/>
              <a:gd name="connsiteX3" fmla="*/ 3214452 w 3264621"/>
              <a:gd name="connsiteY3" fmla="*/ 1661 h 6267435"/>
              <a:gd name="connsiteX4" fmla="*/ 0 w 3264621"/>
              <a:gd name="connsiteY4" fmla="*/ 6267059 h 626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4621" h="6267435">
                <a:moveTo>
                  <a:pt x="0" y="6267059"/>
                </a:moveTo>
                <a:lnTo>
                  <a:pt x="500519" y="6267435"/>
                </a:lnTo>
                <a:lnTo>
                  <a:pt x="3264621" y="0"/>
                </a:lnTo>
                <a:lnTo>
                  <a:pt x="3214452" y="1661"/>
                </a:lnTo>
                <a:lnTo>
                  <a:pt x="0" y="6267059"/>
                </a:lnTo>
                <a:close/>
              </a:path>
            </a:pathLst>
          </a:custGeom>
          <a:gradFill>
            <a:gsLst>
              <a:gs pos="49000">
                <a:schemeClr val="accent6"/>
              </a:gs>
              <a:gs pos="87000">
                <a:schemeClr val="accent3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632578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ecial Visual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spiral galaxy in space&#10;&#10;AI-generated content may be incorrect.">
            <a:extLst>
              <a:ext uri="{FF2B5EF4-FFF2-40B4-BE49-F238E27FC236}">
                <a16:creationId xmlns:a16="http://schemas.microsoft.com/office/drawing/2014/main" id="{B4257FEA-E4BB-4184-2551-6E913CF483E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-1"/>
            <a:ext cx="12192001" cy="6858001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8BF65B6-1EC6-0050-C338-5991974A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6951CC-9176-5B3E-0EA1-1A8F0BBD046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4013314-73E8-EBCE-C957-B401AB4F5C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12572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2400" b="0" i="0">
                <a:solidFill>
                  <a:schemeClr val="bg1"/>
                </a:solidFill>
                <a:latin typeface="Figtree" pitchFamily="2" charset="0"/>
              </a:defRPr>
            </a:lvl1pPr>
            <a:lvl2pPr marL="742932" indent="-285744">
              <a:buFont typeface="Arial" panose="020B0604020202020204" pitchFamily="34" charset="0"/>
              <a:buChar char="•"/>
              <a:defRPr sz="2400" b="0" i="0">
                <a:solidFill>
                  <a:schemeClr val="bg1"/>
                </a:solidFill>
                <a:latin typeface="Figtree" pitchFamily="2" charset="0"/>
              </a:defRPr>
            </a:lvl2pPr>
            <a:lvl3pPr marL="1200121" indent="-285744">
              <a:buFont typeface="Arial" panose="020B0604020202020204" pitchFamily="34" charset="0"/>
              <a:buChar char="•"/>
              <a:defRPr sz="2400" b="0" i="0">
                <a:solidFill>
                  <a:schemeClr val="bg1"/>
                </a:solidFill>
                <a:latin typeface="Figtree" pitchFamily="2" charset="0"/>
              </a:defRPr>
            </a:lvl3pPr>
            <a:lvl4pPr marL="1657309" indent="-285744">
              <a:buFont typeface="Arial" panose="020B0604020202020204" pitchFamily="34" charset="0"/>
              <a:buChar char="•"/>
              <a:defRPr sz="2400" b="0" i="0">
                <a:solidFill>
                  <a:schemeClr val="bg1"/>
                </a:solidFill>
                <a:latin typeface="Figtree" pitchFamily="2" charset="0"/>
              </a:defRPr>
            </a:lvl4pPr>
            <a:lvl5pPr marL="2114498" indent="-285744">
              <a:buFont typeface="Arial" panose="020B0604020202020204" pitchFamily="34" charset="0"/>
              <a:buChar char="•"/>
              <a:defRPr sz="2400" b="0" i="0">
                <a:solidFill>
                  <a:schemeClr val="bg1"/>
                </a:solidFill>
                <a:latin typeface="Figtree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 descr="A spiral galaxy in space&#10;&#10;AI-generated content may be incorrect.">
            <a:extLst>
              <a:ext uri="{FF2B5EF4-FFF2-40B4-BE49-F238E27FC236}">
                <a16:creationId xmlns:a16="http://schemas.microsoft.com/office/drawing/2014/main" id="{F4F528CD-1564-4E9D-F195-B07879E800A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1"/>
            <a:ext cx="12192001" cy="6858001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F372B8E0-5DB9-2DD5-1E39-68250E440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9" y="447042"/>
            <a:ext cx="11491993" cy="1169207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>
              <a:lnSpc>
                <a:spcPct val="80000"/>
              </a:lnSpc>
              <a:defRPr sz="4000"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 descr="A spiral galaxy in space&#10;&#10;AI-generated content may be incorrect.">
            <a:extLst>
              <a:ext uri="{FF2B5EF4-FFF2-40B4-BE49-F238E27FC236}">
                <a16:creationId xmlns:a16="http://schemas.microsoft.com/office/drawing/2014/main" id="{F9C8279D-461E-97B0-E073-9CCC019FF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-1"/>
            <a:ext cx="12192001" cy="6858001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846695B-40ED-D7EC-FB0F-A96440A2257F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FBA0F3BB-E274-8529-655D-AF37FC7ABE0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  <p:pic>
        <p:nvPicPr>
          <p:cNvPr id="11" name="Picture 10" descr="A spiral galaxy in space&#10;&#10;AI-generated content may be incorrect.">
            <a:extLst>
              <a:ext uri="{FF2B5EF4-FFF2-40B4-BE49-F238E27FC236}">
                <a16:creationId xmlns:a16="http://schemas.microsoft.com/office/drawing/2014/main" id="{7D320154-AA85-29F6-BFDE-E713FF0B83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1"/>
            <a:ext cx="12192001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8460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ecial Visual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ue sky with stars&#10;&#10;AI-generated content may be incorrect.">
            <a:extLst>
              <a:ext uri="{FF2B5EF4-FFF2-40B4-BE49-F238E27FC236}">
                <a16:creationId xmlns:a16="http://schemas.microsoft.com/office/drawing/2014/main" id="{58E6D3C4-DD7C-11D1-CC5C-C7C19C2E03F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65488" cy="6858001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8BF65B6-1EC6-0050-C338-5991974A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6951CC-9176-5B3E-0EA1-1A8F0BBD046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A605919-F812-D6B7-6733-93A21095D6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12572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2400" b="0" i="0">
                <a:solidFill>
                  <a:schemeClr val="bg1"/>
                </a:solidFill>
                <a:latin typeface="Figtree" pitchFamily="2" charset="0"/>
              </a:defRPr>
            </a:lvl1pPr>
            <a:lvl2pPr marL="742932" indent="-285744">
              <a:buFont typeface="Arial" panose="020B0604020202020204" pitchFamily="34" charset="0"/>
              <a:buChar char="•"/>
              <a:defRPr sz="2400" b="0" i="0">
                <a:solidFill>
                  <a:schemeClr val="bg1"/>
                </a:solidFill>
                <a:latin typeface="Figtree" pitchFamily="2" charset="0"/>
              </a:defRPr>
            </a:lvl2pPr>
            <a:lvl3pPr marL="1200121" indent="-285744">
              <a:buFont typeface="Arial" panose="020B0604020202020204" pitchFamily="34" charset="0"/>
              <a:buChar char="•"/>
              <a:defRPr sz="2400" b="0" i="0">
                <a:solidFill>
                  <a:schemeClr val="bg1"/>
                </a:solidFill>
                <a:latin typeface="Figtree" pitchFamily="2" charset="0"/>
              </a:defRPr>
            </a:lvl3pPr>
            <a:lvl4pPr marL="1657309" indent="-285744">
              <a:buFont typeface="Arial" panose="020B0604020202020204" pitchFamily="34" charset="0"/>
              <a:buChar char="•"/>
              <a:defRPr sz="2400" b="0" i="0">
                <a:solidFill>
                  <a:schemeClr val="bg1"/>
                </a:solidFill>
                <a:latin typeface="Figtree" pitchFamily="2" charset="0"/>
              </a:defRPr>
            </a:lvl4pPr>
            <a:lvl5pPr marL="2114498" indent="-285744">
              <a:buFont typeface="Arial" panose="020B0604020202020204" pitchFamily="34" charset="0"/>
              <a:buChar char="•"/>
              <a:defRPr sz="2400" b="0" i="0">
                <a:solidFill>
                  <a:schemeClr val="bg1"/>
                </a:solidFill>
                <a:latin typeface="Figtree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 descr="A blue sky with stars&#10;&#10;AI-generated content may be incorrect.">
            <a:extLst>
              <a:ext uri="{FF2B5EF4-FFF2-40B4-BE49-F238E27FC236}">
                <a16:creationId xmlns:a16="http://schemas.microsoft.com/office/drawing/2014/main" id="{1E061CFA-FF0E-F37B-7C9F-811BE257153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"/>
            <a:ext cx="12165488" cy="6858001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F73CF796-DC11-7A9D-1EDA-BA7F5D2B9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9" y="447042"/>
            <a:ext cx="11491993" cy="1169207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>
              <a:lnSpc>
                <a:spcPct val="80000"/>
              </a:lnSpc>
              <a:defRPr sz="4000"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 descr="A blue sky with stars&#10;&#10;AI-generated content may be incorrect.">
            <a:extLst>
              <a:ext uri="{FF2B5EF4-FFF2-40B4-BE49-F238E27FC236}">
                <a16:creationId xmlns:a16="http://schemas.microsoft.com/office/drawing/2014/main" id="{7329211D-CB94-7458-42A8-6CF61732EA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65488" cy="6858001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C4DE43B-890E-8C39-903F-D6EAAD07D011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3321330A-9C78-4003-CED1-9E59C3EC97B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  <p:pic>
        <p:nvPicPr>
          <p:cNvPr id="9" name="Picture 8" descr="A blue sky with stars&#10;&#10;AI-generated content may be incorrect.">
            <a:extLst>
              <a:ext uri="{FF2B5EF4-FFF2-40B4-BE49-F238E27FC236}">
                <a16:creationId xmlns:a16="http://schemas.microsoft.com/office/drawing/2014/main" id="{5B8032FE-1432-91A3-0EE9-E165CDF9D59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"/>
            <a:ext cx="12165488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5289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ecial Visual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n astronaut floating in space&#10;&#10;AI-generated content may be incorrect.">
            <a:extLst>
              <a:ext uri="{FF2B5EF4-FFF2-40B4-BE49-F238E27FC236}">
                <a16:creationId xmlns:a16="http://schemas.microsoft.com/office/drawing/2014/main" id="{9DA1DE89-B1B4-0B78-BA7D-98605CF2B49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229484" y="1"/>
            <a:ext cx="6962517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7938C98-750F-B989-E8A2-47D33F5F8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689" y="457200"/>
            <a:ext cx="4602999" cy="1600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4000"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2D103-5877-6749-18AE-0555B8B45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688" y="2425491"/>
            <a:ext cx="4602997" cy="33321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Figtree" pitchFamily="2" charset="0"/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8BF65B6-1EC6-0050-C338-5991974A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6951CC-9176-5B3E-0EA1-1A8F0BBD046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  <p:pic>
        <p:nvPicPr>
          <p:cNvPr id="3" name="Picture 2" descr="An astronaut floating in space&#10;&#10;AI-generated content may be incorrect.">
            <a:extLst>
              <a:ext uri="{FF2B5EF4-FFF2-40B4-BE49-F238E27FC236}">
                <a16:creationId xmlns:a16="http://schemas.microsoft.com/office/drawing/2014/main" id="{E0635C41-ADDE-ECFD-4A89-39798BF0057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229484" y="1"/>
            <a:ext cx="6962517" cy="6858001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50B019-159D-5D74-7F62-08D23C2E0578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44CF9F98-AE97-450F-F84A-CE7D084224F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09652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ecial Visual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ue planet with a bright light&#10;&#10;AI-generated content may be incorrect.">
            <a:extLst>
              <a:ext uri="{FF2B5EF4-FFF2-40B4-BE49-F238E27FC236}">
                <a16:creationId xmlns:a16="http://schemas.microsoft.com/office/drawing/2014/main" id="{5928C9F9-2416-28F6-1432-DDAFD45C885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17712" y="-1"/>
            <a:ext cx="6874288" cy="685335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7938C98-750F-B989-E8A2-47D33F5F8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689" y="457200"/>
            <a:ext cx="4602999" cy="1600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4000"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2D103-5877-6749-18AE-0555B8B45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688" y="2425491"/>
            <a:ext cx="4602997" cy="33321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Figtree" pitchFamily="2" charset="0"/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8BF65B6-1EC6-0050-C338-5991974A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6951CC-9176-5B3E-0EA1-1A8F0BBD046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  <p:pic>
        <p:nvPicPr>
          <p:cNvPr id="3" name="Picture 2" descr="A blue planet with a bright light&#10;&#10;AI-generated content may be incorrect.">
            <a:extLst>
              <a:ext uri="{FF2B5EF4-FFF2-40B4-BE49-F238E27FC236}">
                <a16:creationId xmlns:a16="http://schemas.microsoft.com/office/drawing/2014/main" id="{D656D498-2092-D1EC-81FD-3FFAFC888F3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17712" y="-1"/>
            <a:ext cx="6874288" cy="6853357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96886E9-AD9A-E9DF-BAAA-372184439C16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2D3FBC09-2080-6866-3439-648B6C2B5D2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8129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A1374A-4FD1-F1A4-3B49-EFD13560F1C3}"/>
              </a:ext>
            </a:extLst>
          </p:cNvPr>
          <p:cNvCxnSpPr>
            <a:cxnSpLocks/>
          </p:cNvCxnSpPr>
          <p:nvPr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F8F2ECD-EA50-2550-0B02-4B2C95344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53AC61-82C3-E5FF-66C1-161CB2EFC3C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B091CAAF-7201-F093-551D-F03CEB9F5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9" y="447042"/>
            <a:ext cx="11491993" cy="1169207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>
              <a:lnSpc>
                <a:spcPct val="80000"/>
              </a:lnSpc>
              <a:defRPr sz="4000"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D79AD59-79F4-E588-BCFA-3D38C296F0B9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2258D118-1155-161B-6428-1447988C00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39104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ll Quote Blue">
    <p:bg>
      <p:bgPr>
        <a:gradFill>
          <a:gsLst>
            <a:gs pos="0">
              <a:schemeClr val="accent2"/>
            </a:gs>
            <a:gs pos="54000">
              <a:schemeClr val="tx2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863F30FA-505B-32FE-61E1-90E76DE729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97661" y="456717"/>
            <a:ext cx="6294340" cy="6401284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9338CB-4134-07F0-A6E3-3EF2DA35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828924" y="2206256"/>
            <a:ext cx="6942397" cy="24454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3600" b="0" i="0">
                <a:solidFill>
                  <a:schemeClr val="bg1"/>
                </a:solidFill>
                <a:latin typeface="Figtree Light" pitchFamily="2" charset="0"/>
              </a:defRPr>
            </a:lvl1pPr>
            <a:lvl2pPr marL="457189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2pPr>
            <a:lvl3pPr marL="914377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3pPr>
            <a:lvl4pPr marL="1371566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4pPr>
            <a:lvl5pPr marL="1828754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5pPr>
          </a:lstStyle>
          <a:p>
            <a:pPr lvl="0"/>
            <a:r>
              <a:rPr lang="en-US"/>
              <a:t>This is a pull-quote placeholder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946C71-CFFD-7494-173E-E1849C44E80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1930" y="1831754"/>
            <a:ext cx="1348751" cy="1039037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F502D63-98F2-0192-9694-5687D8D05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0622538-DB89-0185-9E98-C8D31813769B}"/>
              </a:ext>
            </a:extLst>
          </p:cNvPr>
          <p:cNvCxnSpPr>
            <a:cxnSpLocks/>
          </p:cNvCxnSpPr>
          <p:nvPr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F0FF596D-CC26-E4B0-EC5C-182E1E7E40D3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  <p:pic>
        <p:nvPicPr>
          <p:cNvPr id="3" name="Picture 2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DE5C1D8D-7390-3A27-6AA7-F9D11AA942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97661" y="456717"/>
            <a:ext cx="6294340" cy="64012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ACCAA77-C8F5-484A-E99A-C5CAA88F2A7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1930" y="1831754"/>
            <a:ext cx="1348751" cy="1039037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31CA6A-A983-C9EA-D464-A0099A3465C0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1B425EAC-0B99-A193-E6DF-4A3FB4D35CF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35429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ll Quote Plum">
    <p:bg>
      <p:bgPr>
        <a:gradFill>
          <a:gsLst>
            <a:gs pos="0">
              <a:schemeClr val="accent2"/>
            </a:gs>
            <a:gs pos="54000">
              <a:schemeClr val="accent3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863F30FA-505B-32FE-61E1-90E76DE729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97661" y="456717"/>
            <a:ext cx="6294340" cy="6401284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9338CB-4134-07F0-A6E3-3EF2DA35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828924" y="2206256"/>
            <a:ext cx="6942397" cy="24454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3600" b="0" i="0">
                <a:solidFill>
                  <a:schemeClr val="bg1"/>
                </a:solidFill>
                <a:latin typeface="Figtree Light" pitchFamily="2" charset="0"/>
              </a:defRPr>
            </a:lvl1pPr>
            <a:lvl2pPr marL="457189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2pPr>
            <a:lvl3pPr marL="914377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3pPr>
            <a:lvl4pPr marL="1371566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4pPr>
            <a:lvl5pPr marL="1828754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5pPr>
          </a:lstStyle>
          <a:p>
            <a:pPr lvl="0"/>
            <a:r>
              <a:rPr lang="en-US"/>
              <a:t>This is a pull-quote placeholder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946C71-CFFD-7494-173E-E1849C44E80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1930" y="1831754"/>
            <a:ext cx="1348751" cy="1039037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E1CE688-D74E-8D3C-C8FB-273D20447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56F17F2-AAEF-FEEE-FEB8-8DF375D781F2}"/>
              </a:ext>
            </a:extLst>
          </p:cNvPr>
          <p:cNvCxnSpPr>
            <a:cxnSpLocks/>
          </p:cNvCxnSpPr>
          <p:nvPr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BE6E5B02-D478-7B84-9936-C8A086849FB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  <p:pic>
        <p:nvPicPr>
          <p:cNvPr id="3" name="Picture 2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7327AAFF-19A2-9015-6B3D-DB278806BC4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97661" y="456717"/>
            <a:ext cx="6294340" cy="64012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0852F9B-36C1-D494-5E4D-40040A3F180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1930" y="1831754"/>
            <a:ext cx="1348751" cy="1039037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28DF152-62B2-3BD4-6110-3D10C5AE2687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4A19AF4C-B81C-3974-F9F6-FE83655AB5C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69471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ll Quote Gold">
    <p:bg>
      <p:bgPr>
        <a:gradFill>
          <a:gsLst>
            <a:gs pos="0">
              <a:schemeClr val="accent6"/>
            </a:gs>
            <a:gs pos="54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863F30FA-505B-32FE-61E1-90E76DE729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97661" y="456717"/>
            <a:ext cx="6294340" cy="6401284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9338CB-4134-07F0-A6E3-3EF2DA35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828924" y="2206256"/>
            <a:ext cx="6942397" cy="24454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3600" b="0" i="0">
                <a:solidFill>
                  <a:schemeClr val="bg1"/>
                </a:solidFill>
                <a:latin typeface="Figtree Light" pitchFamily="2" charset="0"/>
              </a:defRPr>
            </a:lvl1pPr>
            <a:lvl2pPr marL="457189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2pPr>
            <a:lvl3pPr marL="914377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3pPr>
            <a:lvl4pPr marL="1371566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4pPr>
            <a:lvl5pPr marL="1828754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5pPr>
          </a:lstStyle>
          <a:p>
            <a:pPr lvl="0"/>
            <a:r>
              <a:rPr lang="en-US"/>
              <a:t>This is a pull-quote placeholder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946C71-CFFD-7494-173E-E1849C44E80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1930" y="1831754"/>
            <a:ext cx="1348751" cy="1039037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EFF9B6A-2657-DE51-519D-1E20B3FDA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AD89207-345D-F496-AF0B-592807269139}"/>
              </a:ext>
            </a:extLst>
          </p:cNvPr>
          <p:cNvCxnSpPr>
            <a:cxnSpLocks/>
          </p:cNvCxnSpPr>
          <p:nvPr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07A89A59-A76B-D96F-9CE2-1086D4C06B3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  <p:pic>
        <p:nvPicPr>
          <p:cNvPr id="3" name="Picture 2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04643F79-5D7E-16C7-8E1C-E74F77FB2B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97661" y="456717"/>
            <a:ext cx="6294340" cy="64012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1F0C819-BF83-0B94-B516-FE978DD2EDC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1930" y="1831754"/>
            <a:ext cx="1348751" cy="1039037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205AD62-2A60-2A80-DA70-8D8E0609D1CC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8E6AC88C-AF2E-5667-5E18-FFB1D4825AE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86395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ll Quote Green">
    <p:bg>
      <p:bgPr>
        <a:gradFill>
          <a:gsLst>
            <a:gs pos="0">
              <a:schemeClr val="accent2"/>
            </a:gs>
            <a:gs pos="54000">
              <a:schemeClr val="accent5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863F30FA-505B-32FE-61E1-90E76DE729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97661" y="456717"/>
            <a:ext cx="6294340" cy="6401284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9338CB-4134-07F0-A6E3-3EF2DA35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828924" y="2206256"/>
            <a:ext cx="6942397" cy="24454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3600" b="0" i="0">
                <a:solidFill>
                  <a:schemeClr val="bg1"/>
                </a:solidFill>
                <a:latin typeface="Figtree Light" pitchFamily="2" charset="0"/>
              </a:defRPr>
            </a:lvl1pPr>
            <a:lvl2pPr marL="457189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2pPr>
            <a:lvl3pPr marL="914377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3pPr>
            <a:lvl4pPr marL="1371566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4pPr>
            <a:lvl5pPr marL="1828754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5pPr>
          </a:lstStyle>
          <a:p>
            <a:pPr lvl="0"/>
            <a:r>
              <a:rPr lang="en-US"/>
              <a:t>This is a pull-quote placeholder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946C71-CFFD-7494-173E-E1849C44E80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1930" y="1831754"/>
            <a:ext cx="1348751" cy="1039037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507A87D-5CC5-BF86-C0AA-3E1DDCEA1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6BBC947-4C17-284C-CC69-494D42DEE5CC}"/>
              </a:ext>
            </a:extLst>
          </p:cNvPr>
          <p:cNvCxnSpPr>
            <a:cxnSpLocks/>
          </p:cNvCxnSpPr>
          <p:nvPr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87BA6484-6E55-DD5F-9E5D-1E9FEF47CF2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  <p:pic>
        <p:nvPicPr>
          <p:cNvPr id="3" name="Picture 2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ACB5222A-7EFE-715B-E9E8-7F1D9592D41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97661" y="456717"/>
            <a:ext cx="6294340" cy="64012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F380DE-7F95-AD23-E0AD-750F7CF8949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1930" y="1831754"/>
            <a:ext cx="1348751" cy="1039037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118B792-08C2-CDF3-F064-E8458B15E64E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0E8E7BC3-133A-4FAB-C190-A1EC8F6BF10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31199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ll Quote Orange">
    <p:bg>
      <p:bgPr>
        <a:gradFill>
          <a:gsLst>
            <a:gs pos="0">
              <a:schemeClr val="accent3"/>
            </a:gs>
            <a:gs pos="54000">
              <a:schemeClr val="accent6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863F30FA-505B-32FE-61E1-90E76DE729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97661" y="456717"/>
            <a:ext cx="6294340" cy="6401284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9338CB-4134-07F0-A6E3-3EF2DA35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828924" y="2206256"/>
            <a:ext cx="6942397" cy="24454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3600" b="0" i="0">
                <a:solidFill>
                  <a:schemeClr val="bg1"/>
                </a:solidFill>
                <a:latin typeface="Figtree Light" pitchFamily="2" charset="0"/>
              </a:defRPr>
            </a:lvl1pPr>
            <a:lvl2pPr marL="457189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2pPr>
            <a:lvl3pPr marL="914377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3pPr>
            <a:lvl4pPr marL="1371566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4pPr>
            <a:lvl5pPr marL="1828754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5pPr>
          </a:lstStyle>
          <a:p>
            <a:pPr lvl="0"/>
            <a:r>
              <a:rPr lang="en-US"/>
              <a:t>This is a pull-quote placeholder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946C71-CFFD-7494-173E-E1849C44E80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1930" y="1831754"/>
            <a:ext cx="1348751" cy="1039037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260A482-67B1-88FD-50A7-98D6A2DC1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7334E67-BF46-822A-CDA7-B19153C5567B}"/>
              </a:ext>
            </a:extLst>
          </p:cNvPr>
          <p:cNvCxnSpPr>
            <a:cxnSpLocks/>
          </p:cNvCxnSpPr>
          <p:nvPr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97922417-E2C6-1B89-E477-CE2A211BCE6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  <p:pic>
        <p:nvPicPr>
          <p:cNvPr id="3" name="Picture 2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6E960383-2494-ADEF-03D5-FDC144A682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97661" y="456717"/>
            <a:ext cx="6294340" cy="64012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852DD25-5943-4273-8EDC-C49016F1015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1930" y="1831754"/>
            <a:ext cx="1348751" cy="1039037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6966A03-E8E9-C7C0-240D-3C0DA03607C6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8D1B71EC-4B4E-11AE-F77A-93C69C847CF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55037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CDF5FA7B-72FB-B64A-A69A-D4755A18580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32"/>
          <a:stretch/>
        </p:blipFill>
        <p:spPr>
          <a:xfrm>
            <a:off x="5897661" y="1502251"/>
            <a:ext cx="6294340" cy="534866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3389C-B1D7-C694-57D5-6C711FC198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12572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800" b="0" i="0">
                <a:solidFill>
                  <a:schemeClr val="tx2"/>
                </a:solidFill>
                <a:latin typeface="Figtree" pitchFamily="2" charset="0"/>
              </a:defRPr>
            </a:lvl1pPr>
            <a:lvl2pPr marL="742932" indent="-285744">
              <a:buFont typeface="Arial" panose="020B0604020202020204" pitchFamily="34" charset="0"/>
              <a:buChar char="•"/>
              <a:defRPr sz="1800" b="0" i="0">
                <a:solidFill>
                  <a:schemeClr val="tx2"/>
                </a:solidFill>
                <a:latin typeface="Figtree" pitchFamily="2" charset="0"/>
              </a:defRPr>
            </a:lvl2pPr>
            <a:lvl3pPr marL="1200121" indent="-285744">
              <a:buFont typeface="Arial" panose="020B0604020202020204" pitchFamily="34" charset="0"/>
              <a:buChar char="•"/>
              <a:defRPr sz="1800" b="0" i="0">
                <a:solidFill>
                  <a:schemeClr val="tx2"/>
                </a:solidFill>
                <a:latin typeface="Figtree" pitchFamily="2" charset="0"/>
              </a:defRPr>
            </a:lvl3pPr>
            <a:lvl4pPr marL="1657309" indent="-285744">
              <a:buFont typeface="Arial" panose="020B0604020202020204" pitchFamily="34" charset="0"/>
              <a:buChar char="•"/>
              <a:defRPr sz="1800" b="0" i="0">
                <a:solidFill>
                  <a:schemeClr val="tx2"/>
                </a:solidFill>
                <a:latin typeface="Figtree" pitchFamily="2" charset="0"/>
              </a:defRPr>
            </a:lvl4pPr>
            <a:lvl5pPr marL="2114498" indent="-285744">
              <a:buFont typeface="Arial" panose="020B0604020202020204" pitchFamily="34" charset="0"/>
              <a:buChar char="•"/>
              <a:defRPr sz="1800" b="0" i="0">
                <a:solidFill>
                  <a:schemeClr val="tx2"/>
                </a:solidFill>
                <a:latin typeface="Figtree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C3EAA-1CA5-FCD9-354C-BC491AF39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27D6499-7F82-8950-61E9-B99B5A5DBC7B}"/>
              </a:ext>
            </a:extLst>
          </p:cNvPr>
          <p:cNvCxnSpPr>
            <a:cxnSpLocks/>
          </p:cNvCxnSpPr>
          <p:nvPr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A blue and black logo&#10;&#10;AI-generated content may be incorrect.">
            <a:extLst>
              <a:ext uri="{FF2B5EF4-FFF2-40B4-BE49-F238E27FC236}">
                <a16:creationId xmlns:a16="http://schemas.microsoft.com/office/drawing/2014/main" id="{94F72188-A0A9-5F3A-CF20-6B8F5FE585F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597" y="6437961"/>
            <a:ext cx="857523" cy="243268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389A7721-0515-B5AB-B13F-0EC5D1B59AAC}"/>
              </a:ext>
            </a:extLst>
          </p:cNvPr>
          <p:cNvSpPr txBox="1">
            <a:spLocks/>
          </p:cNvSpPr>
          <p:nvPr/>
        </p:nvSpPr>
        <p:spPr>
          <a:xfrm>
            <a:off x="566929" y="447042"/>
            <a:ext cx="11491993" cy="1169207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000" b="1" i="0" kern="1200">
                <a:solidFill>
                  <a:schemeClr val="bg1"/>
                </a:solidFill>
                <a:latin typeface="Figtree SemiBold" pitchFamily="2" charset="0"/>
                <a:ea typeface="+mj-ea"/>
                <a:cs typeface="+mj-cs"/>
              </a:defRPr>
            </a:lvl1pPr>
          </a:lstStyle>
          <a:p>
            <a:r>
              <a:rPr lang="en-US" sz="4000">
                <a:solidFill>
                  <a:srgbClr val="2E7BA8"/>
                </a:solidFill>
              </a:rPr>
              <a:t>Click to edit Master title style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A1E6E0A-4656-97A5-E8FD-5842D41D5A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32"/>
          <a:stretch/>
        </p:blipFill>
        <p:spPr>
          <a:xfrm>
            <a:off x="5897661" y="1502251"/>
            <a:ext cx="6294340" cy="534866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915CB8E-8A6E-BE9C-28B5-69E00B39696D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blue and black logo&#10;&#10;AI-generated content may be incorrect.">
            <a:extLst>
              <a:ext uri="{FF2B5EF4-FFF2-40B4-BE49-F238E27FC236}">
                <a16:creationId xmlns:a16="http://schemas.microsoft.com/office/drawing/2014/main" id="{D3733672-CF6E-5CB5-3144-4D899F38CA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597" y="6437961"/>
            <a:ext cx="857523" cy="24326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0BA5101-7D51-0C98-629F-B243C0680740}"/>
              </a:ext>
            </a:extLst>
          </p:cNvPr>
          <p:cNvSpPr txBox="1">
            <a:spLocks/>
          </p:cNvSpPr>
          <p:nvPr userDrawn="1"/>
        </p:nvSpPr>
        <p:spPr>
          <a:xfrm>
            <a:off x="566929" y="447042"/>
            <a:ext cx="11491993" cy="1169207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000" b="1" i="0" kern="1200">
                <a:solidFill>
                  <a:schemeClr val="bg1"/>
                </a:solidFill>
                <a:latin typeface="Figtree SemiBold" pitchFamily="2" charset="0"/>
                <a:ea typeface="+mj-ea"/>
                <a:cs typeface="+mj-cs"/>
              </a:defRPr>
            </a:lvl1pPr>
          </a:lstStyle>
          <a:p>
            <a:r>
              <a:rPr lang="en-US" sz="4000">
                <a:solidFill>
                  <a:srgbClr val="2E7BA8"/>
                </a:solidFill>
              </a:rP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5162453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+ Imag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77975A2F-3139-064B-C4DB-834F5B6D5E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00658" y="1"/>
            <a:ext cx="6891343" cy="6868952"/>
          </a:xfrm>
          <a:custGeom>
            <a:avLst/>
            <a:gdLst>
              <a:gd name="connsiteX0" fmla="*/ 2766197 w 6558116"/>
              <a:gd name="connsiteY0" fmla="*/ 0 h 6276807"/>
              <a:gd name="connsiteX1" fmla="*/ 6558116 w 6558116"/>
              <a:gd name="connsiteY1" fmla="*/ 0 h 6276807"/>
              <a:gd name="connsiteX2" fmla="*/ 6558116 w 6558116"/>
              <a:gd name="connsiteY2" fmla="*/ 6276807 h 6276807"/>
              <a:gd name="connsiteX3" fmla="*/ 0 w 6558116"/>
              <a:gd name="connsiteY3" fmla="*/ 6276807 h 6276807"/>
              <a:gd name="connsiteX4" fmla="*/ 0 w 6558116"/>
              <a:gd name="connsiteY4" fmla="*/ 6276241 h 6276807"/>
              <a:gd name="connsiteX0" fmla="*/ 3043116 w 6835035"/>
              <a:gd name="connsiteY0" fmla="*/ 0 h 6276807"/>
              <a:gd name="connsiteX1" fmla="*/ 6835035 w 6835035"/>
              <a:gd name="connsiteY1" fmla="*/ 0 h 6276807"/>
              <a:gd name="connsiteX2" fmla="*/ 6835035 w 6835035"/>
              <a:gd name="connsiteY2" fmla="*/ 6276807 h 6276807"/>
              <a:gd name="connsiteX3" fmla="*/ 276919 w 6835035"/>
              <a:gd name="connsiteY3" fmla="*/ 6276807 h 6276807"/>
              <a:gd name="connsiteX4" fmla="*/ 0 w 6835035"/>
              <a:gd name="connsiteY4" fmla="*/ 6244460 h 6276807"/>
              <a:gd name="connsiteX5" fmla="*/ 3043116 w 6835035"/>
              <a:gd name="connsiteY5" fmla="*/ 0 h 6276807"/>
              <a:gd name="connsiteX0" fmla="*/ 3077731 w 6869650"/>
              <a:gd name="connsiteY0" fmla="*/ 0 h 6286835"/>
              <a:gd name="connsiteX1" fmla="*/ 6869650 w 6869650"/>
              <a:gd name="connsiteY1" fmla="*/ 0 h 6286835"/>
              <a:gd name="connsiteX2" fmla="*/ 6869650 w 6869650"/>
              <a:gd name="connsiteY2" fmla="*/ 6276807 h 6286835"/>
              <a:gd name="connsiteX3" fmla="*/ 311534 w 6869650"/>
              <a:gd name="connsiteY3" fmla="*/ 6276807 h 6286835"/>
              <a:gd name="connsiteX4" fmla="*/ 0 w 6869650"/>
              <a:gd name="connsiteY4" fmla="*/ 6286835 h 6286835"/>
              <a:gd name="connsiteX5" fmla="*/ 3077731 w 6869650"/>
              <a:gd name="connsiteY5" fmla="*/ 0 h 6286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69650" h="6286835">
                <a:moveTo>
                  <a:pt x="3077731" y="0"/>
                </a:moveTo>
                <a:lnTo>
                  <a:pt x="6869650" y="0"/>
                </a:lnTo>
                <a:lnTo>
                  <a:pt x="6869650" y="6276807"/>
                </a:lnTo>
                <a:lnTo>
                  <a:pt x="311534" y="6276807"/>
                </a:lnTo>
                <a:lnTo>
                  <a:pt x="0" y="6286835"/>
                </a:lnTo>
                <a:cubicBezTo>
                  <a:pt x="922066" y="4194755"/>
                  <a:pt x="2155665" y="2092080"/>
                  <a:pt x="3077731" y="0"/>
                </a:cubicBezTo>
                <a:close/>
              </a:path>
            </a:pathLst>
          </a:custGeom>
          <a:pattFill prst="weave">
            <a:fgClr>
              <a:schemeClr val="bg2"/>
            </a:fgClr>
            <a:bgClr>
              <a:schemeClr val="bg1"/>
            </a:bgClr>
          </a:pattFill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Figtree Medium" pitchFamily="2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938C98-750F-B989-E8A2-47D33F5F8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689" y="457200"/>
            <a:ext cx="4602999" cy="1600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4000" b="1" i="0">
                <a:solidFill>
                  <a:schemeClr val="accent2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2D103-5877-6749-18AE-0555B8B45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688" y="2425491"/>
            <a:ext cx="4602997" cy="33321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Figtree" pitchFamily="2" charset="0"/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9B28ACF-39D2-C671-C9B4-9D48311B4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blue and black logo&#10;&#10;AI-generated content may be incorrect.">
            <a:extLst>
              <a:ext uri="{FF2B5EF4-FFF2-40B4-BE49-F238E27FC236}">
                <a16:creationId xmlns:a16="http://schemas.microsoft.com/office/drawing/2014/main" id="{FB6BC089-6024-60CC-51A6-E270462E81F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597" y="6437961"/>
            <a:ext cx="857523" cy="243268"/>
          </a:xfrm>
          <a:prstGeom prst="rect">
            <a:avLst/>
          </a:prstGeom>
        </p:spPr>
      </p:pic>
      <p:sp>
        <p:nvSpPr>
          <p:cNvPr id="17" name="Freeform 16">
            <a:extLst>
              <a:ext uri="{FF2B5EF4-FFF2-40B4-BE49-F238E27FC236}">
                <a16:creationId xmlns:a16="http://schemas.microsoft.com/office/drawing/2014/main" id="{43C4FB2F-E7D0-EBC7-4DDB-6CC86298818F}"/>
              </a:ext>
            </a:extLst>
          </p:cNvPr>
          <p:cNvSpPr/>
          <p:nvPr/>
        </p:nvSpPr>
        <p:spPr>
          <a:xfrm>
            <a:off x="4809511" y="-5"/>
            <a:ext cx="3605100" cy="6858005"/>
          </a:xfrm>
          <a:custGeom>
            <a:avLst/>
            <a:gdLst>
              <a:gd name="connsiteX0" fmla="*/ 0 w 3200400"/>
              <a:gd name="connsiteY0" fmla="*/ 6276813 h 6276813"/>
              <a:gd name="connsiteX1" fmla="*/ 891153 w 3200400"/>
              <a:gd name="connsiteY1" fmla="*/ 6276813 h 6276813"/>
              <a:gd name="connsiteX2" fmla="*/ 3200400 w 3200400"/>
              <a:gd name="connsiteY2" fmla="*/ 0 h 6276813"/>
              <a:gd name="connsiteX3" fmla="*/ 3115159 w 3200400"/>
              <a:gd name="connsiteY3" fmla="*/ 0 h 6276813"/>
              <a:gd name="connsiteX4" fmla="*/ 0 w 3200400"/>
              <a:gd name="connsiteY4" fmla="*/ 6276813 h 6276813"/>
              <a:gd name="connsiteX0" fmla="*/ 0 w 3254644"/>
              <a:gd name="connsiteY0" fmla="*/ 6284563 h 6284563"/>
              <a:gd name="connsiteX1" fmla="*/ 945397 w 3254644"/>
              <a:gd name="connsiteY1" fmla="*/ 6276813 h 6284563"/>
              <a:gd name="connsiteX2" fmla="*/ 3254644 w 3254644"/>
              <a:gd name="connsiteY2" fmla="*/ 0 h 6284563"/>
              <a:gd name="connsiteX3" fmla="*/ 3169403 w 3254644"/>
              <a:gd name="connsiteY3" fmla="*/ 0 h 6284563"/>
              <a:gd name="connsiteX4" fmla="*/ 0 w 3254644"/>
              <a:gd name="connsiteY4" fmla="*/ 6284563 h 6284563"/>
              <a:gd name="connsiteX0" fmla="*/ 0 w 3285640"/>
              <a:gd name="connsiteY0" fmla="*/ 6284563 h 6284563"/>
              <a:gd name="connsiteX1" fmla="*/ 976393 w 3285640"/>
              <a:gd name="connsiteY1" fmla="*/ 6276813 h 6284563"/>
              <a:gd name="connsiteX2" fmla="*/ 3285640 w 3285640"/>
              <a:gd name="connsiteY2" fmla="*/ 0 h 6284563"/>
              <a:gd name="connsiteX3" fmla="*/ 3200399 w 3285640"/>
              <a:gd name="connsiteY3" fmla="*/ 0 h 6284563"/>
              <a:gd name="connsiteX4" fmla="*/ 0 w 3285640"/>
              <a:gd name="connsiteY4" fmla="*/ 6284563 h 6284563"/>
              <a:gd name="connsiteX0" fmla="*/ 0 w 2812941"/>
              <a:gd name="connsiteY0" fmla="*/ 6292312 h 6292312"/>
              <a:gd name="connsiteX1" fmla="*/ 503694 w 2812941"/>
              <a:gd name="connsiteY1" fmla="*/ 6276813 h 6292312"/>
              <a:gd name="connsiteX2" fmla="*/ 2812941 w 2812941"/>
              <a:gd name="connsiteY2" fmla="*/ 0 h 6292312"/>
              <a:gd name="connsiteX3" fmla="*/ 2727700 w 2812941"/>
              <a:gd name="connsiteY3" fmla="*/ 0 h 6292312"/>
              <a:gd name="connsiteX4" fmla="*/ 0 w 2812941"/>
              <a:gd name="connsiteY4" fmla="*/ 6292312 h 6292312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24525 w 2809766"/>
              <a:gd name="connsiteY3" fmla="*/ 0 h 6276813"/>
              <a:gd name="connsiteX4" fmla="*/ 0 w 2809766"/>
              <a:gd name="connsiteY4" fmla="*/ 6276437 h 6276813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68975 w 2809766"/>
              <a:gd name="connsiteY3" fmla="*/ 6350 h 6276813"/>
              <a:gd name="connsiteX4" fmla="*/ 0 w 2809766"/>
              <a:gd name="connsiteY4" fmla="*/ 6276437 h 6276813"/>
              <a:gd name="connsiteX0" fmla="*/ 0 w 3264621"/>
              <a:gd name="connsiteY0" fmla="*/ 6270087 h 6270463"/>
              <a:gd name="connsiteX1" fmla="*/ 500519 w 3264621"/>
              <a:gd name="connsiteY1" fmla="*/ 6270463 h 6270463"/>
              <a:gd name="connsiteX2" fmla="*/ 3264621 w 3264621"/>
              <a:gd name="connsiteY2" fmla="*/ 3028 h 6270463"/>
              <a:gd name="connsiteX3" fmla="*/ 2768975 w 3264621"/>
              <a:gd name="connsiteY3" fmla="*/ 0 h 6270463"/>
              <a:gd name="connsiteX4" fmla="*/ 0 w 3264621"/>
              <a:gd name="connsiteY4" fmla="*/ 6270087 h 6270463"/>
              <a:gd name="connsiteX0" fmla="*/ 0 w 3264621"/>
              <a:gd name="connsiteY0" fmla="*/ 6267059 h 6267435"/>
              <a:gd name="connsiteX1" fmla="*/ 500519 w 3264621"/>
              <a:gd name="connsiteY1" fmla="*/ 6267435 h 6267435"/>
              <a:gd name="connsiteX2" fmla="*/ 3264621 w 3264621"/>
              <a:gd name="connsiteY2" fmla="*/ 0 h 6267435"/>
              <a:gd name="connsiteX3" fmla="*/ 3214452 w 3264621"/>
              <a:gd name="connsiteY3" fmla="*/ 1661 h 6267435"/>
              <a:gd name="connsiteX4" fmla="*/ 0 w 3264621"/>
              <a:gd name="connsiteY4" fmla="*/ 6267059 h 626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4621" h="6267435">
                <a:moveTo>
                  <a:pt x="0" y="6267059"/>
                </a:moveTo>
                <a:lnTo>
                  <a:pt x="500519" y="6267435"/>
                </a:lnTo>
                <a:lnTo>
                  <a:pt x="3264621" y="0"/>
                </a:lnTo>
                <a:lnTo>
                  <a:pt x="3214452" y="1661"/>
                </a:lnTo>
                <a:lnTo>
                  <a:pt x="0" y="6267059"/>
                </a:lnTo>
                <a:close/>
              </a:path>
            </a:pathLst>
          </a:custGeom>
          <a:gradFill>
            <a:gsLst>
              <a:gs pos="49000">
                <a:schemeClr val="accent2"/>
              </a:gs>
              <a:gs pos="90000">
                <a:schemeClr val="tx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894C0AB-3E04-CE5A-B263-947602916FE6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blue and black logo&#10;&#10;AI-generated content may be incorrect.">
            <a:extLst>
              <a:ext uri="{FF2B5EF4-FFF2-40B4-BE49-F238E27FC236}">
                <a16:creationId xmlns:a16="http://schemas.microsoft.com/office/drawing/2014/main" id="{911E5E9D-61A4-7E04-87FE-A8BFF118FC4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597" y="6437961"/>
            <a:ext cx="857523" cy="243268"/>
          </a:xfrm>
          <a:prstGeom prst="rect">
            <a:avLst/>
          </a:prstGeom>
        </p:spPr>
      </p:pic>
      <p:sp>
        <p:nvSpPr>
          <p:cNvPr id="7" name="Freeform 6">
            <a:extLst>
              <a:ext uri="{FF2B5EF4-FFF2-40B4-BE49-F238E27FC236}">
                <a16:creationId xmlns:a16="http://schemas.microsoft.com/office/drawing/2014/main" id="{B0FCF71B-3ED3-8DA6-4977-F9FFFDA88268}"/>
              </a:ext>
            </a:extLst>
          </p:cNvPr>
          <p:cNvSpPr/>
          <p:nvPr userDrawn="1"/>
        </p:nvSpPr>
        <p:spPr>
          <a:xfrm>
            <a:off x="4809511" y="-5"/>
            <a:ext cx="3605100" cy="6858005"/>
          </a:xfrm>
          <a:custGeom>
            <a:avLst/>
            <a:gdLst>
              <a:gd name="connsiteX0" fmla="*/ 0 w 3200400"/>
              <a:gd name="connsiteY0" fmla="*/ 6276813 h 6276813"/>
              <a:gd name="connsiteX1" fmla="*/ 891153 w 3200400"/>
              <a:gd name="connsiteY1" fmla="*/ 6276813 h 6276813"/>
              <a:gd name="connsiteX2" fmla="*/ 3200400 w 3200400"/>
              <a:gd name="connsiteY2" fmla="*/ 0 h 6276813"/>
              <a:gd name="connsiteX3" fmla="*/ 3115159 w 3200400"/>
              <a:gd name="connsiteY3" fmla="*/ 0 h 6276813"/>
              <a:gd name="connsiteX4" fmla="*/ 0 w 3200400"/>
              <a:gd name="connsiteY4" fmla="*/ 6276813 h 6276813"/>
              <a:gd name="connsiteX0" fmla="*/ 0 w 3254644"/>
              <a:gd name="connsiteY0" fmla="*/ 6284563 h 6284563"/>
              <a:gd name="connsiteX1" fmla="*/ 945397 w 3254644"/>
              <a:gd name="connsiteY1" fmla="*/ 6276813 h 6284563"/>
              <a:gd name="connsiteX2" fmla="*/ 3254644 w 3254644"/>
              <a:gd name="connsiteY2" fmla="*/ 0 h 6284563"/>
              <a:gd name="connsiteX3" fmla="*/ 3169403 w 3254644"/>
              <a:gd name="connsiteY3" fmla="*/ 0 h 6284563"/>
              <a:gd name="connsiteX4" fmla="*/ 0 w 3254644"/>
              <a:gd name="connsiteY4" fmla="*/ 6284563 h 6284563"/>
              <a:gd name="connsiteX0" fmla="*/ 0 w 3285640"/>
              <a:gd name="connsiteY0" fmla="*/ 6284563 h 6284563"/>
              <a:gd name="connsiteX1" fmla="*/ 976393 w 3285640"/>
              <a:gd name="connsiteY1" fmla="*/ 6276813 h 6284563"/>
              <a:gd name="connsiteX2" fmla="*/ 3285640 w 3285640"/>
              <a:gd name="connsiteY2" fmla="*/ 0 h 6284563"/>
              <a:gd name="connsiteX3" fmla="*/ 3200399 w 3285640"/>
              <a:gd name="connsiteY3" fmla="*/ 0 h 6284563"/>
              <a:gd name="connsiteX4" fmla="*/ 0 w 3285640"/>
              <a:gd name="connsiteY4" fmla="*/ 6284563 h 6284563"/>
              <a:gd name="connsiteX0" fmla="*/ 0 w 2812941"/>
              <a:gd name="connsiteY0" fmla="*/ 6292312 h 6292312"/>
              <a:gd name="connsiteX1" fmla="*/ 503694 w 2812941"/>
              <a:gd name="connsiteY1" fmla="*/ 6276813 h 6292312"/>
              <a:gd name="connsiteX2" fmla="*/ 2812941 w 2812941"/>
              <a:gd name="connsiteY2" fmla="*/ 0 h 6292312"/>
              <a:gd name="connsiteX3" fmla="*/ 2727700 w 2812941"/>
              <a:gd name="connsiteY3" fmla="*/ 0 h 6292312"/>
              <a:gd name="connsiteX4" fmla="*/ 0 w 2812941"/>
              <a:gd name="connsiteY4" fmla="*/ 6292312 h 6292312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24525 w 2809766"/>
              <a:gd name="connsiteY3" fmla="*/ 0 h 6276813"/>
              <a:gd name="connsiteX4" fmla="*/ 0 w 2809766"/>
              <a:gd name="connsiteY4" fmla="*/ 6276437 h 6276813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68975 w 2809766"/>
              <a:gd name="connsiteY3" fmla="*/ 6350 h 6276813"/>
              <a:gd name="connsiteX4" fmla="*/ 0 w 2809766"/>
              <a:gd name="connsiteY4" fmla="*/ 6276437 h 6276813"/>
              <a:gd name="connsiteX0" fmla="*/ 0 w 3264621"/>
              <a:gd name="connsiteY0" fmla="*/ 6270087 h 6270463"/>
              <a:gd name="connsiteX1" fmla="*/ 500519 w 3264621"/>
              <a:gd name="connsiteY1" fmla="*/ 6270463 h 6270463"/>
              <a:gd name="connsiteX2" fmla="*/ 3264621 w 3264621"/>
              <a:gd name="connsiteY2" fmla="*/ 3028 h 6270463"/>
              <a:gd name="connsiteX3" fmla="*/ 2768975 w 3264621"/>
              <a:gd name="connsiteY3" fmla="*/ 0 h 6270463"/>
              <a:gd name="connsiteX4" fmla="*/ 0 w 3264621"/>
              <a:gd name="connsiteY4" fmla="*/ 6270087 h 6270463"/>
              <a:gd name="connsiteX0" fmla="*/ 0 w 3264621"/>
              <a:gd name="connsiteY0" fmla="*/ 6267059 h 6267435"/>
              <a:gd name="connsiteX1" fmla="*/ 500519 w 3264621"/>
              <a:gd name="connsiteY1" fmla="*/ 6267435 h 6267435"/>
              <a:gd name="connsiteX2" fmla="*/ 3264621 w 3264621"/>
              <a:gd name="connsiteY2" fmla="*/ 0 h 6267435"/>
              <a:gd name="connsiteX3" fmla="*/ 3214452 w 3264621"/>
              <a:gd name="connsiteY3" fmla="*/ 1661 h 6267435"/>
              <a:gd name="connsiteX4" fmla="*/ 0 w 3264621"/>
              <a:gd name="connsiteY4" fmla="*/ 6267059 h 626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4621" h="6267435">
                <a:moveTo>
                  <a:pt x="0" y="6267059"/>
                </a:moveTo>
                <a:lnTo>
                  <a:pt x="500519" y="6267435"/>
                </a:lnTo>
                <a:lnTo>
                  <a:pt x="3264621" y="0"/>
                </a:lnTo>
                <a:lnTo>
                  <a:pt x="3214452" y="1661"/>
                </a:lnTo>
                <a:lnTo>
                  <a:pt x="0" y="6267059"/>
                </a:lnTo>
                <a:close/>
              </a:path>
            </a:pathLst>
          </a:custGeom>
          <a:gradFill>
            <a:gsLst>
              <a:gs pos="49000">
                <a:schemeClr val="accent2"/>
              </a:gs>
              <a:gs pos="90000">
                <a:schemeClr val="tx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2663418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+ Image Pl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B69C6E8A-1D0A-512B-A944-81B2539A1E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00658" y="1"/>
            <a:ext cx="6891343" cy="6868952"/>
          </a:xfrm>
          <a:custGeom>
            <a:avLst/>
            <a:gdLst>
              <a:gd name="connsiteX0" fmla="*/ 2766197 w 6558116"/>
              <a:gd name="connsiteY0" fmla="*/ 0 h 6276807"/>
              <a:gd name="connsiteX1" fmla="*/ 6558116 w 6558116"/>
              <a:gd name="connsiteY1" fmla="*/ 0 h 6276807"/>
              <a:gd name="connsiteX2" fmla="*/ 6558116 w 6558116"/>
              <a:gd name="connsiteY2" fmla="*/ 6276807 h 6276807"/>
              <a:gd name="connsiteX3" fmla="*/ 0 w 6558116"/>
              <a:gd name="connsiteY3" fmla="*/ 6276807 h 6276807"/>
              <a:gd name="connsiteX4" fmla="*/ 0 w 6558116"/>
              <a:gd name="connsiteY4" fmla="*/ 6276241 h 6276807"/>
              <a:gd name="connsiteX0" fmla="*/ 3043116 w 6835035"/>
              <a:gd name="connsiteY0" fmla="*/ 0 h 6276807"/>
              <a:gd name="connsiteX1" fmla="*/ 6835035 w 6835035"/>
              <a:gd name="connsiteY1" fmla="*/ 0 h 6276807"/>
              <a:gd name="connsiteX2" fmla="*/ 6835035 w 6835035"/>
              <a:gd name="connsiteY2" fmla="*/ 6276807 h 6276807"/>
              <a:gd name="connsiteX3" fmla="*/ 276919 w 6835035"/>
              <a:gd name="connsiteY3" fmla="*/ 6276807 h 6276807"/>
              <a:gd name="connsiteX4" fmla="*/ 0 w 6835035"/>
              <a:gd name="connsiteY4" fmla="*/ 6244460 h 6276807"/>
              <a:gd name="connsiteX5" fmla="*/ 3043116 w 6835035"/>
              <a:gd name="connsiteY5" fmla="*/ 0 h 6276807"/>
              <a:gd name="connsiteX0" fmla="*/ 3077731 w 6869650"/>
              <a:gd name="connsiteY0" fmla="*/ 0 h 6286835"/>
              <a:gd name="connsiteX1" fmla="*/ 6869650 w 6869650"/>
              <a:gd name="connsiteY1" fmla="*/ 0 h 6286835"/>
              <a:gd name="connsiteX2" fmla="*/ 6869650 w 6869650"/>
              <a:gd name="connsiteY2" fmla="*/ 6276807 h 6286835"/>
              <a:gd name="connsiteX3" fmla="*/ 311534 w 6869650"/>
              <a:gd name="connsiteY3" fmla="*/ 6276807 h 6286835"/>
              <a:gd name="connsiteX4" fmla="*/ 0 w 6869650"/>
              <a:gd name="connsiteY4" fmla="*/ 6286835 h 6286835"/>
              <a:gd name="connsiteX5" fmla="*/ 3077731 w 6869650"/>
              <a:gd name="connsiteY5" fmla="*/ 0 h 6286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69650" h="6286835">
                <a:moveTo>
                  <a:pt x="3077731" y="0"/>
                </a:moveTo>
                <a:lnTo>
                  <a:pt x="6869650" y="0"/>
                </a:lnTo>
                <a:lnTo>
                  <a:pt x="6869650" y="6276807"/>
                </a:lnTo>
                <a:lnTo>
                  <a:pt x="311534" y="6276807"/>
                </a:lnTo>
                <a:lnTo>
                  <a:pt x="0" y="6286835"/>
                </a:lnTo>
                <a:cubicBezTo>
                  <a:pt x="922066" y="4194755"/>
                  <a:pt x="2155665" y="2092080"/>
                  <a:pt x="3077731" y="0"/>
                </a:cubicBezTo>
                <a:close/>
              </a:path>
            </a:pathLst>
          </a:custGeom>
          <a:pattFill prst="weave">
            <a:fgClr>
              <a:schemeClr val="bg2"/>
            </a:fgClr>
            <a:bgClr>
              <a:schemeClr val="bg1"/>
            </a:bgClr>
          </a:pattFill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Figtree Medium" pitchFamily="2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938C98-750F-B989-E8A2-47D33F5F8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689" y="457200"/>
            <a:ext cx="4602999" cy="1600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4000" b="1" i="0">
                <a:solidFill>
                  <a:schemeClr val="accent2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2D103-5877-6749-18AE-0555B8B45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688" y="2425491"/>
            <a:ext cx="4602997" cy="33321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Figtree" pitchFamily="2" charset="0"/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9B28ACF-39D2-C671-C9B4-9D48311B4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blue and black logo&#10;&#10;AI-generated content may be incorrect.">
            <a:extLst>
              <a:ext uri="{FF2B5EF4-FFF2-40B4-BE49-F238E27FC236}">
                <a16:creationId xmlns:a16="http://schemas.microsoft.com/office/drawing/2014/main" id="{FB6BC089-6024-60CC-51A6-E270462E81F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597" y="6437961"/>
            <a:ext cx="857523" cy="243268"/>
          </a:xfrm>
          <a:prstGeom prst="rect">
            <a:avLst/>
          </a:prstGeom>
        </p:spPr>
      </p:pic>
      <p:sp>
        <p:nvSpPr>
          <p:cNvPr id="3" name="Freeform 2">
            <a:extLst>
              <a:ext uri="{FF2B5EF4-FFF2-40B4-BE49-F238E27FC236}">
                <a16:creationId xmlns:a16="http://schemas.microsoft.com/office/drawing/2014/main" id="{63078809-296D-371D-64D3-36C8022650B2}"/>
              </a:ext>
            </a:extLst>
          </p:cNvPr>
          <p:cNvSpPr/>
          <p:nvPr/>
        </p:nvSpPr>
        <p:spPr>
          <a:xfrm>
            <a:off x="4847710" y="-5"/>
            <a:ext cx="3566903" cy="6858001"/>
          </a:xfrm>
          <a:custGeom>
            <a:avLst/>
            <a:gdLst>
              <a:gd name="connsiteX0" fmla="*/ 0 w 3200400"/>
              <a:gd name="connsiteY0" fmla="*/ 6276813 h 6276813"/>
              <a:gd name="connsiteX1" fmla="*/ 891153 w 3200400"/>
              <a:gd name="connsiteY1" fmla="*/ 6276813 h 6276813"/>
              <a:gd name="connsiteX2" fmla="*/ 3200400 w 3200400"/>
              <a:gd name="connsiteY2" fmla="*/ 0 h 6276813"/>
              <a:gd name="connsiteX3" fmla="*/ 3115159 w 3200400"/>
              <a:gd name="connsiteY3" fmla="*/ 0 h 6276813"/>
              <a:gd name="connsiteX4" fmla="*/ 0 w 3200400"/>
              <a:gd name="connsiteY4" fmla="*/ 6276813 h 6276813"/>
              <a:gd name="connsiteX0" fmla="*/ 0 w 3254644"/>
              <a:gd name="connsiteY0" fmla="*/ 6284563 h 6284563"/>
              <a:gd name="connsiteX1" fmla="*/ 945397 w 3254644"/>
              <a:gd name="connsiteY1" fmla="*/ 6276813 h 6284563"/>
              <a:gd name="connsiteX2" fmla="*/ 3254644 w 3254644"/>
              <a:gd name="connsiteY2" fmla="*/ 0 h 6284563"/>
              <a:gd name="connsiteX3" fmla="*/ 3169403 w 3254644"/>
              <a:gd name="connsiteY3" fmla="*/ 0 h 6284563"/>
              <a:gd name="connsiteX4" fmla="*/ 0 w 3254644"/>
              <a:gd name="connsiteY4" fmla="*/ 6284563 h 6284563"/>
              <a:gd name="connsiteX0" fmla="*/ 0 w 3285640"/>
              <a:gd name="connsiteY0" fmla="*/ 6284563 h 6284563"/>
              <a:gd name="connsiteX1" fmla="*/ 976393 w 3285640"/>
              <a:gd name="connsiteY1" fmla="*/ 6276813 h 6284563"/>
              <a:gd name="connsiteX2" fmla="*/ 3285640 w 3285640"/>
              <a:gd name="connsiteY2" fmla="*/ 0 h 6284563"/>
              <a:gd name="connsiteX3" fmla="*/ 3200399 w 3285640"/>
              <a:gd name="connsiteY3" fmla="*/ 0 h 6284563"/>
              <a:gd name="connsiteX4" fmla="*/ 0 w 3285640"/>
              <a:gd name="connsiteY4" fmla="*/ 6284563 h 6284563"/>
              <a:gd name="connsiteX0" fmla="*/ 0 w 2812941"/>
              <a:gd name="connsiteY0" fmla="*/ 6292312 h 6292312"/>
              <a:gd name="connsiteX1" fmla="*/ 503694 w 2812941"/>
              <a:gd name="connsiteY1" fmla="*/ 6276813 h 6292312"/>
              <a:gd name="connsiteX2" fmla="*/ 2812941 w 2812941"/>
              <a:gd name="connsiteY2" fmla="*/ 0 h 6292312"/>
              <a:gd name="connsiteX3" fmla="*/ 2727700 w 2812941"/>
              <a:gd name="connsiteY3" fmla="*/ 0 h 6292312"/>
              <a:gd name="connsiteX4" fmla="*/ 0 w 2812941"/>
              <a:gd name="connsiteY4" fmla="*/ 6292312 h 6292312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24525 w 2809766"/>
              <a:gd name="connsiteY3" fmla="*/ 0 h 6276813"/>
              <a:gd name="connsiteX4" fmla="*/ 0 w 2809766"/>
              <a:gd name="connsiteY4" fmla="*/ 6276437 h 6276813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68975 w 2809766"/>
              <a:gd name="connsiteY3" fmla="*/ 6350 h 6276813"/>
              <a:gd name="connsiteX4" fmla="*/ 0 w 2809766"/>
              <a:gd name="connsiteY4" fmla="*/ 6276437 h 6276813"/>
              <a:gd name="connsiteX0" fmla="*/ 0 w 3264621"/>
              <a:gd name="connsiteY0" fmla="*/ 6270087 h 6270463"/>
              <a:gd name="connsiteX1" fmla="*/ 500519 w 3264621"/>
              <a:gd name="connsiteY1" fmla="*/ 6270463 h 6270463"/>
              <a:gd name="connsiteX2" fmla="*/ 3264621 w 3264621"/>
              <a:gd name="connsiteY2" fmla="*/ 3028 h 6270463"/>
              <a:gd name="connsiteX3" fmla="*/ 2768975 w 3264621"/>
              <a:gd name="connsiteY3" fmla="*/ 0 h 6270463"/>
              <a:gd name="connsiteX4" fmla="*/ 0 w 3264621"/>
              <a:gd name="connsiteY4" fmla="*/ 6270087 h 6270463"/>
              <a:gd name="connsiteX0" fmla="*/ 0 w 3264621"/>
              <a:gd name="connsiteY0" fmla="*/ 6267059 h 6267435"/>
              <a:gd name="connsiteX1" fmla="*/ 500519 w 3264621"/>
              <a:gd name="connsiteY1" fmla="*/ 6267435 h 6267435"/>
              <a:gd name="connsiteX2" fmla="*/ 3264621 w 3264621"/>
              <a:gd name="connsiteY2" fmla="*/ 0 h 6267435"/>
              <a:gd name="connsiteX3" fmla="*/ 3214452 w 3264621"/>
              <a:gd name="connsiteY3" fmla="*/ 1661 h 6267435"/>
              <a:gd name="connsiteX4" fmla="*/ 0 w 3264621"/>
              <a:gd name="connsiteY4" fmla="*/ 6267059 h 626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4621" h="6267435">
                <a:moveTo>
                  <a:pt x="0" y="6267059"/>
                </a:moveTo>
                <a:lnTo>
                  <a:pt x="500519" y="6267435"/>
                </a:lnTo>
                <a:lnTo>
                  <a:pt x="3264621" y="0"/>
                </a:lnTo>
                <a:lnTo>
                  <a:pt x="3214452" y="1661"/>
                </a:lnTo>
                <a:lnTo>
                  <a:pt x="0" y="6267059"/>
                </a:lnTo>
                <a:close/>
              </a:path>
            </a:pathLst>
          </a:custGeom>
          <a:gradFill>
            <a:gsLst>
              <a:gs pos="45000">
                <a:schemeClr val="accent3"/>
              </a:gs>
              <a:gs pos="89000">
                <a:schemeClr val="accent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D341E90-4D37-64FA-B433-3FCC5E4B7902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blue and black logo&#10;&#10;AI-generated content may be incorrect.">
            <a:extLst>
              <a:ext uri="{FF2B5EF4-FFF2-40B4-BE49-F238E27FC236}">
                <a16:creationId xmlns:a16="http://schemas.microsoft.com/office/drawing/2014/main" id="{2D59FE28-F5DC-BD71-577B-B3EA1038F29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597" y="6437961"/>
            <a:ext cx="857523" cy="243268"/>
          </a:xfrm>
          <a:prstGeom prst="rect">
            <a:avLst/>
          </a:prstGeom>
        </p:spPr>
      </p:pic>
      <p:sp>
        <p:nvSpPr>
          <p:cNvPr id="8" name="Freeform 7">
            <a:extLst>
              <a:ext uri="{FF2B5EF4-FFF2-40B4-BE49-F238E27FC236}">
                <a16:creationId xmlns:a16="http://schemas.microsoft.com/office/drawing/2014/main" id="{12CCFE36-B375-DD5C-8F41-5A0D52870CA0}"/>
              </a:ext>
            </a:extLst>
          </p:cNvPr>
          <p:cNvSpPr/>
          <p:nvPr userDrawn="1"/>
        </p:nvSpPr>
        <p:spPr>
          <a:xfrm>
            <a:off x="4847710" y="-5"/>
            <a:ext cx="3566903" cy="6858001"/>
          </a:xfrm>
          <a:custGeom>
            <a:avLst/>
            <a:gdLst>
              <a:gd name="connsiteX0" fmla="*/ 0 w 3200400"/>
              <a:gd name="connsiteY0" fmla="*/ 6276813 h 6276813"/>
              <a:gd name="connsiteX1" fmla="*/ 891153 w 3200400"/>
              <a:gd name="connsiteY1" fmla="*/ 6276813 h 6276813"/>
              <a:gd name="connsiteX2" fmla="*/ 3200400 w 3200400"/>
              <a:gd name="connsiteY2" fmla="*/ 0 h 6276813"/>
              <a:gd name="connsiteX3" fmla="*/ 3115159 w 3200400"/>
              <a:gd name="connsiteY3" fmla="*/ 0 h 6276813"/>
              <a:gd name="connsiteX4" fmla="*/ 0 w 3200400"/>
              <a:gd name="connsiteY4" fmla="*/ 6276813 h 6276813"/>
              <a:gd name="connsiteX0" fmla="*/ 0 w 3254644"/>
              <a:gd name="connsiteY0" fmla="*/ 6284563 h 6284563"/>
              <a:gd name="connsiteX1" fmla="*/ 945397 w 3254644"/>
              <a:gd name="connsiteY1" fmla="*/ 6276813 h 6284563"/>
              <a:gd name="connsiteX2" fmla="*/ 3254644 w 3254644"/>
              <a:gd name="connsiteY2" fmla="*/ 0 h 6284563"/>
              <a:gd name="connsiteX3" fmla="*/ 3169403 w 3254644"/>
              <a:gd name="connsiteY3" fmla="*/ 0 h 6284563"/>
              <a:gd name="connsiteX4" fmla="*/ 0 w 3254644"/>
              <a:gd name="connsiteY4" fmla="*/ 6284563 h 6284563"/>
              <a:gd name="connsiteX0" fmla="*/ 0 w 3285640"/>
              <a:gd name="connsiteY0" fmla="*/ 6284563 h 6284563"/>
              <a:gd name="connsiteX1" fmla="*/ 976393 w 3285640"/>
              <a:gd name="connsiteY1" fmla="*/ 6276813 h 6284563"/>
              <a:gd name="connsiteX2" fmla="*/ 3285640 w 3285640"/>
              <a:gd name="connsiteY2" fmla="*/ 0 h 6284563"/>
              <a:gd name="connsiteX3" fmla="*/ 3200399 w 3285640"/>
              <a:gd name="connsiteY3" fmla="*/ 0 h 6284563"/>
              <a:gd name="connsiteX4" fmla="*/ 0 w 3285640"/>
              <a:gd name="connsiteY4" fmla="*/ 6284563 h 6284563"/>
              <a:gd name="connsiteX0" fmla="*/ 0 w 2812941"/>
              <a:gd name="connsiteY0" fmla="*/ 6292312 h 6292312"/>
              <a:gd name="connsiteX1" fmla="*/ 503694 w 2812941"/>
              <a:gd name="connsiteY1" fmla="*/ 6276813 h 6292312"/>
              <a:gd name="connsiteX2" fmla="*/ 2812941 w 2812941"/>
              <a:gd name="connsiteY2" fmla="*/ 0 h 6292312"/>
              <a:gd name="connsiteX3" fmla="*/ 2727700 w 2812941"/>
              <a:gd name="connsiteY3" fmla="*/ 0 h 6292312"/>
              <a:gd name="connsiteX4" fmla="*/ 0 w 2812941"/>
              <a:gd name="connsiteY4" fmla="*/ 6292312 h 6292312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24525 w 2809766"/>
              <a:gd name="connsiteY3" fmla="*/ 0 h 6276813"/>
              <a:gd name="connsiteX4" fmla="*/ 0 w 2809766"/>
              <a:gd name="connsiteY4" fmla="*/ 6276437 h 6276813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68975 w 2809766"/>
              <a:gd name="connsiteY3" fmla="*/ 6350 h 6276813"/>
              <a:gd name="connsiteX4" fmla="*/ 0 w 2809766"/>
              <a:gd name="connsiteY4" fmla="*/ 6276437 h 6276813"/>
              <a:gd name="connsiteX0" fmla="*/ 0 w 3264621"/>
              <a:gd name="connsiteY0" fmla="*/ 6270087 h 6270463"/>
              <a:gd name="connsiteX1" fmla="*/ 500519 w 3264621"/>
              <a:gd name="connsiteY1" fmla="*/ 6270463 h 6270463"/>
              <a:gd name="connsiteX2" fmla="*/ 3264621 w 3264621"/>
              <a:gd name="connsiteY2" fmla="*/ 3028 h 6270463"/>
              <a:gd name="connsiteX3" fmla="*/ 2768975 w 3264621"/>
              <a:gd name="connsiteY3" fmla="*/ 0 h 6270463"/>
              <a:gd name="connsiteX4" fmla="*/ 0 w 3264621"/>
              <a:gd name="connsiteY4" fmla="*/ 6270087 h 6270463"/>
              <a:gd name="connsiteX0" fmla="*/ 0 w 3264621"/>
              <a:gd name="connsiteY0" fmla="*/ 6267059 h 6267435"/>
              <a:gd name="connsiteX1" fmla="*/ 500519 w 3264621"/>
              <a:gd name="connsiteY1" fmla="*/ 6267435 h 6267435"/>
              <a:gd name="connsiteX2" fmla="*/ 3264621 w 3264621"/>
              <a:gd name="connsiteY2" fmla="*/ 0 h 6267435"/>
              <a:gd name="connsiteX3" fmla="*/ 3214452 w 3264621"/>
              <a:gd name="connsiteY3" fmla="*/ 1661 h 6267435"/>
              <a:gd name="connsiteX4" fmla="*/ 0 w 3264621"/>
              <a:gd name="connsiteY4" fmla="*/ 6267059 h 626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4621" h="6267435">
                <a:moveTo>
                  <a:pt x="0" y="6267059"/>
                </a:moveTo>
                <a:lnTo>
                  <a:pt x="500519" y="6267435"/>
                </a:lnTo>
                <a:lnTo>
                  <a:pt x="3264621" y="0"/>
                </a:lnTo>
                <a:lnTo>
                  <a:pt x="3214452" y="1661"/>
                </a:lnTo>
                <a:lnTo>
                  <a:pt x="0" y="6267059"/>
                </a:lnTo>
                <a:close/>
              </a:path>
            </a:pathLst>
          </a:custGeom>
          <a:gradFill>
            <a:gsLst>
              <a:gs pos="45000">
                <a:schemeClr val="accent3"/>
              </a:gs>
              <a:gs pos="89000">
                <a:schemeClr val="accent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0383101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+ Image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38C98-750F-B989-E8A2-47D33F5F8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689" y="457200"/>
            <a:ext cx="4602999" cy="1600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4000" b="1" i="0">
                <a:solidFill>
                  <a:schemeClr val="accent2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347A47-ADDB-726A-B2AC-AF6601AB38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00658" y="1"/>
            <a:ext cx="6891343" cy="6868952"/>
          </a:xfrm>
          <a:custGeom>
            <a:avLst/>
            <a:gdLst>
              <a:gd name="connsiteX0" fmla="*/ 2766197 w 6558116"/>
              <a:gd name="connsiteY0" fmla="*/ 0 h 6276807"/>
              <a:gd name="connsiteX1" fmla="*/ 6558116 w 6558116"/>
              <a:gd name="connsiteY1" fmla="*/ 0 h 6276807"/>
              <a:gd name="connsiteX2" fmla="*/ 6558116 w 6558116"/>
              <a:gd name="connsiteY2" fmla="*/ 6276807 h 6276807"/>
              <a:gd name="connsiteX3" fmla="*/ 0 w 6558116"/>
              <a:gd name="connsiteY3" fmla="*/ 6276807 h 6276807"/>
              <a:gd name="connsiteX4" fmla="*/ 0 w 6558116"/>
              <a:gd name="connsiteY4" fmla="*/ 6276241 h 6276807"/>
              <a:gd name="connsiteX0" fmla="*/ 3043116 w 6835035"/>
              <a:gd name="connsiteY0" fmla="*/ 0 h 6276807"/>
              <a:gd name="connsiteX1" fmla="*/ 6835035 w 6835035"/>
              <a:gd name="connsiteY1" fmla="*/ 0 h 6276807"/>
              <a:gd name="connsiteX2" fmla="*/ 6835035 w 6835035"/>
              <a:gd name="connsiteY2" fmla="*/ 6276807 h 6276807"/>
              <a:gd name="connsiteX3" fmla="*/ 276919 w 6835035"/>
              <a:gd name="connsiteY3" fmla="*/ 6276807 h 6276807"/>
              <a:gd name="connsiteX4" fmla="*/ 0 w 6835035"/>
              <a:gd name="connsiteY4" fmla="*/ 6244460 h 6276807"/>
              <a:gd name="connsiteX5" fmla="*/ 3043116 w 6835035"/>
              <a:gd name="connsiteY5" fmla="*/ 0 h 6276807"/>
              <a:gd name="connsiteX0" fmla="*/ 3077731 w 6869650"/>
              <a:gd name="connsiteY0" fmla="*/ 0 h 6286835"/>
              <a:gd name="connsiteX1" fmla="*/ 6869650 w 6869650"/>
              <a:gd name="connsiteY1" fmla="*/ 0 h 6286835"/>
              <a:gd name="connsiteX2" fmla="*/ 6869650 w 6869650"/>
              <a:gd name="connsiteY2" fmla="*/ 6276807 h 6286835"/>
              <a:gd name="connsiteX3" fmla="*/ 311534 w 6869650"/>
              <a:gd name="connsiteY3" fmla="*/ 6276807 h 6286835"/>
              <a:gd name="connsiteX4" fmla="*/ 0 w 6869650"/>
              <a:gd name="connsiteY4" fmla="*/ 6286835 h 6286835"/>
              <a:gd name="connsiteX5" fmla="*/ 3077731 w 6869650"/>
              <a:gd name="connsiteY5" fmla="*/ 0 h 6286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69650" h="6286835">
                <a:moveTo>
                  <a:pt x="3077731" y="0"/>
                </a:moveTo>
                <a:lnTo>
                  <a:pt x="6869650" y="0"/>
                </a:lnTo>
                <a:lnTo>
                  <a:pt x="6869650" y="6276807"/>
                </a:lnTo>
                <a:lnTo>
                  <a:pt x="311534" y="6276807"/>
                </a:lnTo>
                <a:lnTo>
                  <a:pt x="0" y="6286835"/>
                </a:lnTo>
                <a:cubicBezTo>
                  <a:pt x="922066" y="4194755"/>
                  <a:pt x="2155665" y="2092080"/>
                  <a:pt x="3077731" y="0"/>
                </a:cubicBezTo>
                <a:close/>
              </a:path>
            </a:pathLst>
          </a:custGeom>
          <a:pattFill prst="weave">
            <a:fgClr>
              <a:schemeClr val="bg2"/>
            </a:fgClr>
            <a:bgClr>
              <a:schemeClr val="bg1"/>
            </a:bgClr>
          </a:pattFill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Figtree Medium" pitchFamily="2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2D103-5877-6749-18AE-0555B8B45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688" y="2425491"/>
            <a:ext cx="4602997" cy="33321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Figtree" pitchFamily="2" charset="0"/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9B28ACF-39D2-C671-C9B4-9D48311B4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blue and black logo&#10;&#10;AI-generated content may be incorrect.">
            <a:extLst>
              <a:ext uri="{FF2B5EF4-FFF2-40B4-BE49-F238E27FC236}">
                <a16:creationId xmlns:a16="http://schemas.microsoft.com/office/drawing/2014/main" id="{FB6BC089-6024-60CC-51A6-E270462E81F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597" y="6437961"/>
            <a:ext cx="857523" cy="243268"/>
          </a:xfrm>
          <a:prstGeom prst="rect">
            <a:avLst/>
          </a:prstGeom>
        </p:spPr>
      </p:pic>
      <p:sp>
        <p:nvSpPr>
          <p:cNvPr id="5" name="Freeform 4">
            <a:extLst>
              <a:ext uri="{FF2B5EF4-FFF2-40B4-BE49-F238E27FC236}">
                <a16:creationId xmlns:a16="http://schemas.microsoft.com/office/drawing/2014/main" id="{F06610B9-8C48-9789-3124-8DB88AA039B6}"/>
              </a:ext>
            </a:extLst>
          </p:cNvPr>
          <p:cNvSpPr/>
          <p:nvPr/>
        </p:nvSpPr>
        <p:spPr>
          <a:xfrm>
            <a:off x="4855811" y="-5"/>
            <a:ext cx="3558800" cy="6868957"/>
          </a:xfrm>
          <a:custGeom>
            <a:avLst/>
            <a:gdLst>
              <a:gd name="connsiteX0" fmla="*/ 0 w 3200400"/>
              <a:gd name="connsiteY0" fmla="*/ 6276813 h 6276813"/>
              <a:gd name="connsiteX1" fmla="*/ 891153 w 3200400"/>
              <a:gd name="connsiteY1" fmla="*/ 6276813 h 6276813"/>
              <a:gd name="connsiteX2" fmla="*/ 3200400 w 3200400"/>
              <a:gd name="connsiteY2" fmla="*/ 0 h 6276813"/>
              <a:gd name="connsiteX3" fmla="*/ 3115159 w 3200400"/>
              <a:gd name="connsiteY3" fmla="*/ 0 h 6276813"/>
              <a:gd name="connsiteX4" fmla="*/ 0 w 3200400"/>
              <a:gd name="connsiteY4" fmla="*/ 6276813 h 6276813"/>
              <a:gd name="connsiteX0" fmla="*/ 0 w 3254644"/>
              <a:gd name="connsiteY0" fmla="*/ 6284563 h 6284563"/>
              <a:gd name="connsiteX1" fmla="*/ 945397 w 3254644"/>
              <a:gd name="connsiteY1" fmla="*/ 6276813 h 6284563"/>
              <a:gd name="connsiteX2" fmla="*/ 3254644 w 3254644"/>
              <a:gd name="connsiteY2" fmla="*/ 0 h 6284563"/>
              <a:gd name="connsiteX3" fmla="*/ 3169403 w 3254644"/>
              <a:gd name="connsiteY3" fmla="*/ 0 h 6284563"/>
              <a:gd name="connsiteX4" fmla="*/ 0 w 3254644"/>
              <a:gd name="connsiteY4" fmla="*/ 6284563 h 6284563"/>
              <a:gd name="connsiteX0" fmla="*/ 0 w 3285640"/>
              <a:gd name="connsiteY0" fmla="*/ 6284563 h 6284563"/>
              <a:gd name="connsiteX1" fmla="*/ 976393 w 3285640"/>
              <a:gd name="connsiteY1" fmla="*/ 6276813 h 6284563"/>
              <a:gd name="connsiteX2" fmla="*/ 3285640 w 3285640"/>
              <a:gd name="connsiteY2" fmla="*/ 0 h 6284563"/>
              <a:gd name="connsiteX3" fmla="*/ 3200399 w 3285640"/>
              <a:gd name="connsiteY3" fmla="*/ 0 h 6284563"/>
              <a:gd name="connsiteX4" fmla="*/ 0 w 3285640"/>
              <a:gd name="connsiteY4" fmla="*/ 6284563 h 6284563"/>
              <a:gd name="connsiteX0" fmla="*/ 0 w 2812941"/>
              <a:gd name="connsiteY0" fmla="*/ 6292312 h 6292312"/>
              <a:gd name="connsiteX1" fmla="*/ 503694 w 2812941"/>
              <a:gd name="connsiteY1" fmla="*/ 6276813 h 6292312"/>
              <a:gd name="connsiteX2" fmla="*/ 2812941 w 2812941"/>
              <a:gd name="connsiteY2" fmla="*/ 0 h 6292312"/>
              <a:gd name="connsiteX3" fmla="*/ 2727700 w 2812941"/>
              <a:gd name="connsiteY3" fmla="*/ 0 h 6292312"/>
              <a:gd name="connsiteX4" fmla="*/ 0 w 2812941"/>
              <a:gd name="connsiteY4" fmla="*/ 6292312 h 6292312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24525 w 2809766"/>
              <a:gd name="connsiteY3" fmla="*/ 0 h 6276813"/>
              <a:gd name="connsiteX4" fmla="*/ 0 w 2809766"/>
              <a:gd name="connsiteY4" fmla="*/ 6276437 h 6276813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68975 w 2809766"/>
              <a:gd name="connsiteY3" fmla="*/ 6350 h 6276813"/>
              <a:gd name="connsiteX4" fmla="*/ 0 w 2809766"/>
              <a:gd name="connsiteY4" fmla="*/ 6276437 h 6276813"/>
              <a:gd name="connsiteX0" fmla="*/ 0 w 3264621"/>
              <a:gd name="connsiteY0" fmla="*/ 6270087 h 6270463"/>
              <a:gd name="connsiteX1" fmla="*/ 500519 w 3264621"/>
              <a:gd name="connsiteY1" fmla="*/ 6270463 h 6270463"/>
              <a:gd name="connsiteX2" fmla="*/ 3264621 w 3264621"/>
              <a:gd name="connsiteY2" fmla="*/ 3028 h 6270463"/>
              <a:gd name="connsiteX3" fmla="*/ 2768975 w 3264621"/>
              <a:gd name="connsiteY3" fmla="*/ 0 h 6270463"/>
              <a:gd name="connsiteX4" fmla="*/ 0 w 3264621"/>
              <a:gd name="connsiteY4" fmla="*/ 6270087 h 6270463"/>
              <a:gd name="connsiteX0" fmla="*/ 0 w 3264621"/>
              <a:gd name="connsiteY0" fmla="*/ 6267059 h 6267435"/>
              <a:gd name="connsiteX1" fmla="*/ 500519 w 3264621"/>
              <a:gd name="connsiteY1" fmla="*/ 6267435 h 6267435"/>
              <a:gd name="connsiteX2" fmla="*/ 3264621 w 3264621"/>
              <a:gd name="connsiteY2" fmla="*/ 0 h 6267435"/>
              <a:gd name="connsiteX3" fmla="*/ 3214452 w 3264621"/>
              <a:gd name="connsiteY3" fmla="*/ 1661 h 6267435"/>
              <a:gd name="connsiteX4" fmla="*/ 0 w 3264621"/>
              <a:gd name="connsiteY4" fmla="*/ 6267059 h 626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4621" h="6267435">
                <a:moveTo>
                  <a:pt x="0" y="6267059"/>
                </a:moveTo>
                <a:lnTo>
                  <a:pt x="500519" y="6267435"/>
                </a:lnTo>
                <a:lnTo>
                  <a:pt x="3264621" y="0"/>
                </a:lnTo>
                <a:lnTo>
                  <a:pt x="3214452" y="1661"/>
                </a:lnTo>
                <a:lnTo>
                  <a:pt x="0" y="6267059"/>
                </a:lnTo>
                <a:close/>
              </a:path>
            </a:pathLst>
          </a:custGeom>
          <a:gradFill>
            <a:gsLst>
              <a:gs pos="52000">
                <a:schemeClr val="accent4"/>
              </a:gs>
              <a:gs pos="90000">
                <a:schemeClr val="accent6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40A1FCB-FC17-E09B-8495-F9E817853547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blue and black logo&#10;&#10;AI-generated content may be incorrect.">
            <a:extLst>
              <a:ext uri="{FF2B5EF4-FFF2-40B4-BE49-F238E27FC236}">
                <a16:creationId xmlns:a16="http://schemas.microsoft.com/office/drawing/2014/main" id="{923BD87E-CEE4-BDB7-30FA-219388A7C54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597" y="6437961"/>
            <a:ext cx="857523" cy="243268"/>
          </a:xfrm>
          <a:prstGeom prst="rect">
            <a:avLst/>
          </a:prstGeom>
        </p:spPr>
      </p:pic>
      <p:sp>
        <p:nvSpPr>
          <p:cNvPr id="7" name="Freeform 6">
            <a:extLst>
              <a:ext uri="{FF2B5EF4-FFF2-40B4-BE49-F238E27FC236}">
                <a16:creationId xmlns:a16="http://schemas.microsoft.com/office/drawing/2014/main" id="{26F8B5DC-42A4-6BF2-970C-112FFD747018}"/>
              </a:ext>
            </a:extLst>
          </p:cNvPr>
          <p:cNvSpPr/>
          <p:nvPr userDrawn="1"/>
        </p:nvSpPr>
        <p:spPr>
          <a:xfrm>
            <a:off x="4855811" y="-5"/>
            <a:ext cx="3558800" cy="6868957"/>
          </a:xfrm>
          <a:custGeom>
            <a:avLst/>
            <a:gdLst>
              <a:gd name="connsiteX0" fmla="*/ 0 w 3200400"/>
              <a:gd name="connsiteY0" fmla="*/ 6276813 h 6276813"/>
              <a:gd name="connsiteX1" fmla="*/ 891153 w 3200400"/>
              <a:gd name="connsiteY1" fmla="*/ 6276813 h 6276813"/>
              <a:gd name="connsiteX2" fmla="*/ 3200400 w 3200400"/>
              <a:gd name="connsiteY2" fmla="*/ 0 h 6276813"/>
              <a:gd name="connsiteX3" fmla="*/ 3115159 w 3200400"/>
              <a:gd name="connsiteY3" fmla="*/ 0 h 6276813"/>
              <a:gd name="connsiteX4" fmla="*/ 0 w 3200400"/>
              <a:gd name="connsiteY4" fmla="*/ 6276813 h 6276813"/>
              <a:gd name="connsiteX0" fmla="*/ 0 w 3254644"/>
              <a:gd name="connsiteY0" fmla="*/ 6284563 h 6284563"/>
              <a:gd name="connsiteX1" fmla="*/ 945397 w 3254644"/>
              <a:gd name="connsiteY1" fmla="*/ 6276813 h 6284563"/>
              <a:gd name="connsiteX2" fmla="*/ 3254644 w 3254644"/>
              <a:gd name="connsiteY2" fmla="*/ 0 h 6284563"/>
              <a:gd name="connsiteX3" fmla="*/ 3169403 w 3254644"/>
              <a:gd name="connsiteY3" fmla="*/ 0 h 6284563"/>
              <a:gd name="connsiteX4" fmla="*/ 0 w 3254644"/>
              <a:gd name="connsiteY4" fmla="*/ 6284563 h 6284563"/>
              <a:gd name="connsiteX0" fmla="*/ 0 w 3285640"/>
              <a:gd name="connsiteY0" fmla="*/ 6284563 h 6284563"/>
              <a:gd name="connsiteX1" fmla="*/ 976393 w 3285640"/>
              <a:gd name="connsiteY1" fmla="*/ 6276813 h 6284563"/>
              <a:gd name="connsiteX2" fmla="*/ 3285640 w 3285640"/>
              <a:gd name="connsiteY2" fmla="*/ 0 h 6284563"/>
              <a:gd name="connsiteX3" fmla="*/ 3200399 w 3285640"/>
              <a:gd name="connsiteY3" fmla="*/ 0 h 6284563"/>
              <a:gd name="connsiteX4" fmla="*/ 0 w 3285640"/>
              <a:gd name="connsiteY4" fmla="*/ 6284563 h 6284563"/>
              <a:gd name="connsiteX0" fmla="*/ 0 w 2812941"/>
              <a:gd name="connsiteY0" fmla="*/ 6292312 h 6292312"/>
              <a:gd name="connsiteX1" fmla="*/ 503694 w 2812941"/>
              <a:gd name="connsiteY1" fmla="*/ 6276813 h 6292312"/>
              <a:gd name="connsiteX2" fmla="*/ 2812941 w 2812941"/>
              <a:gd name="connsiteY2" fmla="*/ 0 h 6292312"/>
              <a:gd name="connsiteX3" fmla="*/ 2727700 w 2812941"/>
              <a:gd name="connsiteY3" fmla="*/ 0 h 6292312"/>
              <a:gd name="connsiteX4" fmla="*/ 0 w 2812941"/>
              <a:gd name="connsiteY4" fmla="*/ 6292312 h 6292312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24525 w 2809766"/>
              <a:gd name="connsiteY3" fmla="*/ 0 h 6276813"/>
              <a:gd name="connsiteX4" fmla="*/ 0 w 2809766"/>
              <a:gd name="connsiteY4" fmla="*/ 6276437 h 6276813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68975 w 2809766"/>
              <a:gd name="connsiteY3" fmla="*/ 6350 h 6276813"/>
              <a:gd name="connsiteX4" fmla="*/ 0 w 2809766"/>
              <a:gd name="connsiteY4" fmla="*/ 6276437 h 6276813"/>
              <a:gd name="connsiteX0" fmla="*/ 0 w 3264621"/>
              <a:gd name="connsiteY0" fmla="*/ 6270087 h 6270463"/>
              <a:gd name="connsiteX1" fmla="*/ 500519 w 3264621"/>
              <a:gd name="connsiteY1" fmla="*/ 6270463 h 6270463"/>
              <a:gd name="connsiteX2" fmla="*/ 3264621 w 3264621"/>
              <a:gd name="connsiteY2" fmla="*/ 3028 h 6270463"/>
              <a:gd name="connsiteX3" fmla="*/ 2768975 w 3264621"/>
              <a:gd name="connsiteY3" fmla="*/ 0 h 6270463"/>
              <a:gd name="connsiteX4" fmla="*/ 0 w 3264621"/>
              <a:gd name="connsiteY4" fmla="*/ 6270087 h 6270463"/>
              <a:gd name="connsiteX0" fmla="*/ 0 w 3264621"/>
              <a:gd name="connsiteY0" fmla="*/ 6267059 h 6267435"/>
              <a:gd name="connsiteX1" fmla="*/ 500519 w 3264621"/>
              <a:gd name="connsiteY1" fmla="*/ 6267435 h 6267435"/>
              <a:gd name="connsiteX2" fmla="*/ 3264621 w 3264621"/>
              <a:gd name="connsiteY2" fmla="*/ 0 h 6267435"/>
              <a:gd name="connsiteX3" fmla="*/ 3214452 w 3264621"/>
              <a:gd name="connsiteY3" fmla="*/ 1661 h 6267435"/>
              <a:gd name="connsiteX4" fmla="*/ 0 w 3264621"/>
              <a:gd name="connsiteY4" fmla="*/ 6267059 h 626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4621" h="6267435">
                <a:moveTo>
                  <a:pt x="0" y="6267059"/>
                </a:moveTo>
                <a:lnTo>
                  <a:pt x="500519" y="6267435"/>
                </a:lnTo>
                <a:lnTo>
                  <a:pt x="3264621" y="0"/>
                </a:lnTo>
                <a:lnTo>
                  <a:pt x="3214452" y="1661"/>
                </a:lnTo>
                <a:lnTo>
                  <a:pt x="0" y="6267059"/>
                </a:lnTo>
                <a:close/>
              </a:path>
            </a:pathLst>
          </a:custGeom>
          <a:gradFill>
            <a:gsLst>
              <a:gs pos="52000">
                <a:schemeClr val="accent4"/>
              </a:gs>
              <a:gs pos="90000">
                <a:schemeClr val="accent6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58396834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+ Image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347A47-ADDB-726A-B2AC-AF6601AB38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13821" y="0"/>
            <a:ext cx="6891343" cy="6868957"/>
          </a:xfrm>
          <a:custGeom>
            <a:avLst/>
            <a:gdLst>
              <a:gd name="connsiteX0" fmla="*/ 2766197 w 6558116"/>
              <a:gd name="connsiteY0" fmla="*/ 0 h 6276807"/>
              <a:gd name="connsiteX1" fmla="*/ 6558116 w 6558116"/>
              <a:gd name="connsiteY1" fmla="*/ 0 h 6276807"/>
              <a:gd name="connsiteX2" fmla="*/ 6558116 w 6558116"/>
              <a:gd name="connsiteY2" fmla="*/ 6276807 h 6276807"/>
              <a:gd name="connsiteX3" fmla="*/ 0 w 6558116"/>
              <a:gd name="connsiteY3" fmla="*/ 6276807 h 6276807"/>
              <a:gd name="connsiteX4" fmla="*/ 0 w 6558116"/>
              <a:gd name="connsiteY4" fmla="*/ 6276241 h 6276807"/>
              <a:gd name="connsiteX0" fmla="*/ 3043116 w 6835035"/>
              <a:gd name="connsiteY0" fmla="*/ 0 h 6276807"/>
              <a:gd name="connsiteX1" fmla="*/ 6835035 w 6835035"/>
              <a:gd name="connsiteY1" fmla="*/ 0 h 6276807"/>
              <a:gd name="connsiteX2" fmla="*/ 6835035 w 6835035"/>
              <a:gd name="connsiteY2" fmla="*/ 6276807 h 6276807"/>
              <a:gd name="connsiteX3" fmla="*/ 276919 w 6835035"/>
              <a:gd name="connsiteY3" fmla="*/ 6276807 h 6276807"/>
              <a:gd name="connsiteX4" fmla="*/ 0 w 6835035"/>
              <a:gd name="connsiteY4" fmla="*/ 6244460 h 6276807"/>
              <a:gd name="connsiteX5" fmla="*/ 3043116 w 6835035"/>
              <a:gd name="connsiteY5" fmla="*/ 0 h 6276807"/>
              <a:gd name="connsiteX0" fmla="*/ 3077731 w 6869650"/>
              <a:gd name="connsiteY0" fmla="*/ 0 h 6286835"/>
              <a:gd name="connsiteX1" fmla="*/ 6869650 w 6869650"/>
              <a:gd name="connsiteY1" fmla="*/ 0 h 6286835"/>
              <a:gd name="connsiteX2" fmla="*/ 6869650 w 6869650"/>
              <a:gd name="connsiteY2" fmla="*/ 6276807 h 6286835"/>
              <a:gd name="connsiteX3" fmla="*/ 311534 w 6869650"/>
              <a:gd name="connsiteY3" fmla="*/ 6276807 h 6286835"/>
              <a:gd name="connsiteX4" fmla="*/ 0 w 6869650"/>
              <a:gd name="connsiteY4" fmla="*/ 6286835 h 6286835"/>
              <a:gd name="connsiteX5" fmla="*/ 3077731 w 6869650"/>
              <a:gd name="connsiteY5" fmla="*/ 0 h 6286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69650" h="6286835">
                <a:moveTo>
                  <a:pt x="3077731" y="0"/>
                </a:moveTo>
                <a:lnTo>
                  <a:pt x="6869650" y="0"/>
                </a:lnTo>
                <a:lnTo>
                  <a:pt x="6869650" y="6276807"/>
                </a:lnTo>
                <a:lnTo>
                  <a:pt x="311534" y="6276807"/>
                </a:lnTo>
                <a:lnTo>
                  <a:pt x="0" y="6286835"/>
                </a:lnTo>
                <a:cubicBezTo>
                  <a:pt x="922066" y="4194755"/>
                  <a:pt x="2155665" y="2092080"/>
                  <a:pt x="3077731" y="0"/>
                </a:cubicBezTo>
                <a:close/>
              </a:path>
            </a:pathLst>
          </a:custGeom>
          <a:pattFill prst="weave">
            <a:fgClr>
              <a:schemeClr val="bg2"/>
            </a:fgClr>
            <a:bgClr>
              <a:schemeClr val="bg1"/>
            </a:bgClr>
          </a:pattFill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Figtree Medium" pitchFamily="2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938C98-750F-B989-E8A2-47D33F5F8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689" y="457200"/>
            <a:ext cx="4602999" cy="1600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4000" b="1" i="0">
                <a:solidFill>
                  <a:schemeClr val="accent2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2D103-5877-6749-18AE-0555B8B45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688" y="2425491"/>
            <a:ext cx="4602997" cy="33321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Figtree" pitchFamily="2" charset="0"/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9B28ACF-39D2-C671-C9B4-9D48311B4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blue and black logo&#10;&#10;AI-generated content may be incorrect.">
            <a:extLst>
              <a:ext uri="{FF2B5EF4-FFF2-40B4-BE49-F238E27FC236}">
                <a16:creationId xmlns:a16="http://schemas.microsoft.com/office/drawing/2014/main" id="{FB6BC089-6024-60CC-51A6-E270462E81F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597" y="6437961"/>
            <a:ext cx="857523" cy="243268"/>
          </a:xfrm>
          <a:prstGeom prst="rect">
            <a:avLst/>
          </a:prstGeom>
        </p:spPr>
      </p:pic>
      <p:sp>
        <p:nvSpPr>
          <p:cNvPr id="3" name="Freeform 2">
            <a:extLst>
              <a:ext uri="{FF2B5EF4-FFF2-40B4-BE49-F238E27FC236}">
                <a16:creationId xmlns:a16="http://schemas.microsoft.com/office/drawing/2014/main" id="{CB73E4F5-5916-13A5-64C5-8C77558117BD}"/>
              </a:ext>
            </a:extLst>
          </p:cNvPr>
          <p:cNvSpPr/>
          <p:nvPr/>
        </p:nvSpPr>
        <p:spPr>
          <a:xfrm>
            <a:off x="4809511" y="-5"/>
            <a:ext cx="3605100" cy="6868957"/>
          </a:xfrm>
          <a:custGeom>
            <a:avLst/>
            <a:gdLst>
              <a:gd name="connsiteX0" fmla="*/ 0 w 3200400"/>
              <a:gd name="connsiteY0" fmla="*/ 6276813 h 6276813"/>
              <a:gd name="connsiteX1" fmla="*/ 891153 w 3200400"/>
              <a:gd name="connsiteY1" fmla="*/ 6276813 h 6276813"/>
              <a:gd name="connsiteX2" fmla="*/ 3200400 w 3200400"/>
              <a:gd name="connsiteY2" fmla="*/ 0 h 6276813"/>
              <a:gd name="connsiteX3" fmla="*/ 3115159 w 3200400"/>
              <a:gd name="connsiteY3" fmla="*/ 0 h 6276813"/>
              <a:gd name="connsiteX4" fmla="*/ 0 w 3200400"/>
              <a:gd name="connsiteY4" fmla="*/ 6276813 h 6276813"/>
              <a:gd name="connsiteX0" fmla="*/ 0 w 3254644"/>
              <a:gd name="connsiteY0" fmla="*/ 6284563 h 6284563"/>
              <a:gd name="connsiteX1" fmla="*/ 945397 w 3254644"/>
              <a:gd name="connsiteY1" fmla="*/ 6276813 h 6284563"/>
              <a:gd name="connsiteX2" fmla="*/ 3254644 w 3254644"/>
              <a:gd name="connsiteY2" fmla="*/ 0 h 6284563"/>
              <a:gd name="connsiteX3" fmla="*/ 3169403 w 3254644"/>
              <a:gd name="connsiteY3" fmla="*/ 0 h 6284563"/>
              <a:gd name="connsiteX4" fmla="*/ 0 w 3254644"/>
              <a:gd name="connsiteY4" fmla="*/ 6284563 h 6284563"/>
              <a:gd name="connsiteX0" fmla="*/ 0 w 3285640"/>
              <a:gd name="connsiteY0" fmla="*/ 6284563 h 6284563"/>
              <a:gd name="connsiteX1" fmla="*/ 976393 w 3285640"/>
              <a:gd name="connsiteY1" fmla="*/ 6276813 h 6284563"/>
              <a:gd name="connsiteX2" fmla="*/ 3285640 w 3285640"/>
              <a:gd name="connsiteY2" fmla="*/ 0 h 6284563"/>
              <a:gd name="connsiteX3" fmla="*/ 3200399 w 3285640"/>
              <a:gd name="connsiteY3" fmla="*/ 0 h 6284563"/>
              <a:gd name="connsiteX4" fmla="*/ 0 w 3285640"/>
              <a:gd name="connsiteY4" fmla="*/ 6284563 h 6284563"/>
              <a:gd name="connsiteX0" fmla="*/ 0 w 2812941"/>
              <a:gd name="connsiteY0" fmla="*/ 6292312 h 6292312"/>
              <a:gd name="connsiteX1" fmla="*/ 503694 w 2812941"/>
              <a:gd name="connsiteY1" fmla="*/ 6276813 h 6292312"/>
              <a:gd name="connsiteX2" fmla="*/ 2812941 w 2812941"/>
              <a:gd name="connsiteY2" fmla="*/ 0 h 6292312"/>
              <a:gd name="connsiteX3" fmla="*/ 2727700 w 2812941"/>
              <a:gd name="connsiteY3" fmla="*/ 0 h 6292312"/>
              <a:gd name="connsiteX4" fmla="*/ 0 w 2812941"/>
              <a:gd name="connsiteY4" fmla="*/ 6292312 h 6292312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24525 w 2809766"/>
              <a:gd name="connsiteY3" fmla="*/ 0 h 6276813"/>
              <a:gd name="connsiteX4" fmla="*/ 0 w 2809766"/>
              <a:gd name="connsiteY4" fmla="*/ 6276437 h 6276813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68975 w 2809766"/>
              <a:gd name="connsiteY3" fmla="*/ 6350 h 6276813"/>
              <a:gd name="connsiteX4" fmla="*/ 0 w 2809766"/>
              <a:gd name="connsiteY4" fmla="*/ 6276437 h 6276813"/>
              <a:gd name="connsiteX0" fmla="*/ 0 w 3264621"/>
              <a:gd name="connsiteY0" fmla="*/ 6270087 h 6270463"/>
              <a:gd name="connsiteX1" fmla="*/ 500519 w 3264621"/>
              <a:gd name="connsiteY1" fmla="*/ 6270463 h 6270463"/>
              <a:gd name="connsiteX2" fmla="*/ 3264621 w 3264621"/>
              <a:gd name="connsiteY2" fmla="*/ 3028 h 6270463"/>
              <a:gd name="connsiteX3" fmla="*/ 2768975 w 3264621"/>
              <a:gd name="connsiteY3" fmla="*/ 0 h 6270463"/>
              <a:gd name="connsiteX4" fmla="*/ 0 w 3264621"/>
              <a:gd name="connsiteY4" fmla="*/ 6270087 h 6270463"/>
              <a:gd name="connsiteX0" fmla="*/ 0 w 3264621"/>
              <a:gd name="connsiteY0" fmla="*/ 6267059 h 6267435"/>
              <a:gd name="connsiteX1" fmla="*/ 500519 w 3264621"/>
              <a:gd name="connsiteY1" fmla="*/ 6267435 h 6267435"/>
              <a:gd name="connsiteX2" fmla="*/ 3264621 w 3264621"/>
              <a:gd name="connsiteY2" fmla="*/ 0 h 6267435"/>
              <a:gd name="connsiteX3" fmla="*/ 3214452 w 3264621"/>
              <a:gd name="connsiteY3" fmla="*/ 1661 h 6267435"/>
              <a:gd name="connsiteX4" fmla="*/ 0 w 3264621"/>
              <a:gd name="connsiteY4" fmla="*/ 6267059 h 626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4621" h="6267435">
                <a:moveTo>
                  <a:pt x="0" y="6267059"/>
                </a:moveTo>
                <a:lnTo>
                  <a:pt x="500519" y="6267435"/>
                </a:lnTo>
                <a:lnTo>
                  <a:pt x="3264621" y="0"/>
                </a:lnTo>
                <a:lnTo>
                  <a:pt x="3214452" y="1661"/>
                </a:lnTo>
                <a:lnTo>
                  <a:pt x="0" y="6267059"/>
                </a:lnTo>
                <a:close/>
              </a:path>
            </a:pathLst>
          </a:custGeom>
          <a:gradFill>
            <a:gsLst>
              <a:gs pos="44000">
                <a:schemeClr val="accent5"/>
              </a:gs>
              <a:gs pos="81000">
                <a:schemeClr val="accent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AA2C066-69F0-8954-1986-CC888253E971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blue and black logo&#10;&#10;AI-generated content may be incorrect.">
            <a:extLst>
              <a:ext uri="{FF2B5EF4-FFF2-40B4-BE49-F238E27FC236}">
                <a16:creationId xmlns:a16="http://schemas.microsoft.com/office/drawing/2014/main" id="{6A767172-79EB-6E07-E9E9-FD7BA14CA4B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597" y="6437961"/>
            <a:ext cx="857523" cy="243268"/>
          </a:xfrm>
          <a:prstGeom prst="rect">
            <a:avLst/>
          </a:prstGeom>
        </p:spPr>
      </p:pic>
      <p:sp>
        <p:nvSpPr>
          <p:cNvPr id="7" name="Freeform 6">
            <a:extLst>
              <a:ext uri="{FF2B5EF4-FFF2-40B4-BE49-F238E27FC236}">
                <a16:creationId xmlns:a16="http://schemas.microsoft.com/office/drawing/2014/main" id="{26E93A91-E4C0-DEC0-3E6B-1D980AECB365}"/>
              </a:ext>
            </a:extLst>
          </p:cNvPr>
          <p:cNvSpPr/>
          <p:nvPr userDrawn="1"/>
        </p:nvSpPr>
        <p:spPr>
          <a:xfrm>
            <a:off x="4809511" y="-5"/>
            <a:ext cx="3605100" cy="6868957"/>
          </a:xfrm>
          <a:custGeom>
            <a:avLst/>
            <a:gdLst>
              <a:gd name="connsiteX0" fmla="*/ 0 w 3200400"/>
              <a:gd name="connsiteY0" fmla="*/ 6276813 h 6276813"/>
              <a:gd name="connsiteX1" fmla="*/ 891153 w 3200400"/>
              <a:gd name="connsiteY1" fmla="*/ 6276813 h 6276813"/>
              <a:gd name="connsiteX2" fmla="*/ 3200400 w 3200400"/>
              <a:gd name="connsiteY2" fmla="*/ 0 h 6276813"/>
              <a:gd name="connsiteX3" fmla="*/ 3115159 w 3200400"/>
              <a:gd name="connsiteY3" fmla="*/ 0 h 6276813"/>
              <a:gd name="connsiteX4" fmla="*/ 0 w 3200400"/>
              <a:gd name="connsiteY4" fmla="*/ 6276813 h 6276813"/>
              <a:gd name="connsiteX0" fmla="*/ 0 w 3254644"/>
              <a:gd name="connsiteY0" fmla="*/ 6284563 h 6284563"/>
              <a:gd name="connsiteX1" fmla="*/ 945397 w 3254644"/>
              <a:gd name="connsiteY1" fmla="*/ 6276813 h 6284563"/>
              <a:gd name="connsiteX2" fmla="*/ 3254644 w 3254644"/>
              <a:gd name="connsiteY2" fmla="*/ 0 h 6284563"/>
              <a:gd name="connsiteX3" fmla="*/ 3169403 w 3254644"/>
              <a:gd name="connsiteY3" fmla="*/ 0 h 6284563"/>
              <a:gd name="connsiteX4" fmla="*/ 0 w 3254644"/>
              <a:gd name="connsiteY4" fmla="*/ 6284563 h 6284563"/>
              <a:gd name="connsiteX0" fmla="*/ 0 w 3285640"/>
              <a:gd name="connsiteY0" fmla="*/ 6284563 h 6284563"/>
              <a:gd name="connsiteX1" fmla="*/ 976393 w 3285640"/>
              <a:gd name="connsiteY1" fmla="*/ 6276813 h 6284563"/>
              <a:gd name="connsiteX2" fmla="*/ 3285640 w 3285640"/>
              <a:gd name="connsiteY2" fmla="*/ 0 h 6284563"/>
              <a:gd name="connsiteX3" fmla="*/ 3200399 w 3285640"/>
              <a:gd name="connsiteY3" fmla="*/ 0 h 6284563"/>
              <a:gd name="connsiteX4" fmla="*/ 0 w 3285640"/>
              <a:gd name="connsiteY4" fmla="*/ 6284563 h 6284563"/>
              <a:gd name="connsiteX0" fmla="*/ 0 w 2812941"/>
              <a:gd name="connsiteY0" fmla="*/ 6292312 h 6292312"/>
              <a:gd name="connsiteX1" fmla="*/ 503694 w 2812941"/>
              <a:gd name="connsiteY1" fmla="*/ 6276813 h 6292312"/>
              <a:gd name="connsiteX2" fmla="*/ 2812941 w 2812941"/>
              <a:gd name="connsiteY2" fmla="*/ 0 h 6292312"/>
              <a:gd name="connsiteX3" fmla="*/ 2727700 w 2812941"/>
              <a:gd name="connsiteY3" fmla="*/ 0 h 6292312"/>
              <a:gd name="connsiteX4" fmla="*/ 0 w 2812941"/>
              <a:gd name="connsiteY4" fmla="*/ 6292312 h 6292312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24525 w 2809766"/>
              <a:gd name="connsiteY3" fmla="*/ 0 h 6276813"/>
              <a:gd name="connsiteX4" fmla="*/ 0 w 2809766"/>
              <a:gd name="connsiteY4" fmla="*/ 6276437 h 6276813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68975 w 2809766"/>
              <a:gd name="connsiteY3" fmla="*/ 6350 h 6276813"/>
              <a:gd name="connsiteX4" fmla="*/ 0 w 2809766"/>
              <a:gd name="connsiteY4" fmla="*/ 6276437 h 6276813"/>
              <a:gd name="connsiteX0" fmla="*/ 0 w 3264621"/>
              <a:gd name="connsiteY0" fmla="*/ 6270087 h 6270463"/>
              <a:gd name="connsiteX1" fmla="*/ 500519 w 3264621"/>
              <a:gd name="connsiteY1" fmla="*/ 6270463 h 6270463"/>
              <a:gd name="connsiteX2" fmla="*/ 3264621 w 3264621"/>
              <a:gd name="connsiteY2" fmla="*/ 3028 h 6270463"/>
              <a:gd name="connsiteX3" fmla="*/ 2768975 w 3264621"/>
              <a:gd name="connsiteY3" fmla="*/ 0 h 6270463"/>
              <a:gd name="connsiteX4" fmla="*/ 0 w 3264621"/>
              <a:gd name="connsiteY4" fmla="*/ 6270087 h 6270463"/>
              <a:gd name="connsiteX0" fmla="*/ 0 w 3264621"/>
              <a:gd name="connsiteY0" fmla="*/ 6267059 h 6267435"/>
              <a:gd name="connsiteX1" fmla="*/ 500519 w 3264621"/>
              <a:gd name="connsiteY1" fmla="*/ 6267435 h 6267435"/>
              <a:gd name="connsiteX2" fmla="*/ 3264621 w 3264621"/>
              <a:gd name="connsiteY2" fmla="*/ 0 h 6267435"/>
              <a:gd name="connsiteX3" fmla="*/ 3214452 w 3264621"/>
              <a:gd name="connsiteY3" fmla="*/ 1661 h 6267435"/>
              <a:gd name="connsiteX4" fmla="*/ 0 w 3264621"/>
              <a:gd name="connsiteY4" fmla="*/ 6267059 h 626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4621" h="6267435">
                <a:moveTo>
                  <a:pt x="0" y="6267059"/>
                </a:moveTo>
                <a:lnTo>
                  <a:pt x="500519" y="6267435"/>
                </a:lnTo>
                <a:lnTo>
                  <a:pt x="3264621" y="0"/>
                </a:lnTo>
                <a:lnTo>
                  <a:pt x="3214452" y="1661"/>
                </a:lnTo>
                <a:lnTo>
                  <a:pt x="0" y="6267059"/>
                </a:lnTo>
                <a:close/>
              </a:path>
            </a:pathLst>
          </a:custGeom>
          <a:gradFill>
            <a:gsLst>
              <a:gs pos="44000">
                <a:schemeClr val="accent5"/>
              </a:gs>
              <a:gs pos="81000">
                <a:schemeClr val="accent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2322027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+ Image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38C98-750F-B989-E8A2-47D33F5F8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689" y="457200"/>
            <a:ext cx="4602999" cy="1600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4000" b="1" i="0">
                <a:solidFill>
                  <a:schemeClr val="accent2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347A47-ADDB-726A-B2AC-AF6601AB38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00658" y="1"/>
            <a:ext cx="6891343" cy="6868952"/>
          </a:xfrm>
          <a:custGeom>
            <a:avLst/>
            <a:gdLst>
              <a:gd name="connsiteX0" fmla="*/ 2766197 w 6558116"/>
              <a:gd name="connsiteY0" fmla="*/ 0 h 6276807"/>
              <a:gd name="connsiteX1" fmla="*/ 6558116 w 6558116"/>
              <a:gd name="connsiteY1" fmla="*/ 0 h 6276807"/>
              <a:gd name="connsiteX2" fmla="*/ 6558116 w 6558116"/>
              <a:gd name="connsiteY2" fmla="*/ 6276807 h 6276807"/>
              <a:gd name="connsiteX3" fmla="*/ 0 w 6558116"/>
              <a:gd name="connsiteY3" fmla="*/ 6276807 h 6276807"/>
              <a:gd name="connsiteX4" fmla="*/ 0 w 6558116"/>
              <a:gd name="connsiteY4" fmla="*/ 6276241 h 6276807"/>
              <a:gd name="connsiteX0" fmla="*/ 3043116 w 6835035"/>
              <a:gd name="connsiteY0" fmla="*/ 0 h 6276807"/>
              <a:gd name="connsiteX1" fmla="*/ 6835035 w 6835035"/>
              <a:gd name="connsiteY1" fmla="*/ 0 h 6276807"/>
              <a:gd name="connsiteX2" fmla="*/ 6835035 w 6835035"/>
              <a:gd name="connsiteY2" fmla="*/ 6276807 h 6276807"/>
              <a:gd name="connsiteX3" fmla="*/ 276919 w 6835035"/>
              <a:gd name="connsiteY3" fmla="*/ 6276807 h 6276807"/>
              <a:gd name="connsiteX4" fmla="*/ 0 w 6835035"/>
              <a:gd name="connsiteY4" fmla="*/ 6244460 h 6276807"/>
              <a:gd name="connsiteX5" fmla="*/ 3043116 w 6835035"/>
              <a:gd name="connsiteY5" fmla="*/ 0 h 6276807"/>
              <a:gd name="connsiteX0" fmla="*/ 3077731 w 6869650"/>
              <a:gd name="connsiteY0" fmla="*/ 0 h 6286835"/>
              <a:gd name="connsiteX1" fmla="*/ 6869650 w 6869650"/>
              <a:gd name="connsiteY1" fmla="*/ 0 h 6286835"/>
              <a:gd name="connsiteX2" fmla="*/ 6869650 w 6869650"/>
              <a:gd name="connsiteY2" fmla="*/ 6276807 h 6286835"/>
              <a:gd name="connsiteX3" fmla="*/ 311534 w 6869650"/>
              <a:gd name="connsiteY3" fmla="*/ 6276807 h 6286835"/>
              <a:gd name="connsiteX4" fmla="*/ 0 w 6869650"/>
              <a:gd name="connsiteY4" fmla="*/ 6286835 h 6286835"/>
              <a:gd name="connsiteX5" fmla="*/ 3077731 w 6869650"/>
              <a:gd name="connsiteY5" fmla="*/ 0 h 6286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69650" h="6286835">
                <a:moveTo>
                  <a:pt x="3077731" y="0"/>
                </a:moveTo>
                <a:lnTo>
                  <a:pt x="6869650" y="0"/>
                </a:lnTo>
                <a:lnTo>
                  <a:pt x="6869650" y="6276807"/>
                </a:lnTo>
                <a:lnTo>
                  <a:pt x="311534" y="6276807"/>
                </a:lnTo>
                <a:lnTo>
                  <a:pt x="0" y="6286835"/>
                </a:lnTo>
                <a:cubicBezTo>
                  <a:pt x="922066" y="4194755"/>
                  <a:pt x="2155665" y="2092080"/>
                  <a:pt x="3077731" y="0"/>
                </a:cubicBezTo>
                <a:close/>
              </a:path>
            </a:pathLst>
          </a:custGeom>
          <a:pattFill prst="weave">
            <a:fgClr>
              <a:schemeClr val="bg2"/>
            </a:fgClr>
            <a:bgClr>
              <a:schemeClr val="bg1"/>
            </a:bgClr>
          </a:pattFill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Figtree Medium" pitchFamily="2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2D103-5877-6749-18AE-0555B8B45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688" y="2425491"/>
            <a:ext cx="4602997" cy="33321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Figtree" pitchFamily="2" charset="0"/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9B28ACF-39D2-C671-C9B4-9D48311B4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blue and black logo&#10;&#10;AI-generated content may be incorrect.">
            <a:extLst>
              <a:ext uri="{FF2B5EF4-FFF2-40B4-BE49-F238E27FC236}">
                <a16:creationId xmlns:a16="http://schemas.microsoft.com/office/drawing/2014/main" id="{FB6BC089-6024-60CC-51A6-E270462E81F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597" y="6437961"/>
            <a:ext cx="857523" cy="243268"/>
          </a:xfrm>
          <a:prstGeom prst="rect">
            <a:avLst/>
          </a:prstGeom>
        </p:spPr>
      </p:pic>
      <p:sp>
        <p:nvSpPr>
          <p:cNvPr id="5" name="Freeform 4">
            <a:extLst>
              <a:ext uri="{FF2B5EF4-FFF2-40B4-BE49-F238E27FC236}">
                <a16:creationId xmlns:a16="http://schemas.microsoft.com/office/drawing/2014/main" id="{CFD3A720-686E-513F-0664-2531C8B0201E}"/>
              </a:ext>
            </a:extLst>
          </p:cNvPr>
          <p:cNvSpPr/>
          <p:nvPr/>
        </p:nvSpPr>
        <p:spPr>
          <a:xfrm>
            <a:off x="4809511" y="-5"/>
            <a:ext cx="3605100" cy="6868957"/>
          </a:xfrm>
          <a:custGeom>
            <a:avLst/>
            <a:gdLst>
              <a:gd name="connsiteX0" fmla="*/ 0 w 3200400"/>
              <a:gd name="connsiteY0" fmla="*/ 6276813 h 6276813"/>
              <a:gd name="connsiteX1" fmla="*/ 891153 w 3200400"/>
              <a:gd name="connsiteY1" fmla="*/ 6276813 h 6276813"/>
              <a:gd name="connsiteX2" fmla="*/ 3200400 w 3200400"/>
              <a:gd name="connsiteY2" fmla="*/ 0 h 6276813"/>
              <a:gd name="connsiteX3" fmla="*/ 3115159 w 3200400"/>
              <a:gd name="connsiteY3" fmla="*/ 0 h 6276813"/>
              <a:gd name="connsiteX4" fmla="*/ 0 w 3200400"/>
              <a:gd name="connsiteY4" fmla="*/ 6276813 h 6276813"/>
              <a:gd name="connsiteX0" fmla="*/ 0 w 3254644"/>
              <a:gd name="connsiteY0" fmla="*/ 6284563 h 6284563"/>
              <a:gd name="connsiteX1" fmla="*/ 945397 w 3254644"/>
              <a:gd name="connsiteY1" fmla="*/ 6276813 h 6284563"/>
              <a:gd name="connsiteX2" fmla="*/ 3254644 w 3254644"/>
              <a:gd name="connsiteY2" fmla="*/ 0 h 6284563"/>
              <a:gd name="connsiteX3" fmla="*/ 3169403 w 3254644"/>
              <a:gd name="connsiteY3" fmla="*/ 0 h 6284563"/>
              <a:gd name="connsiteX4" fmla="*/ 0 w 3254644"/>
              <a:gd name="connsiteY4" fmla="*/ 6284563 h 6284563"/>
              <a:gd name="connsiteX0" fmla="*/ 0 w 3285640"/>
              <a:gd name="connsiteY0" fmla="*/ 6284563 h 6284563"/>
              <a:gd name="connsiteX1" fmla="*/ 976393 w 3285640"/>
              <a:gd name="connsiteY1" fmla="*/ 6276813 h 6284563"/>
              <a:gd name="connsiteX2" fmla="*/ 3285640 w 3285640"/>
              <a:gd name="connsiteY2" fmla="*/ 0 h 6284563"/>
              <a:gd name="connsiteX3" fmla="*/ 3200399 w 3285640"/>
              <a:gd name="connsiteY3" fmla="*/ 0 h 6284563"/>
              <a:gd name="connsiteX4" fmla="*/ 0 w 3285640"/>
              <a:gd name="connsiteY4" fmla="*/ 6284563 h 6284563"/>
              <a:gd name="connsiteX0" fmla="*/ 0 w 2812941"/>
              <a:gd name="connsiteY0" fmla="*/ 6292312 h 6292312"/>
              <a:gd name="connsiteX1" fmla="*/ 503694 w 2812941"/>
              <a:gd name="connsiteY1" fmla="*/ 6276813 h 6292312"/>
              <a:gd name="connsiteX2" fmla="*/ 2812941 w 2812941"/>
              <a:gd name="connsiteY2" fmla="*/ 0 h 6292312"/>
              <a:gd name="connsiteX3" fmla="*/ 2727700 w 2812941"/>
              <a:gd name="connsiteY3" fmla="*/ 0 h 6292312"/>
              <a:gd name="connsiteX4" fmla="*/ 0 w 2812941"/>
              <a:gd name="connsiteY4" fmla="*/ 6292312 h 6292312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24525 w 2809766"/>
              <a:gd name="connsiteY3" fmla="*/ 0 h 6276813"/>
              <a:gd name="connsiteX4" fmla="*/ 0 w 2809766"/>
              <a:gd name="connsiteY4" fmla="*/ 6276437 h 6276813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68975 w 2809766"/>
              <a:gd name="connsiteY3" fmla="*/ 6350 h 6276813"/>
              <a:gd name="connsiteX4" fmla="*/ 0 w 2809766"/>
              <a:gd name="connsiteY4" fmla="*/ 6276437 h 6276813"/>
              <a:gd name="connsiteX0" fmla="*/ 0 w 3264621"/>
              <a:gd name="connsiteY0" fmla="*/ 6270087 h 6270463"/>
              <a:gd name="connsiteX1" fmla="*/ 500519 w 3264621"/>
              <a:gd name="connsiteY1" fmla="*/ 6270463 h 6270463"/>
              <a:gd name="connsiteX2" fmla="*/ 3264621 w 3264621"/>
              <a:gd name="connsiteY2" fmla="*/ 3028 h 6270463"/>
              <a:gd name="connsiteX3" fmla="*/ 2768975 w 3264621"/>
              <a:gd name="connsiteY3" fmla="*/ 0 h 6270463"/>
              <a:gd name="connsiteX4" fmla="*/ 0 w 3264621"/>
              <a:gd name="connsiteY4" fmla="*/ 6270087 h 6270463"/>
              <a:gd name="connsiteX0" fmla="*/ 0 w 3264621"/>
              <a:gd name="connsiteY0" fmla="*/ 6267059 h 6267435"/>
              <a:gd name="connsiteX1" fmla="*/ 500519 w 3264621"/>
              <a:gd name="connsiteY1" fmla="*/ 6267435 h 6267435"/>
              <a:gd name="connsiteX2" fmla="*/ 3264621 w 3264621"/>
              <a:gd name="connsiteY2" fmla="*/ 0 h 6267435"/>
              <a:gd name="connsiteX3" fmla="*/ 3214452 w 3264621"/>
              <a:gd name="connsiteY3" fmla="*/ 1661 h 6267435"/>
              <a:gd name="connsiteX4" fmla="*/ 0 w 3264621"/>
              <a:gd name="connsiteY4" fmla="*/ 6267059 h 626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4621" h="6267435">
                <a:moveTo>
                  <a:pt x="0" y="6267059"/>
                </a:moveTo>
                <a:lnTo>
                  <a:pt x="500519" y="6267435"/>
                </a:lnTo>
                <a:lnTo>
                  <a:pt x="3264621" y="0"/>
                </a:lnTo>
                <a:lnTo>
                  <a:pt x="3214452" y="1661"/>
                </a:lnTo>
                <a:lnTo>
                  <a:pt x="0" y="6267059"/>
                </a:lnTo>
                <a:close/>
              </a:path>
            </a:pathLst>
          </a:custGeom>
          <a:gradFill>
            <a:gsLst>
              <a:gs pos="49000">
                <a:schemeClr val="accent6"/>
              </a:gs>
              <a:gs pos="87000">
                <a:schemeClr val="accent3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9FC9BC3-0C7A-253E-1FE9-73F7BD10C3C0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blue and black logo&#10;&#10;AI-generated content may be incorrect.">
            <a:extLst>
              <a:ext uri="{FF2B5EF4-FFF2-40B4-BE49-F238E27FC236}">
                <a16:creationId xmlns:a16="http://schemas.microsoft.com/office/drawing/2014/main" id="{D429AB69-158C-85E6-56FD-6308BE8F2E2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597" y="6437961"/>
            <a:ext cx="857523" cy="243268"/>
          </a:xfrm>
          <a:prstGeom prst="rect">
            <a:avLst/>
          </a:prstGeom>
        </p:spPr>
      </p:pic>
      <p:sp>
        <p:nvSpPr>
          <p:cNvPr id="7" name="Freeform 6">
            <a:extLst>
              <a:ext uri="{FF2B5EF4-FFF2-40B4-BE49-F238E27FC236}">
                <a16:creationId xmlns:a16="http://schemas.microsoft.com/office/drawing/2014/main" id="{B65EE6FC-0CD5-DE2E-90E6-3D425EE08277}"/>
              </a:ext>
            </a:extLst>
          </p:cNvPr>
          <p:cNvSpPr/>
          <p:nvPr userDrawn="1"/>
        </p:nvSpPr>
        <p:spPr>
          <a:xfrm>
            <a:off x="4809511" y="-5"/>
            <a:ext cx="3605100" cy="6868957"/>
          </a:xfrm>
          <a:custGeom>
            <a:avLst/>
            <a:gdLst>
              <a:gd name="connsiteX0" fmla="*/ 0 w 3200400"/>
              <a:gd name="connsiteY0" fmla="*/ 6276813 h 6276813"/>
              <a:gd name="connsiteX1" fmla="*/ 891153 w 3200400"/>
              <a:gd name="connsiteY1" fmla="*/ 6276813 h 6276813"/>
              <a:gd name="connsiteX2" fmla="*/ 3200400 w 3200400"/>
              <a:gd name="connsiteY2" fmla="*/ 0 h 6276813"/>
              <a:gd name="connsiteX3" fmla="*/ 3115159 w 3200400"/>
              <a:gd name="connsiteY3" fmla="*/ 0 h 6276813"/>
              <a:gd name="connsiteX4" fmla="*/ 0 w 3200400"/>
              <a:gd name="connsiteY4" fmla="*/ 6276813 h 6276813"/>
              <a:gd name="connsiteX0" fmla="*/ 0 w 3254644"/>
              <a:gd name="connsiteY0" fmla="*/ 6284563 h 6284563"/>
              <a:gd name="connsiteX1" fmla="*/ 945397 w 3254644"/>
              <a:gd name="connsiteY1" fmla="*/ 6276813 h 6284563"/>
              <a:gd name="connsiteX2" fmla="*/ 3254644 w 3254644"/>
              <a:gd name="connsiteY2" fmla="*/ 0 h 6284563"/>
              <a:gd name="connsiteX3" fmla="*/ 3169403 w 3254644"/>
              <a:gd name="connsiteY3" fmla="*/ 0 h 6284563"/>
              <a:gd name="connsiteX4" fmla="*/ 0 w 3254644"/>
              <a:gd name="connsiteY4" fmla="*/ 6284563 h 6284563"/>
              <a:gd name="connsiteX0" fmla="*/ 0 w 3285640"/>
              <a:gd name="connsiteY0" fmla="*/ 6284563 h 6284563"/>
              <a:gd name="connsiteX1" fmla="*/ 976393 w 3285640"/>
              <a:gd name="connsiteY1" fmla="*/ 6276813 h 6284563"/>
              <a:gd name="connsiteX2" fmla="*/ 3285640 w 3285640"/>
              <a:gd name="connsiteY2" fmla="*/ 0 h 6284563"/>
              <a:gd name="connsiteX3" fmla="*/ 3200399 w 3285640"/>
              <a:gd name="connsiteY3" fmla="*/ 0 h 6284563"/>
              <a:gd name="connsiteX4" fmla="*/ 0 w 3285640"/>
              <a:gd name="connsiteY4" fmla="*/ 6284563 h 6284563"/>
              <a:gd name="connsiteX0" fmla="*/ 0 w 2812941"/>
              <a:gd name="connsiteY0" fmla="*/ 6292312 h 6292312"/>
              <a:gd name="connsiteX1" fmla="*/ 503694 w 2812941"/>
              <a:gd name="connsiteY1" fmla="*/ 6276813 h 6292312"/>
              <a:gd name="connsiteX2" fmla="*/ 2812941 w 2812941"/>
              <a:gd name="connsiteY2" fmla="*/ 0 h 6292312"/>
              <a:gd name="connsiteX3" fmla="*/ 2727700 w 2812941"/>
              <a:gd name="connsiteY3" fmla="*/ 0 h 6292312"/>
              <a:gd name="connsiteX4" fmla="*/ 0 w 2812941"/>
              <a:gd name="connsiteY4" fmla="*/ 6292312 h 6292312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24525 w 2809766"/>
              <a:gd name="connsiteY3" fmla="*/ 0 h 6276813"/>
              <a:gd name="connsiteX4" fmla="*/ 0 w 2809766"/>
              <a:gd name="connsiteY4" fmla="*/ 6276437 h 6276813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68975 w 2809766"/>
              <a:gd name="connsiteY3" fmla="*/ 6350 h 6276813"/>
              <a:gd name="connsiteX4" fmla="*/ 0 w 2809766"/>
              <a:gd name="connsiteY4" fmla="*/ 6276437 h 6276813"/>
              <a:gd name="connsiteX0" fmla="*/ 0 w 3264621"/>
              <a:gd name="connsiteY0" fmla="*/ 6270087 h 6270463"/>
              <a:gd name="connsiteX1" fmla="*/ 500519 w 3264621"/>
              <a:gd name="connsiteY1" fmla="*/ 6270463 h 6270463"/>
              <a:gd name="connsiteX2" fmla="*/ 3264621 w 3264621"/>
              <a:gd name="connsiteY2" fmla="*/ 3028 h 6270463"/>
              <a:gd name="connsiteX3" fmla="*/ 2768975 w 3264621"/>
              <a:gd name="connsiteY3" fmla="*/ 0 h 6270463"/>
              <a:gd name="connsiteX4" fmla="*/ 0 w 3264621"/>
              <a:gd name="connsiteY4" fmla="*/ 6270087 h 6270463"/>
              <a:gd name="connsiteX0" fmla="*/ 0 w 3264621"/>
              <a:gd name="connsiteY0" fmla="*/ 6267059 h 6267435"/>
              <a:gd name="connsiteX1" fmla="*/ 500519 w 3264621"/>
              <a:gd name="connsiteY1" fmla="*/ 6267435 h 6267435"/>
              <a:gd name="connsiteX2" fmla="*/ 3264621 w 3264621"/>
              <a:gd name="connsiteY2" fmla="*/ 0 h 6267435"/>
              <a:gd name="connsiteX3" fmla="*/ 3214452 w 3264621"/>
              <a:gd name="connsiteY3" fmla="*/ 1661 h 6267435"/>
              <a:gd name="connsiteX4" fmla="*/ 0 w 3264621"/>
              <a:gd name="connsiteY4" fmla="*/ 6267059 h 626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4621" h="6267435">
                <a:moveTo>
                  <a:pt x="0" y="6267059"/>
                </a:moveTo>
                <a:lnTo>
                  <a:pt x="500519" y="6267435"/>
                </a:lnTo>
                <a:lnTo>
                  <a:pt x="3264621" y="0"/>
                </a:lnTo>
                <a:lnTo>
                  <a:pt x="3214452" y="1661"/>
                </a:lnTo>
                <a:lnTo>
                  <a:pt x="0" y="6267059"/>
                </a:lnTo>
                <a:close/>
              </a:path>
            </a:pathLst>
          </a:custGeom>
          <a:gradFill>
            <a:gsLst>
              <a:gs pos="49000">
                <a:schemeClr val="accent6"/>
              </a:gs>
              <a:gs pos="87000">
                <a:schemeClr val="accent3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418961200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8CCF58C-6D75-29B7-7B8C-B77608243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A1374A-4FD1-F1A4-3B49-EFD13560F1C3}"/>
              </a:ext>
            </a:extLst>
          </p:cNvPr>
          <p:cNvCxnSpPr>
            <a:cxnSpLocks/>
          </p:cNvCxnSpPr>
          <p:nvPr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A blue and black logo&#10;&#10;AI-generated content may be incorrect.">
            <a:extLst>
              <a:ext uri="{FF2B5EF4-FFF2-40B4-BE49-F238E27FC236}">
                <a16:creationId xmlns:a16="http://schemas.microsoft.com/office/drawing/2014/main" id="{2FEB4F50-7FD4-5B00-02DD-264E75D45C3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597" y="6437961"/>
            <a:ext cx="857523" cy="2432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6912BB0-C26D-14BE-F673-A20A6F1FD5E8}"/>
              </a:ext>
            </a:extLst>
          </p:cNvPr>
          <p:cNvSpPr txBox="1">
            <a:spLocks/>
          </p:cNvSpPr>
          <p:nvPr/>
        </p:nvSpPr>
        <p:spPr>
          <a:xfrm>
            <a:off x="566929" y="447042"/>
            <a:ext cx="11491993" cy="1169207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000" b="1" i="0" kern="1200">
                <a:solidFill>
                  <a:schemeClr val="bg1"/>
                </a:solidFill>
                <a:latin typeface="Figtree SemiBold" pitchFamily="2" charset="0"/>
                <a:ea typeface="+mj-ea"/>
                <a:cs typeface="+mj-cs"/>
              </a:defRPr>
            </a:lvl1pPr>
          </a:lstStyle>
          <a:p>
            <a:r>
              <a:rPr lang="en-US" sz="4000">
                <a:solidFill>
                  <a:srgbClr val="2E7BA8"/>
                </a:solidFill>
              </a:rPr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C1A54F1-EBA1-0AD5-0BCC-26473FB0A739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blue and black logo&#10;&#10;AI-generated content may be incorrect.">
            <a:extLst>
              <a:ext uri="{FF2B5EF4-FFF2-40B4-BE49-F238E27FC236}">
                <a16:creationId xmlns:a16="http://schemas.microsoft.com/office/drawing/2014/main" id="{BE8E3A7A-FD73-85EE-697E-9C4D67C4ED9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597" y="6437961"/>
            <a:ext cx="857523" cy="243268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8C1A177-C61D-1275-C921-E94FDC25BA88}"/>
              </a:ext>
            </a:extLst>
          </p:cNvPr>
          <p:cNvSpPr txBox="1">
            <a:spLocks/>
          </p:cNvSpPr>
          <p:nvPr userDrawn="1"/>
        </p:nvSpPr>
        <p:spPr>
          <a:xfrm>
            <a:off x="566929" y="447042"/>
            <a:ext cx="11491993" cy="1169207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000" b="1" i="0" kern="1200">
                <a:solidFill>
                  <a:schemeClr val="bg1"/>
                </a:solidFill>
                <a:latin typeface="Figtree SemiBold" pitchFamily="2" charset="0"/>
                <a:ea typeface="+mj-ea"/>
                <a:cs typeface="+mj-cs"/>
              </a:defRPr>
            </a:lvl1pPr>
          </a:lstStyle>
          <a:p>
            <a:r>
              <a:rPr lang="en-US" sz="4000">
                <a:solidFill>
                  <a:srgbClr val="2E7BA8"/>
                </a:solidFill>
              </a:rP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8197792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8CCF58C-6D75-29B7-7B8C-B77608243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A1374A-4FD1-F1A4-3B49-EFD13560F1C3}"/>
              </a:ext>
            </a:extLst>
          </p:cNvPr>
          <p:cNvCxnSpPr>
            <a:cxnSpLocks/>
          </p:cNvCxnSpPr>
          <p:nvPr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A blue and black logo&#10;&#10;AI-generated content may be incorrect.">
            <a:extLst>
              <a:ext uri="{FF2B5EF4-FFF2-40B4-BE49-F238E27FC236}">
                <a16:creationId xmlns:a16="http://schemas.microsoft.com/office/drawing/2014/main" id="{2FEB4F50-7FD4-5B00-02DD-264E75D45C3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597" y="6437961"/>
            <a:ext cx="857523" cy="243268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F8D5EFB-213D-F88C-68FC-B7CB5BA72E49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blue and black logo&#10;&#10;AI-generated content may be incorrect.">
            <a:extLst>
              <a:ext uri="{FF2B5EF4-FFF2-40B4-BE49-F238E27FC236}">
                <a16:creationId xmlns:a16="http://schemas.microsoft.com/office/drawing/2014/main" id="{42304EFF-93FE-9417-7409-EA9A9DB6671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597" y="6437961"/>
            <a:ext cx="857523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50909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">
    <p:bg>
      <p:bgPr>
        <a:gradFill>
          <a:gsLst>
            <a:gs pos="0">
              <a:schemeClr val="accent2"/>
            </a:gs>
            <a:gs pos="54000">
              <a:schemeClr val="tx2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8C7F35EF-1610-E5B0-B764-FC143C8BAA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97661" y="1509339"/>
            <a:ext cx="6294340" cy="53486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674F01-5FF3-D372-A30F-3AA70A84088C}"/>
              </a:ext>
            </a:extLst>
          </p:cNvPr>
          <p:cNvSpPr txBox="1"/>
          <p:nvPr/>
        </p:nvSpPr>
        <p:spPr>
          <a:xfrm>
            <a:off x="777608" y="4118432"/>
            <a:ext cx="3950762" cy="110799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7200" b="1" i="0">
                <a:solidFill>
                  <a:schemeClr val="bg1"/>
                </a:solidFill>
                <a:latin typeface="Figtree" pitchFamily="2" charset="0"/>
              </a:rPr>
              <a:t>Thank You</a:t>
            </a:r>
          </a:p>
        </p:txBody>
      </p:sp>
      <p:pic>
        <p:nvPicPr>
          <p:cNvPr id="2" name="Picture 1" descr="A white letters on a black background&#10;&#10;AI-generated content may be incorrect.">
            <a:extLst>
              <a:ext uri="{FF2B5EF4-FFF2-40B4-BE49-F238E27FC236}">
                <a16:creationId xmlns:a16="http://schemas.microsoft.com/office/drawing/2014/main" id="{E75CDDDC-A96F-BAF7-E204-A505ACE5890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1851" y="705080"/>
            <a:ext cx="3398627" cy="944553"/>
          </a:xfrm>
          <a:prstGeom prst="rect">
            <a:avLst/>
          </a:prstGeom>
        </p:spPr>
      </p:pic>
      <p:pic>
        <p:nvPicPr>
          <p:cNvPr id="3" name="Picture 2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024DEBB4-0262-B208-14F3-0D63C49EAB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97661" y="1509339"/>
            <a:ext cx="6294340" cy="53486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1682CA2-6431-8AA5-A118-0FFEEA1B07F0}"/>
              </a:ext>
            </a:extLst>
          </p:cNvPr>
          <p:cNvSpPr txBox="1"/>
          <p:nvPr userDrawn="1"/>
        </p:nvSpPr>
        <p:spPr>
          <a:xfrm>
            <a:off x="777608" y="4118432"/>
            <a:ext cx="3950762" cy="110799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7200" b="1" i="0">
                <a:solidFill>
                  <a:schemeClr val="bg1"/>
                </a:solidFill>
                <a:latin typeface="Figtree" pitchFamily="2" charset="0"/>
              </a:rPr>
              <a:t>Thank You</a:t>
            </a:r>
          </a:p>
        </p:txBody>
      </p:sp>
      <p:pic>
        <p:nvPicPr>
          <p:cNvPr id="5" name="Picture 4" descr="A white letters on a black background&#10;&#10;AI-generated content may be incorrect.">
            <a:extLst>
              <a:ext uri="{FF2B5EF4-FFF2-40B4-BE49-F238E27FC236}">
                <a16:creationId xmlns:a16="http://schemas.microsoft.com/office/drawing/2014/main" id="{B740A346-0AC9-AE99-A6A4-E554572824F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1851" y="705080"/>
            <a:ext cx="3398627" cy="944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32963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gradFill>
          <a:gsLst>
            <a:gs pos="0">
              <a:schemeClr val="accent2"/>
            </a:gs>
            <a:gs pos="60000">
              <a:schemeClr val="tx2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8C7F35EF-1610-E5B0-B764-FC143C8BAA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97661" y="1509339"/>
            <a:ext cx="6294340" cy="534866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BA0A17DC-774F-3210-530A-47E7C3473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2355743"/>
            <a:ext cx="8017683" cy="2445200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80000"/>
              </a:lnSpc>
              <a:defRPr sz="6000" b="1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BBBDC11-29FC-667E-0F89-DBB03CF052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49" y="5017003"/>
            <a:ext cx="8017683" cy="49766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Figtree Light" pitchFamily="2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" descr="A white letters on a black background&#10;&#10;AI-generated content may be incorrect.">
            <a:extLst>
              <a:ext uri="{FF2B5EF4-FFF2-40B4-BE49-F238E27FC236}">
                <a16:creationId xmlns:a16="http://schemas.microsoft.com/office/drawing/2014/main" id="{31241472-1619-5F10-102F-682E29E56B4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1851" y="705080"/>
            <a:ext cx="3398627" cy="944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087004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+ Content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6009C2D0-8476-5C7C-3698-64F13A93B8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97661" y="1509339"/>
            <a:ext cx="6294340" cy="53486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BD38FA1-D8E9-0B4D-6720-EFD5DD0BA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9" y="447042"/>
            <a:ext cx="11491993" cy="1169207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>
              <a:lnSpc>
                <a:spcPct val="80000"/>
              </a:lnSpc>
              <a:defRPr sz="4000"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3389C-B1D7-C694-57D5-6C711FC198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" y="1825624"/>
            <a:ext cx="10515600" cy="412572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800" b="0" i="0">
                <a:solidFill>
                  <a:schemeClr val="bg1"/>
                </a:solidFill>
                <a:latin typeface="Figtree" pitchFamily="2" charset="0"/>
              </a:defRPr>
            </a:lvl1pPr>
            <a:lvl2pPr marL="742932" indent="-285744">
              <a:buFont typeface="Arial" panose="020B0604020202020204" pitchFamily="34" charset="0"/>
              <a:buChar char="•"/>
              <a:defRPr sz="1800" b="0" i="0">
                <a:solidFill>
                  <a:schemeClr val="bg1"/>
                </a:solidFill>
                <a:latin typeface="Figtree" pitchFamily="2" charset="0"/>
              </a:defRPr>
            </a:lvl2pPr>
            <a:lvl3pPr marL="1200121" indent="-285744">
              <a:buFont typeface="Arial" panose="020B0604020202020204" pitchFamily="34" charset="0"/>
              <a:buChar char="•"/>
              <a:defRPr sz="1800" b="0" i="0">
                <a:solidFill>
                  <a:schemeClr val="bg1"/>
                </a:solidFill>
                <a:latin typeface="Figtree" pitchFamily="2" charset="0"/>
              </a:defRPr>
            </a:lvl3pPr>
            <a:lvl4pPr marL="1657309" indent="-285744">
              <a:buFont typeface="Arial" panose="020B0604020202020204" pitchFamily="34" charset="0"/>
              <a:buChar char="•"/>
              <a:defRPr sz="1800" b="0" i="0">
                <a:solidFill>
                  <a:schemeClr val="bg1"/>
                </a:solidFill>
                <a:latin typeface="Figtree" pitchFamily="2" charset="0"/>
              </a:defRPr>
            </a:lvl4pPr>
            <a:lvl5pPr marL="2114498" indent="-285744">
              <a:buFont typeface="Arial" panose="020B0604020202020204" pitchFamily="34" charset="0"/>
              <a:buChar char="•"/>
              <a:defRPr sz="1800" b="0" i="0">
                <a:solidFill>
                  <a:schemeClr val="bg1"/>
                </a:solidFill>
                <a:latin typeface="Figtree" pitchFamily="2" charset="0"/>
              </a:defRPr>
            </a:lvl5pPr>
          </a:lstStyle>
          <a:p>
            <a:pPr lvl="0"/>
            <a:r>
              <a:rPr lang="en-US" err="1"/>
              <a:t>Click</a:t>
            </a:r>
            <a:r>
              <a:rPr lang="en-US"/>
              <a:t>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C3EAA-1CA5-FCD9-354C-BC491AF39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27D6499-7F82-8950-61E9-B99B5A5DBC7B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94F72188-A0A9-5F3A-CF20-6B8F5FE585F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60820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+ Image Blue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347A47-ADDB-726A-B2AC-AF6601AB38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29381" y="1"/>
            <a:ext cx="6862619" cy="6866620"/>
          </a:xfrm>
          <a:custGeom>
            <a:avLst/>
            <a:gdLst>
              <a:gd name="connsiteX0" fmla="*/ 2766197 w 6558116"/>
              <a:gd name="connsiteY0" fmla="*/ 0 h 6276807"/>
              <a:gd name="connsiteX1" fmla="*/ 6558116 w 6558116"/>
              <a:gd name="connsiteY1" fmla="*/ 0 h 6276807"/>
              <a:gd name="connsiteX2" fmla="*/ 6558116 w 6558116"/>
              <a:gd name="connsiteY2" fmla="*/ 6276807 h 6276807"/>
              <a:gd name="connsiteX3" fmla="*/ 0 w 6558116"/>
              <a:gd name="connsiteY3" fmla="*/ 6276807 h 6276807"/>
              <a:gd name="connsiteX4" fmla="*/ 0 w 6558116"/>
              <a:gd name="connsiteY4" fmla="*/ 6276241 h 6276807"/>
              <a:gd name="connsiteX0" fmla="*/ 2939983 w 6731902"/>
              <a:gd name="connsiteY0" fmla="*/ 0 h 6276807"/>
              <a:gd name="connsiteX1" fmla="*/ 6731902 w 6731902"/>
              <a:gd name="connsiteY1" fmla="*/ 0 h 6276807"/>
              <a:gd name="connsiteX2" fmla="*/ 6731902 w 6731902"/>
              <a:gd name="connsiteY2" fmla="*/ 6276807 h 6276807"/>
              <a:gd name="connsiteX3" fmla="*/ 173786 w 6731902"/>
              <a:gd name="connsiteY3" fmla="*/ 6276807 h 6276807"/>
              <a:gd name="connsiteX4" fmla="*/ 0 w 6731902"/>
              <a:gd name="connsiteY4" fmla="*/ 6242427 h 6276807"/>
              <a:gd name="connsiteX5" fmla="*/ 2939983 w 6731902"/>
              <a:gd name="connsiteY5" fmla="*/ 0 h 6276807"/>
              <a:gd name="connsiteX0" fmla="*/ 2949130 w 6731902"/>
              <a:gd name="connsiteY0" fmla="*/ 0 h 6276807"/>
              <a:gd name="connsiteX1" fmla="*/ 6731902 w 6731902"/>
              <a:gd name="connsiteY1" fmla="*/ 0 h 6276807"/>
              <a:gd name="connsiteX2" fmla="*/ 6731902 w 6731902"/>
              <a:gd name="connsiteY2" fmla="*/ 6276807 h 6276807"/>
              <a:gd name="connsiteX3" fmla="*/ 173786 w 6731902"/>
              <a:gd name="connsiteY3" fmla="*/ 6276807 h 6276807"/>
              <a:gd name="connsiteX4" fmla="*/ 0 w 6731902"/>
              <a:gd name="connsiteY4" fmla="*/ 6242427 h 6276807"/>
              <a:gd name="connsiteX5" fmla="*/ 2949130 w 6731902"/>
              <a:gd name="connsiteY5" fmla="*/ 0 h 6276807"/>
              <a:gd name="connsiteX0" fmla="*/ 2967300 w 6750072"/>
              <a:gd name="connsiteY0" fmla="*/ 0 h 6284696"/>
              <a:gd name="connsiteX1" fmla="*/ 6750072 w 6750072"/>
              <a:gd name="connsiteY1" fmla="*/ 0 h 6284696"/>
              <a:gd name="connsiteX2" fmla="*/ 6750072 w 6750072"/>
              <a:gd name="connsiteY2" fmla="*/ 6276807 h 6284696"/>
              <a:gd name="connsiteX3" fmla="*/ 191956 w 6750072"/>
              <a:gd name="connsiteY3" fmla="*/ 6276807 h 6284696"/>
              <a:gd name="connsiteX4" fmla="*/ 0 w 6750072"/>
              <a:gd name="connsiteY4" fmla="*/ 6284696 h 6284696"/>
              <a:gd name="connsiteX5" fmla="*/ 2967300 w 6750072"/>
              <a:gd name="connsiteY5" fmla="*/ 0 h 6284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0072" h="6284696">
                <a:moveTo>
                  <a:pt x="2967300" y="0"/>
                </a:moveTo>
                <a:lnTo>
                  <a:pt x="6750072" y="0"/>
                </a:lnTo>
                <a:lnTo>
                  <a:pt x="6750072" y="6276807"/>
                </a:lnTo>
                <a:lnTo>
                  <a:pt x="191956" y="6276807"/>
                </a:lnTo>
                <a:lnTo>
                  <a:pt x="0" y="6284696"/>
                </a:lnTo>
                <a:cubicBezTo>
                  <a:pt x="922066" y="4192616"/>
                  <a:pt x="2045234" y="2092080"/>
                  <a:pt x="2967300" y="0"/>
                </a:cubicBezTo>
                <a:close/>
              </a:path>
            </a:pathLst>
          </a:custGeom>
          <a:pattFill prst="smConfetti">
            <a:fgClr>
              <a:schemeClr val="bg2"/>
            </a:fgClr>
            <a:bgClr>
              <a:schemeClr val="bg1"/>
            </a:bgClr>
          </a:pattFill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Figtree Medium" pitchFamily="2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938C98-750F-B989-E8A2-47D33F5F8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689" y="457200"/>
            <a:ext cx="4602999" cy="1600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4000"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2D103-5877-6749-18AE-0555B8B45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688" y="2425491"/>
            <a:ext cx="4602997" cy="33321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Figtree" pitchFamily="2" charset="0"/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B6BC089-6024-60CC-51A6-E270462E81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  <p:sp>
        <p:nvSpPr>
          <p:cNvPr id="3" name="Freeform 2">
            <a:extLst>
              <a:ext uri="{FF2B5EF4-FFF2-40B4-BE49-F238E27FC236}">
                <a16:creationId xmlns:a16="http://schemas.microsoft.com/office/drawing/2014/main" id="{ABE42761-35EA-CA25-0900-63712C3225FA}"/>
              </a:ext>
            </a:extLst>
          </p:cNvPr>
          <p:cNvSpPr/>
          <p:nvPr userDrawn="1"/>
        </p:nvSpPr>
        <p:spPr>
          <a:xfrm>
            <a:off x="4830121" y="-3"/>
            <a:ext cx="3566904" cy="6858004"/>
          </a:xfrm>
          <a:custGeom>
            <a:avLst/>
            <a:gdLst>
              <a:gd name="connsiteX0" fmla="*/ 0 w 3200400"/>
              <a:gd name="connsiteY0" fmla="*/ 6276813 h 6276813"/>
              <a:gd name="connsiteX1" fmla="*/ 891153 w 3200400"/>
              <a:gd name="connsiteY1" fmla="*/ 6276813 h 6276813"/>
              <a:gd name="connsiteX2" fmla="*/ 3200400 w 3200400"/>
              <a:gd name="connsiteY2" fmla="*/ 0 h 6276813"/>
              <a:gd name="connsiteX3" fmla="*/ 3115159 w 3200400"/>
              <a:gd name="connsiteY3" fmla="*/ 0 h 6276813"/>
              <a:gd name="connsiteX4" fmla="*/ 0 w 3200400"/>
              <a:gd name="connsiteY4" fmla="*/ 6276813 h 6276813"/>
              <a:gd name="connsiteX0" fmla="*/ 0 w 3254644"/>
              <a:gd name="connsiteY0" fmla="*/ 6284563 h 6284563"/>
              <a:gd name="connsiteX1" fmla="*/ 945397 w 3254644"/>
              <a:gd name="connsiteY1" fmla="*/ 6276813 h 6284563"/>
              <a:gd name="connsiteX2" fmla="*/ 3254644 w 3254644"/>
              <a:gd name="connsiteY2" fmla="*/ 0 h 6284563"/>
              <a:gd name="connsiteX3" fmla="*/ 3169403 w 3254644"/>
              <a:gd name="connsiteY3" fmla="*/ 0 h 6284563"/>
              <a:gd name="connsiteX4" fmla="*/ 0 w 3254644"/>
              <a:gd name="connsiteY4" fmla="*/ 6284563 h 6284563"/>
              <a:gd name="connsiteX0" fmla="*/ 0 w 3285640"/>
              <a:gd name="connsiteY0" fmla="*/ 6284563 h 6284563"/>
              <a:gd name="connsiteX1" fmla="*/ 976393 w 3285640"/>
              <a:gd name="connsiteY1" fmla="*/ 6276813 h 6284563"/>
              <a:gd name="connsiteX2" fmla="*/ 3285640 w 3285640"/>
              <a:gd name="connsiteY2" fmla="*/ 0 h 6284563"/>
              <a:gd name="connsiteX3" fmla="*/ 3200399 w 3285640"/>
              <a:gd name="connsiteY3" fmla="*/ 0 h 6284563"/>
              <a:gd name="connsiteX4" fmla="*/ 0 w 3285640"/>
              <a:gd name="connsiteY4" fmla="*/ 6284563 h 6284563"/>
              <a:gd name="connsiteX0" fmla="*/ 0 w 2812941"/>
              <a:gd name="connsiteY0" fmla="*/ 6292312 h 6292312"/>
              <a:gd name="connsiteX1" fmla="*/ 503694 w 2812941"/>
              <a:gd name="connsiteY1" fmla="*/ 6276813 h 6292312"/>
              <a:gd name="connsiteX2" fmla="*/ 2812941 w 2812941"/>
              <a:gd name="connsiteY2" fmla="*/ 0 h 6292312"/>
              <a:gd name="connsiteX3" fmla="*/ 2727700 w 2812941"/>
              <a:gd name="connsiteY3" fmla="*/ 0 h 6292312"/>
              <a:gd name="connsiteX4" fmla="*/ 0 w 2812941"/>
              <a:gd name="connsiteY4" fmla="*/ 6292312 h 6292312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24525 w 2809766"/>
              <a:gd name="connsiteY3" fmla="*/ 0 h 6276813"/>
              <a:gd name="connsiteX4" fmla="*/ 0 w 2809766"/>
              <a:gd name="connsiteY4" fmla="*/ 6276437 h 6276813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68975 w 2809766"/>
              <a:gd name="connsiteY3" fmla="*/ 6350 h 6276813"/>
              <a:gd name="connsiteX4" fmla="*/ 0 w 2809766"/>
              <a:gd name="connsiteY4" fmla="*/ 6276437 h 6276813"/>
              <a:gd name="connsiteX0" fmla="*/ 0 w 3264621"/>
              <a:gd name="connsiteY0" fmla="*/ 6270087 h 6270463"/>
              <a:gd name="connsiteX1" fmla="*/ 500519 w 3264621"/>
              <a:gd name="connsiteY1" fmla="*/ 6270463 h 6270463"/>
              <a:gd name="connsiteX2" fmla="*/ 3264621 w 3264621"/>
              <a:gd name="connsiteY2" fmla="*/ 3028 h 6270463"/>
              <a:gd name="connsiteX3" fmla="*/ 2768975 w 3264621"/>
              <a:gd name="connsiteY3" fmla="*/ 0 h 6270463"/>
              <a:gd name="connsiteX4" fmla="*/ 0 w 3264621"/>
              <a:gd name="connsiteY4" fmla="*/ 6270087 h 6270463"/>
              <a:gd name="connsiteX0" fmla="*/ 0 w 3264621"/>
              <a:gd name="connsiteY0" fmla="*/ 6267059 h 6267435"/>
              <a:gd name="connsiteX1" fmla="*/ 500519 w 3264621"/>
              <a:gd name="connsiteY1" fmla="*/ 6267435 h 6267435"/>
              <a:gd name="connsiteX2" fmla="*/ 3264621 w 3264621"/>
              <a:gd name="connsiteY2" fmla="*/ 0 h 6267435"/>
              <a:gd name="connsiteX3" fmla="*/ 3214452 w 3264621"/>
              <a:gd name="connsiteY3" fmla="*/ 1661 h 6267435"/>
              <a:gd name="connsiteX4" fmla="*/ 0 w 3264621"/>
              <a:gd name="connsiteY4" fmla="*/ 6267059 h 626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4621" h="6267435">
                <a:moveTo>
                  <a:pt x="0" y="6267059"/>
                </a:moveTo>
                <a:lnTo>
                  <a:pt x="500519" y="6267435"/>
                </a:lnTo>
                <a:lnTo>
                  <a:pt x="3264621" y="0"/>
                </a:lnTo>
                <a:lnTo>
                  <a:pt x="3214452" y="1661"/>
                </a:lnTo>
                <a:lnTo>
                  <a:pt x="0" y="6267059"/>
                </a:lnTo>
                <a:close/>
              </a:path>
            </a:pathLst>
          </a:custGeom>
          <a:gradFill>
            <a:gsLst>
              <a:gs pos="49000">
                <a:schemeClr val="accent2"/>
              </a:gs>
              <a:gs pos="90000">
                <a:schemeClr val="tx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9B28ACF-39D2-C671-C9B4-9D48311B4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7075915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+ Image Plum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347A47-ADDB-726A-B2AC-AF6601AB38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29381" y="1"/>
            <a:ext cx="6862619" cy="6866620"/>
          </a:xfrm>
          <a:custGeom>
            <a:avLst/>
            <a:gdLst>
              <a:gd name="connsiteX0" fmla="*/ 2766197 w 6558116"/>
              <a:gd name="connsiteY0" fmla="*/ 0 h 6276807"/>
              <a:gd name="connsiteX1" fmla="*/ 6558116 w 6558116"/>
              <a:gd name="connsiteY1" fmla="*/ 0 h 6276807"/>
              <a:gd name="connsiteX2" fmla="*/ 6558116 w 6558116"/>
              <a:gd name="connsiteY2" fmla="*/ 6276807 h 6276807"/>
              <a:gd name="connsiteX3" fmla="*/ 0 w 6558116"/>
              <a:gd name="connsiteY3" fmla="*/ 6276807 h 6276807"/>
              <a:gd name="connsiteX4" fmla="*/ 0 w 6558116"/>
              <a:gd name="connsiteY4" fmla="*/ 6276241 h 6276807"/>
              <a:gd name="connsiteX0" fmla="*/ 2939983 w 6731902"/>
              <a:gd name="connsiteY0" fmla="*/ 0 h 6276807"/>
              <a:gd name="connsiteX1" fmla="*/ 6731902 w 6731902"/>
              <a:gd name="connsiteY1" fmla="*/ 0 h 6276807"/>
              <a:gd name="connsiteX2" fmla="*/ 6731902 w 6731902"/>
              <a:gd name="connsiteY2" fmla="*/ 6276807 h 6276807"/>
              <a:gd name="connsiteX3" fmla="*/ 173786 w 6731902"/>
              <a:gd name="connsiteY3" fmla="*/ 6276807 h 6276807"/>
              <a:gd name="connsiteX4" fmla="*/ 0 w 6731902"/>
              <a:gd name="connsiteY4" fmla="*/ 6242427 h 6276807"/>
              <a:gd name="connsiteX5" fmla="*/ 2939983 w 6731902"/>
              <a:gd name="connsiteY5" fmla="*/ 0 h 6276807"/>
              <a:gd name="connsiteX0" fmla="*/ 2949130 w 6731902"/>
              <a:gd name="connsiteY0" fmla="*/ 0 h 6276807"/>
              <a:gd name="connsiteX1" fmla="*/ 6731902 w 6731902"/>
              <a:gd name="connsiteY1" fmla="*/ 0 h 6276807"/>
              <a:gd name="connsiteX2" fmla="*/ 6731902 w 6731902"/>
              <a:gd name="connsiteY2" fmla="*/ 6276807 h 6276807"/>
              <a:gd name="connsiteX3" fmla="*/ 173786 w 6731902"/>
              <a:gd name="connsiteY3" fmla="*/ 6276807 h 6276807"/>
              <a:gd name="connsiteX4" fmla="*/ 0 w 6731902"/>
              <a:gd name="connsiteY4" fmla="*/ 6242427 h 6276807"/>
              <a:gd name="connsiteX5" fmla="*/ 2949130 w 6731902"/>
              <a:gd name="connsiteY5" fmla="*/ 0 h 6276807"/>
              <a:gd name="connsiteX0" fmla="*/ 2967300 w 6750072"/>
              <a:gd name="connsiteY0" fmla="*/ 0 h 6284696"/>
              <a:gd name="connsiteX1" fmla="*/ 6750072 w 6750072"/>
              <a:gd name="connsiteY1" fmla="*/ 0 h 6284696"/>
              <a:gd name="connsiteX2" fmla="*/ 6750072 w 6750072"/>
              <a:gd name="connsiteY2" fmla="*/ 6276807 h 6284696"/>
              <a:gd name="connsiteX3" fmla="*/ 191956 w 6750072"/>
              <a:gd name="connsiteY3" fmla="*/ 6276807 h 6284696"/>
              <a:gd name="connsiteX4" fmla="*/ 0 w 6750072"/>
              <a:gd name="connsiteY4" fmla="*/ 6284696 h 6284696"/>
              <a:gd name="connsiteX5" fmla="*/ 2967300 w 6750072"/>
              <a:gd name="connsiteY5" fmla="*/ 0 h 6284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0072" h="6284696">
                <a:moveTo>
                  <a:pt x="2967300" y="0"/>
                </a:moveTo>
                <a:lnTo>
                  <a:pt x="6750072" y="0"/>
                </a:lnTo>
                <a:lnTo>
                  <a:pt x="6750072" y="6276807"/>
                </a:lnTo>
                <a:lnTo>
                  <a:pt x="191956" y="6276807"/>
                </a:lnTo>
                <a:lnTo>
                  <a:pt x="0" y="6284696"/>
                </a:lnTo>
                <a:cubicBezTo>
                  <a:pt x="922066" y="4192616"/>
                  <a:pt x="2045234" y="2092080"/>
                  <a:pt x="2967300" y="0"/>
                </a:cubicBezTo>
                <a:close/>
              </a:path>
            </a:pathLst>
          </a:custGeom>
          <a:pattFill prst="smConfetti">
            <a:fgClr>
              <a:schemeClr val="bg2"/>
            </a:fgClr>
            <a:bgClr>
              <a:schemeClr val="bg1"/>
            </a:bgClr>
          </a:pattFill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Figtree Medium" pitchFamily="2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938C98-750F-B989-E8A2-47D33F5F8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689" y="457200"/>
            <a:ext cx="4602999" cy="1600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4000"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2D103-5877-6749-18AE-0555B8B45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688" y="2425491"/>
            <a:ext cx="4602997" cy="33321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Figtree" pitchFamily="2" charset="0"/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B6BC089-6024-60CC-51A6-E270462E81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9B28ACF-39D2-C671-C9B4-9D48311B4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reeform 4">
            <a:extLst>
              <a:ext uri="{FF2B5EF4-FFF2-40B4-BE49-F238E27FC236}">
                <a16:creationId xmlns:a16="http://schemas.microsoft.com/office/drawing/2014/main" id="{5673909B-51BC-79F1-247B-509034849961}"/>
              </a:ext>
            </a:extLst>
          </p:cNvPr>
          <p:cNvSpPr/>
          <p:nvPr userDrawn="1"/>
        </p:nvSpPr>
        <p:spPr>
          <a:xfrm>
            <a:off x="4830121" y="-8623"/>
            <a:ext cx="3566904" cy="6858004"/>
          </a:xfrm>
          <a:custGeom>
            <a:avLst/>
            <a:gdLst>
              <a:gd name="connsiteX0" fmla="*/ 0 w 3200400"/>
              <a:gd name="connsiteY0" fmla="*/ 6276813 h 6276813"/>
              <a:gd name="connsiteX1" fmla="*/ 891153 w 3200400"/>
              <a:gd name="connsiteY1" fmla="*/ 6276813 h 6276813"/>
              <a:gd name="connsiteX2" fmla="*/ 3200400 w 3200400"/>
              <a:gd name="connsiteY2" fmla="*/ 0 h 6276813"/>
              <a:gd name="connsiteX3" fmla="*/ 3115159 w 3200400"/>
              <a:gd name="connsiteY3" fmla="*/ 0 h 6276813"/>
              <a:gd name="connsiteX4" fmla="*/ 0 w 3200400"/>
              <a:gd name="connsiteY4" fmla="*/ 6276813 h 6276813"/>
              <a:gd name="connsiteX0" fmla="*/ 0 w 3254644"/>
              <a:gd name="connsiteY0" fmla="*/ 6284563 h 6284563"/>
              <a:gd name="connsiteX1" fmla="*/ 945397 w 3254644"/>
              <a:gd name="connsiteY1" fmla="*/ 6276813 h 6284563"/>
              <a:gd name="connsiteX2" fmla="*/ 3254644 w 3254644"/>
              <a:gd name="connsiteY2" fmla="*/ 0 h 6284563"/>
              <a:gd name="connsiteX3" fmla="*/ 3169403 w 3254644"/>
              <a:gd name="connsiteY3" fmla="*/ 0 h 6284563"/>
              <a:gd name="connsiteX4" fmla="*/ 0 w 3254644"/>
              <a:gd name="connsiteY4" fmla="*/ 6284563 h 6284563"/>
              <a:gd name="connsiteX0" fmla="*/ 0 w 3285640"/>
              <a:gd name="connsiteY0" fmla="*/ 6284563 h 6284563"/>
              <a:gd name="connsiteX1" fmla="*/ 976393 w 3285640"/>
              <a:gd name="connsiteY1" fmla="*/ 6276813 h 6284563"/>
              <a:gd name="connsiteX2" fmla="*/ 3285640 w 3285640"/>
              <a:gd name="connsiteY2" fmla="*/ 0 h 6284563"/>
              <a:gd name="connsiteX3" fmla="*/ 3200399 w 3285640"/>
              <a:gd name="connsiteY3" fmla="*/ 0 h 6284563"/>
              <a:gd name="connsiteX4" fmla="*/ 0 w 3285640"/>
              <a:gd name="connsiteY4" fmla="*/ 6284563 h 6284563"/>
              <a:gd name="connsiteX0" fmla="*/ 0 w 2812941"/>
              <a:gd name="connsiteY0" fmla="*/ 6292312 h 6292312"/>
              <a:gd name="connsiteX1" fmla="*/ 503694 w 2812941"/>
              <a:gd name="connsiteY1" fmla="*/ 6276813 h 6292312"/>
              <a:gd name="connsiteX2" fmla="*/ 2812941 w 2812941"/>
              <a:gd name="connsiteY2" fmla="*/ 0 h 6292312"/>
              <a:gd name="connsiteX3" fmla="*/ 2727700 w 2812941"/>
              <a:gd name="connsiteY3" fmla="*/ 0 h 6292312"/>
              <a:gd name="connsiteX4" fmla="*/ 0 w 2812941"/>
              <a:gd name="connsiteY4" fmla="*/ 6292312 h 6292312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24525 w 2809766"/>
              <a:gd name="connsiteY3" fmla="*/ 0 h 6276813"/>
              <a:gd name="connsiteX4" fmla="*/ 0 w 2809766"/>
              <a:gd name="connsiteY4" fmla="*/ 6276437 h 6276813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68975 w 2809766"/>
              <a:gd name="connsiteY3" fmla="*/ 6350 h 6276813"/>
              <a:gd name="connsiteX4" fmla="*/ 0 w 2809766"/>
              <a:gd name="connsiteY4" fmla="*/ 6276437 h 6276813"/>
              <a:gd name="connsiteX0" fmla="*/ 0 w 3264621"/>
              <a:gd name="connsiteY0" fmla="*/ 6270087 h 6270463"/>
              <a:gd name="connsiteX1" fmla="*/ 500519 w 3264621"/>
              <a:gd name="connsiteY1" fmla="*/ 6270463 h 6270463"/>
              <a:gd name="connsiteX2" fmla="*/ 3264621 w 3264621"/>
              <a:gd name="connsiteY2" fmla="*/ 3028 h 6270463"/>
              <a:gd name="connsiteX3" fmla="*/ 2768975 w 3264621"/>
              <a:gd name="connsiteY3" fmla="*/ 0 h 6270463"/>
              <a:gd name="connsiteX4" fmla="*/ 0 w 3264621"/>
              <a:gd name="connsiteY4" fmla="*/ 6270087 h 6270463"/>
              <a:gd name="connsiteX0" fmla="*/ 0 w 3264621"/>
              <a:gd name="connsiteY0" fmla="*/ 6267059 h 6267435"/>
              <a:gd name="connsiteX1" fmla="*/ 500519 w 3264621"/>
              <a:gd name="connsiteY1" fmla="*/ 6267435 h 6267435"/>
              <a:gd name="connsiteX2" fmla="*/ 3264621 w 3264621"/>
              <a:gd name="connsiteY2" fmla="*/ 0 h 6267435"/>
              <a:gd name="connsiteX3" fmla="*/ 3214452 w 3264621"/>
              <a:gd name="connsiteY3" fmla="*/ 1661 h 6267435"/>
              <a:gd name="connsiteX4" fmla="*/ 0 w 3264621"/>
              <a:gd name="connsiteY4" fmla="*/ 6267059 h 626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4621" h="6267435">
                <a:moveTo>
                  <a:pt x="0" y="6267059"/>
                </a:moveTo>
                <a:lnTo>
                  <a:pt x="500519" y="6267435"/>
                </a:lnTo>
                <a:lnTo>
                  <a:pt x="3264621" y="0"/>
                </a:lnTo>
                <a:lnTo>
                  <a:pt x="3214452" y="1661"/>
                </a:lnTo>
                <a:lnTo>
                  <a:pt x="0" y="6267059"/>
                </a:lnTo>
                <a:close/>
              </a:path>
            </a:pathLst>
          </a:custGeom>
          <a:gradFill>
            <a:gsLst>
              <a:gs pos="45000">
                <a:schemeClr val="accent3"/>
              </a:gs>
              <a:gs pos="89000">
                <a:schemeClr val="accent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68530251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+ Image Gold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347A47-ADDB-726A-B2AC-AF6601AB38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29381" y="1"/>
            <a:ext cx="6862619" cy="6866620"/>
          </a:xfrm>
          <a:custGeom>
            <a:avLst/>
            <a:gdLst>
              <a:gd name="connsiteX0" fmla="*/ 2766197 w 6558116"/>
              <a:gd name="connsiteY0" fmla="*/ 0 h 6276807"/>
              <a:gd name="connsiteX1" fmla="*/ 6558116 w 6558116"/>
              <a:gd name="connsiteY1" fmla="*/ 0 h 6276807"/>
              <a:gd name="connsiteX2" fmla="*/ 6558116 w 6558116"/>
              <a:gd name="connsiteY2" fmla="*/ 6276807 h 6276807"/>
              <a:gd name="connsiteX3" fmla="*/ 0 w 6558116"/>
              <a:gd name="connsiteY3" fmla="*/ 6276807 h 6276807"/>
              <a:gd name="connsiteX4" fmla="*/ 0 w 6558116"/>
              <a:gd name="connsiteY4" fmla="*/ 6276241 h 6276807"/>
              <a:gd name="connsiteX0" fmla="*/ 2939983 w 6731902"/>
              <a:gd name="connsiteY0" fmla="*/ 0 h 6276807"/>
              <a:gd name="connsiteX1" fmla="*/ 6731902 w 6731902"/>
              <a:gd name="connsiteY1" fmla="*/ 0 h 6276807"/>
              <a:gd name="connsiteX2" fmla="*/ 6731902 w 6731902"/>
              <a:gd name="connsiteY2" fmla="*/ 6276807 h 6276807"/>
              <a:gd name="connsiteX3" fmla="*/ 173786 w 6731902"/>
              <a:gd name="connsiteY3" fmla="*/ 6276807 h 6276807"/>
              <a:gd name="connsiteX4" fmla="*/ 0 w 6731902"/>
              <a:gd name="connsiteY4" fmla="*/ 6242427 h 6276807"/>
              <a:gd name="connsiteX5" fmla="*/ 2939983 w 6731902"/>
              <a:gd name="connsiteY5" fmla="*/ 0 h 6276807"/>
              <a:gd name="connsiteX0" fmla="*/ 2949130 w 6731902"/>
              <a:gd name="connsiteY0" fmla="*/ 0 h 6276807"/>
              <a:gd name="connsiteX1" fmla="*/ 6731902 w 6731902"/>
              <a:gd name="connsiteY1" fmla="*/ 0 h 6276807"/>
              <a:gd name="connsiteX2" fmla="*/ 6731902 w 6731902"/>
              <a:gd name="connsiteY2" fmla="*/ 6276807 h 6276807"/>
              <a:gd name="connsiteX3" fmla="*/ 173786 w 6731902"/>
              <a:gd name="connsiteY3" fmla="*/ 6276807 h 6276807"/>
              <a:gd name="connsiteX4" fmla="*/ 0 w 6731902"/>
              <a:gd name="connsiteY4" fmla="*/ 6242427 h 6276807"/>
              <a:gd name="connsiteX5" fmla="*/ 2949130 w 6731902"/>
              <a:gd name="connsiteY5" fmla="*/ 0 h 6276807"/>
              <a:gd name="connsiteX0" fmla="*/ 2967300 w 6750072"/>
              <a:gd name="connsiteY0" fmla="*/ 0 h 6284696"/>
              <a:gd name="connsiteX1" fmla="*/ 6750072 w 6750072"/>
              <a:gd name="connsiteY1" fmla="*/ 0 h 6284696"/>
              <a:gd name="connsiteX2" fmla="*/ 6750072 w 6750072"/>
              <a:gd name="connsiteY2" fmla="*/ 6276807 h 6284696"/>
              <a:gd name="connsiteX3" fmla="*/ 191956 w 6750072"/>
              <a:gd name="connsiteY3" fmla="*/ 6276807 h 6284696"/>
              <a:gd name="connsiteX4" fmla="*/ 0 w 6750072"/>
              <a:gd name="connsiteY4" fmla="*/ 6284696 h 6284696"/>
              <a:gd name="connsiteX5" fmla="*/ 2967300 w 6750072"/>
              <a:gd name="connsiteY5" fmla="*/ 0 h 6284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0072" h="6284696">
                <a:moveTo>
                  <a:pt x="2967300" y="0"/>
                </a:moveTo>
                <a:lnTo>
                  <a:pt x="6750072" y="0"/>
                </a:lnTo>
                <a:lnTo>
                  <a:pt x="6750072" y="6276807"/>
                </a:lnTo>
                <a:lnTo>
                  <a:pt x="191956" y="6276807"/>
                </a:lnTo>
                <a:lnTo>
                  <a:pt x="0" y="6284696"/>
                </a:lnTo>
                <a:cubicBezTo>
                  <a:pt x="922066" y="4192616"/>
                  <a:pt x="2045234" y="2092080"/>
                  <a:pt x="2967300" y="0"/>
                </a:cubicBezTo>
                <a:close/>
              </a:path>
            </a:pathLst>
          </a:custGeom>
          <a:pattFill prst="smConfetti">
            <a:fgClr>
              <a:schemeClr val="bg2"/>
            </a:fgClr>
            <a:bgClr>
              <a:schemeClr val="bg1"/>
            </a:bgClr>
          </a:pattFill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Figtree Medium" pitchFamily="2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938C98-750F-B989-E8A2-47D33F5F8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689" y="457200"/>
            <a:ext cx="4602999" cy="1600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4000"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2D103-5877-6749-18AE-0555B8B45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688" y="2425491"/>
            <a:ext cx="4602997" cy="33321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Figtree" pitchFamily="2" charset="0"/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B6BC089-6024-60CC-51A6-E270462E81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9B28ACF-39D2-C671-C9B4-9D48311B4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reeform 5">
            <a:extLst>
              <a:ext uri="{FF2B5EF4-FFF2-40B4-BE49-F238E27FC236}">
                <a16:creationId xmlns:a16="http://schemas.microsoft.com/office/drawing/2014/main" id="{2FFD7DA3-43D8-D09F-83E0-0AEAB25439B7}"/>
              </a:ext>
            </a:extLst>
          </p:cNvPr>
          <p:cNvSpPr/>
          <p:nvPr userDrawn="1"/>
        </p:nvSpPr>
        <p:spPr>
          <a:xfrm>
            <a:off x="4830121" y="-3"/>
            <a:ext cx="3566904" cy="6858004"/>
          </a:xfrm>
          <a:custGeom>
            <a:avLst/>
            <a:gdLst>
              <a:gd name="connsiteX0" fmla="*/ 0 w 3200400"/>
              <a:gd name="connsiteY0" fmla="*/ 6276813 h 6276813"/>
              <a:gd name="connsiteX1" fmla="*/ 891153 w 3200400"/>
              <a:gd name="connsiteY1" fmla="*/ 6276813 h 6276813"/>
              <a:gd name="connsiteX2" fmla="*/ 3200400 w 3200400"/>
              <a:gd name="connsiteY2" fmla="*/ 0 h 6276813"/>
              <a:gd name="connsiteX3" fmla="*/ 3115159 w 3200400"/>
              <a:gd name="connsiteY3" fmla="*/ 0 h 6276813"/>
              <a:gd name="connsiteX4" fmla="*/ 0 w 3200400"/>
              <a:gd name="connsiteY4" fmla="*/ 6276813 h 6276813"/>
              <a:gd name="connsiteX0" fmla="*/ 0 w 3254644"/>
              <a:gd name="connsiteY0" fmla="*/ 6284563 h 6284563"/>
              <a:gd name="connsiteX1" fmla="*/ 945397 w 3254644"/>
              <a:gd name="connsiteY1" fmla="*/ 6276813 h 6284563"/>
              <a:gd name="connsiteX2" fmla="*/ 3254644 w 3254644"/>
              <a:gd name="connsiteY2" fmla="*/ 0 h 6284563"/>
              <a:gd name="connsiteX3" fmla="*/ 3169403 w 3254644"/>
              <a:gd name="connsiteY3" fmla="*/ 0 h 6284563"/>
              <a:gd name="connsiteX4" fmla="*/ 0 w 3254644"/>
              <a:gd name="connsiteY4" fmla="*/ 6284563 h 6284563"/>
              <a:gd name="connsiteX0" fmla="*/ 0 w 3285640"/>
              <a:gd name="connsiteY0" fmla="*/ 6284563 h 6284563"/>
              <a:gd name="connsiteX1" fmla="*/ 976393 w 3285640"/>
              <a:gd name="connsiteY1" fmla="*/ 6276813 h 6284563"/>
              <a:gd name="connsiteX2" fmla="*/ 3285640 w 3285640"/>
              <a:gd name="connsiteY2" fmla="*/ 0 h 6284563"/>
              <a:gd name="connsiteX3" fmla="*/ 3200399 w 3285640"/>
              <a:gd name="connsiteY3" fmla="*/ 0 h 6284563"/>
              <a:gd name="connsiteX4" fmla="*/ 0 w 3285640"/>
              <a:gd name="connsiteY4" fmla="*/ 6284563 h 6284563"/>
              <a:gd name="connsiteX0" fmla="*/ 0 w 2812941"/>
              <a:gd name="connsiteY0" fmla="*/ 6292312 h 6292312"/>
              <a:gd name="connsiteX1" fmla="*/ 503694 w 2812941"/>
              <a:gd name="connsiteY1" fmla="*/ 6276813 h 6292312"/>
              <a:gd name="connsiteX2" fmla="*/ 2812941 w 2812941"/>
              <a:gd name="connsiteY2" fmla="*/ 0 h 6292312"/>
              <a:gd name="connsiteX3" fmla="*/ 2727700 w 2812941"/>
              <a:gd name="connsiteY3" fmla="*/ 0 h 6292312"/>
              <a:gd name="connsiteX4" fmla="*/ 0 w 2812941"/>
              <a:gd name="connsiteY4" fmla="*/ 6292312 h 6292312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24525 w 2809766"/>
              <a:gd name="connsiteY3" fmla="*/ 0 h 6276813"/>
              <a:gd name="connsiteX4" fmla="*/ 0 w 2809766"/>
              <a:gd name="connsiteY4" fmla="*/ 6276437 h 6276813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68975 w 2809766"/>
              <a:gd name="connsiteY3" fmla="*/ 6350 h 6276813"/>
              <a:gd name="connsiteX4" fmla="*/ 0 w 2809766"/>
              <a:gd name="connsiteY4" fmla="*/ 6276437 h 6276813"/>
              <a:gd name="connsiteX0" fmla="*/ 0 w 3264621"/>
              <a:gd name="connsiteY0" fmla="*/ 6270087 h 6270463"/>
              <a:gd name="connsiteX1" fmla="*/ 500519 w 3264621"/>
              <a:gd name="connsiteY1" fmla="*/ 6270463 h 6270463"/>
              <a:gd name="connsiteX2" fmla="*/ 3264621 w 3264621"/>
              <a:gd name="connsiteY2" fmla="*/ 3028 h 6270463"/>
              <a:gd name="connsiteX3" fmla="*/ 2768975 w 3264621"/>
              <a:gd name="connsiteY3" fmla="*/ 0 h 6270463"/>
              <a:gd name="connsiteX4" fmla="*/ 0 w 3264621"/>
              <a:gd name="connsiteY4" fmla="*/ 6270087 h 6270463"/>
              <a:gd name="connsiteX0" fmla="*/ 0 w 3264621"/>
              <a:gd name="connsiteY0" fmla="*/ 6267059 h 6267435"/>
              <a:gd name="connsiteX1" fmla="*/ 500519 w 3264621"/>
              <a:gd name="connsiteY1" fmla="*/ 6267435 h 6267435"/>
              <a:gd name="connsiteX2" fmla="*/ 3264621 w 3264621"/>
              <a:gd name="connsiteY2" fmla="*/ 0 h 6267435"/>
              <a:gd name="connsiteX3" fmla="*/ 3214452 w 3264621"/>
              <a:gd name="connsiteY3" fmla="*/ 1661 h 6267435"/>
              <a:gd name="connsiteX4" fmla="*/ 0 w 3264621"/>
              <a:gd name="connsiteY4" fmla="*/ 6267059 h 626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4621" h="6267435">
                <a:moveTo>
                  <a:pt x="0" y="6267059"/>
                </a:moveTo>
                <a:lnTo>
                  <a:pt x="500519" y="6267435"/>
                </a:lnTo>
                <a:lnTo>
                  <a:pt x="3264621" y="0"/>
                </a:lnTo>
                <a:lnTo>
                  <a:pt x="3214452" y="1661"/>
                </a:lnTo>
                <a:lnTo>
                  <a:pt x="0" y="6267059"/>
                </a:lnTo>
                <a:close/>
              </a:path>
            </a:pathLst>
          </a:custGeom>
          <a:gradFill>
            <a:gsLst>
              <a:gs pos="52000">
                <a:schemeClr val="accent4"/>
              </a:gs>
              <a:gs pos="90000">
                <a:schemeClr val="accent6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4241441098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+ Image Green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347A47-ADDB-726A-B2AC-AF6601AB38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29381" y="1"/>
            <a:ext cx="6862619" cy="6866620"/>
          </a:xfrm>
          <a:custGeom>
            <a:avLst/>
            <a:gdLst>
              <a:gd name="connsiteX0" fmla="*/ 2766197 w 6558116"/>
              <a:gd name="connsiteY0" fmla="*/ 0 h 6276807"/>
              <a:gd name="connsiteX1" fmla="*/ 6558116 w 6558116"/>
              <a:gd name="connsiteY1" fmla="*/ 0 h 6276807"/>
              <a:gd name="connsiteX2" fmla="*/ 6558116 w 6558116"/>
              <a:gd name="connsiteY2" fmla="*/ 6276807 h 6276807"/>
              <a:gd name="connsiteX3" fmla="*/ 0 w 6558116"/>
              <a:gd name="connsiteY3" fmla="*/ 6276807 h 6276807"/>
              <a:gd name="connsiteX4" fmla="*/ 0 w 6558116"/>
              <a:gd name="connsiteY4" fmla="*/ 6276241 h 6276807"/>
              <a:gd name="connsiteX0" fmla="*/ 2939983 w 6731902"/>
              <a:gd name="connsiteY0" fmla="*/ 0 h 6276807"/>
              <a:gd name="connsiteX1" fmla="*/ 6731902 w 6731902"/>
              <a:gd name="connsiteY1" fmla="*/ 0 h 6276807"/>
              <a:gd name="connsiteX2" fmla="*/ 6731902 w 6731902"/>
              <a:gd name="connsiteY2" fmla="*/ 6276807 h 6276807"/>
              <a:gd name="connsiteX3" fmla="*/ 173786 w 6731902"/>
              <a:gd name="connsiteY3" fmla="*/ 6276807 h 6276807"/>
              <a:gd name="connsiteX4" fmla="*/ 0 w 6731902"/>
              <a:gd name="connsiteY4" fmla="*/ 6242427 h 6276807"/>
              <a:gd name="connsiteX5" fmla="*/ 2939983 w 6731902"/>
              <a:gd name="connsiteY5" fmla="*/ 0 h 6276807"/>
              <a:gd name="connsiteX0" fmla="*/ 2949130 w 6731902"/>
              <a:gd name="connsiteY0" fmla="*/ 0 h 6276807"/>
              <a:gd name="connsiteX1" fmla="*/ 6731902 w 6731902"/>
              <a:gd name="connsiteY1" fmla="*/ 0 h 6276807"/>
              <a:gd name="connsiteX2" fmla="*/ 6731902 w 6731902"/>
              <a:gd name="connsiteY2" fmla="*/ 6276807 h 6276807"/>
              <a:gd name="connsiteX3" fmla="*/ 173786 w 6731902"/>
              <a:gd name="connsiteY3" fmla="*/ 6276807 h 6276807"/>
              <a:gd name="connsiteX4" fmla="*/ 0 w 6731902"/>
              <a:gd name="connsiteY4" fmla="*/ 6242427 h 6276807"/>
              <a:gd name="connsiteX5" fmla="*/ 2949130 w 6731902"/>
              <a:gd name="connsiteY5" fmla="*/ 0 h 6276807"/>
              <a:gd name="connsiteX0" fmla="*/ 2967300 w 6750072"/>
              <a:gd name="connsiteY0" fmla="*/ 0 h 6284696"/>
              <a:gd name="connsiteX1" fmla="*/ 6750072 w 6750072"/>
              <a:gd name="connsiteY1" fmla="*/ 0 h 6284696"/>
              <a:gd name="connsiteX2" fmla="*/ 6750072 w 6750072"/>
              <a:gd name="connsiteY2" fmla="*/ 6276807 h 6284696"/>
              <a:gd name="connsiteX3" fmla="*/ 191956 w 6750072"/>
              <a:gd name="connsiteY3" fmla="*/ 6276807 h 6284696"/>
              <a:gd name="connsiteX4" fmla="*/ 0 w 6750072"/>
              <a:gd name="connsiteY4" fmla="*/ 6284696 h 6284696"/>
              <a:gd name="connsiteX5" fmla="*/ 2967300 w 6750072"/>
              <a:gd name="connsiteY5" fmla="*/ 0 h 6284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0072" h="6284696">
                <a:moveTo>
                  <a:pt x="2967300" y="0"/>
                </a:moveTo>
                <a:lnTo>
                  <a:pt x="6750072" y="0"/>
                </a:lnTo>
                <a:lnTo>
                  <a:pt x="6750072" y="6276807"/>
                </a:lnTo>
                <a:lnTo>
                  <a:pt x="191956" y="6276807"/>
                </a:lnTo>
                <a:lnTo>
                  <a:pt x="0" y="6284696"/>
                </a:lnTo>
                <a:cubicBezTo>
                  <a:pt x="922066" y="4192616"/>
                  <a:pt x="2045234" y="2092080"/>
                  <a:pt x="2967300" y="0"/>
                </a:cubicBezTo>
                <a:close/>
              </a:path>
            </a:pathLst>
          </a:custGeom>
          <a:pattFill prst="smConfetti">
            <a:fgClr>
              <a:schemeClr val="bg2"/>
            </a:fgClr>
            <a:bgClr>
              <a:schemeClr val="bg1"/>
            </a:bgClr>
          </a:pattFill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Figtree Medium" pitchFamily="2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938C98-750F-B989-E8A2-47D33F5F8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689" y="457200"/>
            <a:ext cx="4602999" cy="1600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4000"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2D103-5877-6749-18AE-0555B8B45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688" y="2425491"/>
            <a:ext cx="4602997" cy="33321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Figtree" pitchFamily="2" charset="0"/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B6BC089-6024-60CC-51A6-E270462E81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9B28ACF-39D2-C671-C9B4-9D48311B4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Freeform 2">
            <a:extLst>
              <a:ext uri="{FF2B5EF4-FFF2-40B4-BE49-F238E27FC236}">
                <a16:creationId xmlns:a16="http://schemas.microsoft.com/office/drawing/2014/main" id="{FC5B0D56-4627-AC4F-11C1-0BC865D7A1E5}"/>
              </a:ext>
            </a:extLst>
          </p:cNvPr>
          <p:cNvSpPr/>
          <p:nvPr userDrawn="1"/>
        </p:nvSpPr>
        <p:spPr>
          <a:xfrm>
            <a:off x="4830121" y="-5"/>
            <a:ext cx="3566904" cy="6858005"/>
          </a:xfrm>
          <a:custGeom>
            <a:avLst/>
            <a:gdLst>
              <a:gd name="connsiteX0" fmla="*/ 0 w 3200400"/>
              <a:gd name="connsiteY0" fmla="*/ 6276813 h 6276813"/>
              <a:gd name="connsiteX1" fmla="*/ 891153 w 3200400"/>
              <a:gd name="connsiteY1" fmla="*/ 6276813 h 6276813"/>
              <a:gd name="connsiteX2" fmla="*/ 3200400 w 3200400"/>
              <a:gd name="connsiteY2" fmla="*/ 0 h 6276813"/>
              <a:gd name="connsiteX3" fmla="*/ 3115159 w 3200400"/>
              <a:gd name="connsiteY3" fmla="*/ 0 h 6276813"/>
              <a:gd name="connsiteX4" fmla="*/ 0 w 3200400"/>
              <a:gd name="connsiteY4" fmla="*/ 6276813 h 6276813"/>
              <a:gd name="connsiteX0" fmla="*/ 0 w 3254644"/>
              <a:gd name="connsiteY0" fmla="*/ 6284563 h 6284563"/>
              <a:gd name="connsiteX1" fmla="*/ 945397 w 3254644"/>
              <a:gd name="connsiteY1" fmla="*/ 6276813 h 6284563"/>
              <a:gd name="connsiteX2" fmla="*/ 3254644 w 3254644"/>
              <a:gd name="connsiteY2" fmla="*/ 0 h 6284563"/>
              <a:gd name="connsiteX3" fmla="*/ 3169403 w 3254644"/>
              <a:gd name="connsiteY3" fmla="*/ 0 h 6284563"/>
              <a:gd name="connsiteX4" fmla="*/ 0 w 3254644"/>
              <a:gd name="connsiteY4" fmla="*/ 6284563 h 6284563"/>
              <a:gd name="connsiteX0" fmla="*/ 0 w 3285640"/>
              <a:gd name="connsiteY0" fmla="*/ 6284563 h 6284563"/>
              <a:gd name="connsiteX1" fmla="*/ 976393 w 3285640"/>
              <a:gd name="connsiteY1" fmla="*/ 6276813 h 6284563"/>
              <a:gd name="connsiteX2" fmla="*/ 3285640 w 3285640"/>
              <a:gd name="connsiteY2" fmla="*/ 0 h 6284563"/>
              <a:gd name="connsiteX3" fmla="*/ 3200399 w 3285640"/>
              <a:gd name="connsiteY3" fmla="*/ 0 h 6284563"/>
              <a:gd name="connsiteX4" fmla="*/ 0 w 3285640"/>
              <a:gd name="connsiteY4" fmla="*/ 6284563 h 6284563"/>
              <a:gd name="connsiteX0" fmla="*/ 0 w 2812941"/>
              <a:gd name="connsiteY0" fmla="*/ 6292312 h 6292312"/>
              <a:gd name="connsiteX1" fmla="*/ 503694 w 2812941"/>
              <a:gd name="connsiteY1" fmla="*/ 6276813 h 6292312"/>
              <a:gd name="connsiteX2" fmla="*/ 2812941 w 2812941"/>
              <a:gd name="connsiteY2" fmla="*/ 0 h 6292312"/>
              <a:gd name="connsiteX3" fmla="*/ 2727700 w 2812941"/>
              <a:gd name="connsiteY3" fmla="*/ 0 h 6292312"/>
              <a:gd name="connsiteX4" fmla="*/ 0 w 2812941"/>
              <a:gd name="connsiteY4" fmla="*/ 6292312 h 6292312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24525 w 2809766"/>
              <a:gd name="connsiteY3" fmla="*/ 0 h 6276813"/>
              <a:gd name="connsiteX4" fmla="*/ 0 w 2809766"/>
              <a:gd name="connsiteY4" fmla="*/ 6276437 h 6276813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68975 w 2809766"/>
              <a:gd name="connsiteY3" fmla="*/ 6350 h 6276813"/>
              <a:gd name="connsiteX4" fmla="*/ 0 w 2809766"/>
              <a:gd name="connsiteY4" fmla="*/ 6276437 h 6276813"/>
              <a:gd name="connsiteX0" fmla="*/ 0 w 3264621"/>
              <a:gd name="connsiteY0" fmla="*/ 6270087 h 6270463"/>
              <a:gd name="connsiteX1" fmla="*/ 500519 w 3264621"/>
              <a:gd name="connsiteY1" fmla="*/ 6270463 h 6270463"/>
              <a:gd name="connsiteX2" fmla="*/ 3264621 w 3264621"/>
              <a:gd name="connsiteY2" fmla="*/ 3028 h 6270463"/>
              <a:gd name="connsiteX3" fmla="*/ 2768975 w 3264621"/>
              <a:gd name="connsiteY3" fmla="*/ 0 h 6270463"/>
              <a:gd name="connsiteX4" fmla="*/ 0 w 3264621"/>
              <a:gd name="connsiteY4" fmla="*/ 6270087 h 6270463"/>
              <a:gd name="connsiteX0" fmla="*/ 0 w 3264621"/>
              <a:gd name="connsiteY0" fmla="*/ 6267059 h 6267435"/>
              <a:gd name="connsiteX1" fmla="*/ 500519 w 3264621"/>
              <a:gd name="connsiteY1" fmla="*/ 6267435 h 6267435"/>
              <a:gd name="connsiteX2" fmla="*/ 3264621 w 3264621"/>
              <a:gd name="connsiteY2" fmla="*/ 0 h 6267435"/>
              <a:gd name="connsiteX3" fmla="*/ 3214452 w 3264621"/>
              <a:gd name="connsiteY3" fmla="*/ 1661 h 6267435"/>
              <a:gd name="connsiteX4" fmla="*/ 0 w 3264621"/>
              <a:gd name="connsiteY4" fmla="*/ 6267059 h 626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4621" h="6267435">
                <a:moveTo>
                  <a:pt x="0" y="6267059"/>
                </a:moveTo>
                <a:lnTo>
                  <a:pt x="500519" y="6267435"/>
                </a:lnTo>
                <a:lnTo>
                  <a:pt x="3264621" y="0"/>
                </a:lnTo>
                <a:lnTo>
                  <a:pt x="3214452" y="1661"/>
                </a:lnTo>
                <a:lnTo>
                  <a:pt x="0" y="6267059"/>
                </a:lnTo>
                <a:close/>
              </a:path>
            </a:pathLst>
          </a:custGeom>
          <a:gradFill>
            <a:gsLst>
              <a:gs pos="44000">
                <a:schemeClr val="accent5"/>
              </a:gs>
              <a:gs pos="81000">
                <a:schemeClr val="accent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688908367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+ Image Gold (Orang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347A47-ADDB-726A-B2AC-AF6601AB38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29381" y="1"/>
            <a:ext cx="6862619" cy="6866620"/>
          </a:xfrm>
          <a:custGeom>
            <a:avLst/>
            <a:gdLst>
              <a:gd name="connsiteX0" fmla="*/ 2766197 w 6558116"/>
              <a:gd name="connsiteY0" fmla="*/ 0 h 6276807"/>
              <a:gd name="connsiteX1" fmla="*/ 6558116 w 6558116"/>
              <a:gd name="connsiteY1" fmla="*/ 0 h 6276807"/>
              <a:gd name="connsiteX2" fmla="*/ 6558116 w 6558116"/>
              <a:gd name="connsiteY2" fmla="*/ 6276807 h 6276807"/>
              <a:gd name="connsiteX3" fmla="*/ 0 w 6558116"/>
              <a:gd name="connsiteY3" fmla="*/ 6276807 h 6276807"/>
              <a:gd name="connsiteX4" fmla="*/ 0 w 6558116"/>
              <a:gd name="connsiteY4" fmla="*/ 6276241 h 6276807"/>
              <a:gd name="connsiteX0" fmla="*/ 2939983 w 6731902"/>
              <a:gd name="connsiteY0" fmla="*/ 0 h 6276807"/>
              <a:gd name="connsiteX1" fmla="*/ 6731902 w 6731902"/>
              <a:gd name="connsiteY1" fmla="*/ 0 h 6276807"/>
              <a:gd name="connsiteX2" fmla="*/ 6731902 w 6731902"/>
              <a:gd name="connsiteY2" fmla="*/ 6276807 h 6276807"/>
              <a:gd name="connsiteX3" fmla="*/ 173786 w 6731902"/>
              <a:gd name="connsiteY3" fmla="*/ 6276807 h 6276807"/>
              <a:gd name="connsiteX4" fmla="*/ 0 w 6731902"/>
              <a:gd name="connsiteY4" fmla="*/ 6242427 h 6276807"/>
              <a:gd name="connsiteX5" fmla="*/ 2939983 w 6731902"/>
              <a:gd name="connsiteY5" fmla="*/ 0 h 6276807"/>
              <a:gd name="connsiteX0" fmla="*/ 2949130 w 6731902"/>
              <a:gd name="connsiteY0" fmla="*/ 0 h 6276807"/>
              <a:gd name="connsiteX1" fmla="*/ 6731902 w 6731902"/>
              <a:gd name="connsiteY1" fmla="*/ 0 h 6276807"/>
              <a:gd name="connsiteX2" fmla="*/ 6731902 w 6731902"/>
              <a:gd name="connsiteY2" fmla="*/ 6276807 h 6276807"/>
              <a:gd name="connsiteX3" fmla="*/ 173786 w 6731902"/>
              <a:gd name="connsiteY3" fmla="*/ 6276807 h 6276807"/>
              <a:gd name="connsiteX4" fmla="*/ 0 w 6731902"/>
              <a:gd name="connsiteY4" fmla="*/ 6242427 h 6276807"/>
              <a:gd name="connsiteX5" fmla="*/ 2949130 w 6731902"/>
              <a:gd name="connsiteY5" fmla="*/ 0 h 6276807"/>
              <a:gd name="connsiteX0" fmla="*/ 2967300 w 6750072"/>
              <a:gd name="connsiteY0" fmla="*/ 0 h 6284696"/>
              <a:gd name="connsiteX1" fmla="*/ 6750072 w 6750072"/>
              <a:gd name="connsiteY1" fmla="*/ 0 h 6284696"/>
              <a:gd name="connsiteX2" fmla="*/ 6750072 w 6750072"/>
              <a:gd name="connsiteY2" fmla="*/ 6276807 h 6284696"/>
              <a:gd name="connsiteX3" fmla="*/ 191956 w 6750072"/>
              <a:gd name="connsiteY3" fmla="*/ 6276807 h 6284696"/>
              <a:gd name="connsiteX4" fmla="*/ 0 w 6750072"/>
              <a:gd name="connsiteY4" fmla="*/ 6284696 h 6284696"/>
              <a:gd name="connsiteX5" fmla="*/ 2967300 w 6750072"/>
              <a:gd name="connsiteY5" fmla="*/ 0 h 6284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0072" h="6284696">
                <a:moveTo>
                  <a:pt x="2967300" y="0"/>
                </a:moveTo>
                <a:lnTo>
                  <a:pt x="6750072" y="0"/>
                </a:lnTo>
                <a:lnTo>
                  <a:pt x="6750072" y="6276807"/>
                </a:lnTo>
                <a:lnTo>
                  <a:pt x="191956" y="6276807"/>
                </a:lnTo>
                <a:lnTo>
                  <a:pt x="0" y="6284696"/>
                </a:lnTo>
                <a:cubicBezTo>
                  <a:pt x="922066" y="4192616"/>
                  <a:pt x="2045234" y="2092080"/>
                  <a:pt x="2967300" y="0"/>
                </a:cubicBezTo>
                <a:close/>
              </a:path>
            </a:pathLst>
          </a:custGeom>
          <a:pattFill prst="smConfetti">
            <a:fgClr>
              <a:schemeClr val="bg2"/>
            </a:fgClr>
            <a:bgClr>
              <a:schemeClr val="bg1"/>
            </a:bgClr>
          </a:pattFill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Figtree Medium" pitchFamily="2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938C98-750F-B989-E8A2-47D33F5F8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689" y="457200"/>
            <a:ext cx="4602999" cy="1600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4000"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2D103-5877-6749-18AE-0555B8B45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688" y="2425491"/>
            <a:ext cx="4602997" cy="33321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Figtree" pitchFamily="2" charset="0"/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B6BC089-6024-60CC-51A6-E270462E81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9B28ACF-39D2-C671-C9B4-9D48311B4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Freeform 2">
            <a:extLst>
              <a:ext uri="{FF2B5EF4-FFF2-40B4-BE49-F238E27FC236}">
                <a16:creationId xmlns:a16="http://schemas.microsoft.com/office/drawing/2014/main" id="{8CECBD81-6D94-EBB2-5099-28510DA055F7}"/>
              </a:ext>
            </a:extLst>
          </p:cNvPr>
          <p:cNvSpPr/>
          <p:nvPr userDrawn="1"/>
        </p:nvSpPr>
        <p:spPr>
          <a:xfrm>
            <a:off x="4830121" y="-3"/>
            <a:ext cx="3566904" cy="6858004"/>
          </a:xfrm>
          <a:custGeom>
            <a:avLst/>
            <a:gdLst>
              <a:gd name="connsiteX0" fmla="*/ 0 w 3200400"/>
              <a:gd name="connsiteY0" fmla="*/ 6276813 h 6276813"/>
              <a:gd name="connsiteX1" fmla="*/ 891153 w 3200400"/>
              <a:gd name="connsiteY1" fmla="*/ 6276813 h 6276813"/>
              <a:gd name="connsiteX2" fmla="*/ 3200400 w 3200400"/>
              <a:gd name="connsiteY2" fmla="*/ 0 h 6276813"/>
              <a:gd name="connsiteX3" fmla="*/ 3115159 w 3200400"/>
              <a:gd name="connsiteY3" fmla="*/ 0 h 6276813"/>
              <a:gd name="connsiteX4" fmla="*/ 0 w 3200400"/>
              <a:gd name="connsiteY4" fmla="*/ 6276813 h 6276813"/>
              <a:gd name="connsiteX0" fmla="*/ 0 w 3254644"/>
              <a:gd name="connsiteY0" fmla="*/ 6284563 h 6284563"/>
              <a:gd name="connsiteX1" fmla="*/ 945397 w 3254644"/>
              <a:gd name="connsiteY1" fmla="*/ 6276813 h 6284563"/>
              <a:gd name="connsiteX2" fmla="*/ 3254644 w 3254644"/>
              <a:gd name="connsiteY2" fmla="*/ 0 h 6284563"/>
              <a:gd name="connsiteX3" fmla="*/ 3169403 w 3254644"/>
              <a:gd name="connsiteY3" fmla="*/ 0 h 6284563"/>
              <a:gd name="connsiteX4" fmla="*/ 0 w 3254644"/>
              <a:gd name="connsiteY4" fmla="*/ 6284563 h 6284563"/>
              <a:gd name="connsiteX0" fmla="*/ 0 w 3285640"/>
              <a:gd name="connsiteY0" fmla="*/ 6284563 h 6284563"/>
              <a:gd name="connsiteX1" fmla="*/ 976393 w 3285640"/>
              <a:gd name="connsiteY1" fmla="*/ 6276813 h 6284563"/>
              <a:gd name="connsiteX2" fmla="*/ 3285640 w 3285640"/>
              <a:gd name="connsiteY2" fmla="*/ 0 h 6284563"/>
              <a:gd name="connsiteX3" fmla="*/ 3200399 w 3285640"/>
              <a:gd name="connsiteY3" fmla="*/ 0 h 6284563"/>
              <a:gd name="connsiteX4" fmla="*/ 0 w 3285640"/>
              <a:gd name="connsiteY4" fmla="*/ 6284563 h 6284563"/>
              <a:gd name="connsiteX0" fmla="*/ 0 w 2812941"/>
              <a:gd name="connsiteY0" fmla="*/ 6292312 h 6292312"/>
              <a:gd name="connsiteX1" fmla="*/ 503694 w 2812941"/>
              <a:gd name="connsiteY1" fmla="*/ 6276813 h 6292312"/>
              <a:gd name="connsiteX2" fmla="*/ 2812941 w 2812941"/>
              <a:gd name="connsiteY2" fmla="*/ 0 h 6292312"/>
              <a:gd name="connsiteX3" fmla="*/ 2727700 w 2812941"/>
              <a:gd name="connsiteY3" fmla="*/ 0 h 6292312"/>
              <a:gd name="connsiteX4" fmla="*/ 0 w 2812941"/>
              <a:gd name="connsiteY4" fmla="*/ 6292312 h 6292312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24525 w 2809766"/>
              <a:gd name="connsiteY3" fmla="*/ 0 h 6276813"/>
              <a:gd name="connsiteX4" fmla="*/ 0 w 2809766"/>
              <a:gd name="connsiteY4" fmla="*/ 6276437 h 6276813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68975 w 2809766"/>
              <a:gd name="connsiteY3" fmla="*/ 6350 h 6276813"/>
              <a:gd name="connsiteX4" fmla="*/ 0 w 2809766"/>
              <a:gd name="connsiteY4" fmla="*/ 6276437 h 6276813"/>
              <a:gd name="connsiteX0" fmla="*/ 0 w 3264621"/>
              <a:gd name="connsiteY0" fmla="*/ 6270087 h 6270463"/>
              <a:gd name="connsiteX1" fmla="*/ 500519 w 3264621"/>
              <a:gd name="connsiteY1" fmla="*/ 6270463 h 6270463"/>
              <a:gd name="connsiteX2" fmla="*/ 3264621 w 3264621"/>
              <a:gd name="connsiteY2" fmla="*/ 3028 h 6270463"/>
              <a:gd name="connsiteX3" fmla="*/ 2768975 w 3264621"/>
              <a:gd name="connsiteY3" fmla="*/ 0 h 6270463"/>
              <a:gd name="connsiteX4" fmla="*/ 0 w 3264621"/>
              <a:gd name="connsiteY4" fmla="*/ 6270087 h 6270463"/>
              <a:gd name="connsiteX0" fmla="*/ 0 w 3264621"/>
              <a:gd name="connsiteY0" fmla="*/ 6267059 h 6267435"/>
              <a:gd name="connsiteX1" fmla="*/ 500519 w 3264621"/>
              <a:gd name="connsiteY1" fmla="*/ 6267435 h 6267435"/>
              <a:gd name="connsiteX2" fmla="*/ 3264621 w 3264621"/>
              <a:gd name="connsiteY2" fmla="*/ 0 h 6267435"/>
              <a:gd name="connsiteX3" fmla="*/ 3214452 w 3264621"/>
              <a:gd name="connsiteY3" fmla="*/ 1661 h 6267435"/>
              <a:gd name="connsiteX4" fmla="*/ 0 w 3264621"/>
              <a:gd name="connsiteY4" fmla="*/ 6267059 h 626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4621" h="6267435">
                <a:moveTo>
                  <a:pt x="0" y="6267059"/>
                </a:moveTo>
                <a:lnTo>
                  <a:pt x="500519" y="6267435"/>
                </a:lnTo>
                <a:lnTo>
                  <a:pt x="3264621" y="0"/>
                </a:lnTo>
                <a:lnTo>
                  <a:pt x="3214452" y="1661"/>
                </a:lnTo>
                <a:lnTo>
                  <a:pt x="0" y="6267059"/>
                </a:lnTo>
                <a:close/>
              </a:path>
            </a:pathLst>
          </a:custGeom>
          <a:gradFill>
            <a:gsLst>
              <a:gs pos="49000">
                <a:schemeClr val="accent6"/>
              </a:gs>
              <a:gs pos="87000">
                <a:schemeClr val="accent3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526244357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pecial Visual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spiral galaxy in space&#10;&#10;AI-generated content may be incorrect.">
            <a:extLst>
              <a:ext uri="{FF2B5EF4-FFF2-40B4-BE49-F238E27FC236}">
                <a16:creationId xmlns:a16="http://schemas.microsoft.com/office/drawing/2014/main" id="{B4257FEA-E4BB-4184-2551-6E913CF483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-1"/>
            <a:ext cx="12192001" cy="6858001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8BF65B6-1EC6-0050-C338-5991974A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6951CC-9176-5B3E-0EA1-1A8F0BBD046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4013314-73E8-EBCE-C957-B401AB4F5C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12572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2400" b="0" i="0">
                <a:solidFill>
                  <a:schemeClr val="bg1"/>
                </a:solidFill>
                <a:latin typeface="Figtree" pitchFamily="2" charset="0"/>
              </a:defRPr>
            </a:lvl1pPr>
            <a:lvl2pPr marL="742932" indent="-285744">
              <a:buFont typeface="Arial" panose="020B0604020202020204" pitchFamily="34" charset="0"/>
              <a:buChar char="•"/>
              <a:defRPr sz="2400" b="0" i="0">
                <a:solidFill>
                  <a:schemeClr val="bg1"/>
                </a:solidFill>
                <a:latin typeface="Figtree" pitchFamily="2" charset="0"/>
              </a:defRPr>
            </a:lvl2pPr>
            <a:lvl3pPr marL="1200121" indent="-285744">
              <a:buFont typeface="Arial" panose="020B0604020202020204" pitchFamily="34" charset="0"/>
              <a:buChar char="•"/>
              <a:defRPr sz="2400" b="0" i="0">
                <a:solidFill>
                  <a:schemeClr val="bg1"/>
                </a:solidFill>
                <a:latin typeface="Figtree" pitchFamily="2" charset="0"/>
              </a:defRPr>
            </a:lvl3pPr>
            <a:lvl4pPr marL="1657309" indent="-285744">
              <a:buFont typeface="Arial" panose="020B0604020202020204" pitchFamily="34" charset="0"/>
              <a:buChar char="•"/>
              <a:defRPr sz="2400" b="0" i="0">
                <a:solidFill>
                  <a:schemeClr val="bg1"/>
                </a:solidFill>
                <a:latin typeface="Figtree" pitchFamily="2" charset="0"/>
              </a:defRPr>
            </a:lvl4pPr>
            <a:lvl5pPr marL="2114498" indent="-285744">
              <a:buFont typeface="Arial" panose="020B0604020202020204" pitchFamily="34" charset="0"/>
              <a:buChar char="•"/>
              <a:defRPr sz="2400" b="0" i="0">
                <a:solidFill>
                  <a:schemeClr val="bg1"/>
                </a:solidFill>
                <a:latin typeface="Figtree" pitchFamily="2" charset="0"/>
              </a:defRPr>
            </a:lvl5pPr>
          </a:lstStyle>
          <a:p>
            <a:pPr lvl="0"/>
            <a:r>
              <a:rPr lang="en-US" err="1"/>
              <a:t>Click</a:t>
            </a:r>
            <a:r>
              <a:rPr lang="en-US"/>
              <a:t>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 descr="A spiral galaxy in space&#10;&#10;AI-generated content may be incorrect.">
            <a:extLst>
              <a:ext uri="{FF2B5EF4-FFF2-40B4-BE49-F238E27FC236}">
                <a16:creationId xmlns:a16="http://schemas.microsoft.com/office/drawing/2014/main" id="{F4F528CD-1564-4E9D-F195-B07879E800A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1"/>
            <a:ext cx="12192001" cy="6858001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F372B8E0-5DB9-2DD5-1E39-68250E440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9" y="447042"/>
            <a:ext cx="11491993" cy="1169207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>
              <a:lnSpc>
                <a:spcPct val="80000"/>
              </a:lnSpc>
              <a:defRPr sz="4000"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34993823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pecial Visual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ue sky with stars&#10;&#10;AI-generated content may be incorrect.">
            <a:extLst>
              <a:ext uri="{FF2B5EF4-FFF2-40B4-BE49-F238E27FC236}">
                <a16:creationId xmlns:a16="http://schemas.microsoft.com/office/drawing/2014/main" id="{58E6D3C4-DD7C-11D1-CC5C-C7C19C2E03F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65488" cy="6858001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8BF65B6-1EC6-0050-C338-5991974A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6951CC-9176-5B3E-0EA1-1A8F0BBD046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A605919-F812-D6B7-6733-93A21095D6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12572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2400" b="0" i="0">
                <a:solidFill>
                  <a:schemeClr val="bg1"/>
                </a:solidFill>
                <a:latin typeface="Figtree" pitchFamily="2" charset="0"/>
              </a:defRPr>
            </a:lvl1pPr>
            <a:lvl2pPr marL="742932" indent="-285744">
              <a:buFont typeface="Arial" panose="020B0604020202020204" pitchFamily="34" charset="0"/>
              <a:buChar char="•"/>
              <a:defRPr sz="2400" b="0" i="0">
                <a:solidFill>
                  <a:schemeClr val="bg1"/>
                </a:solidFill>
                <a:latin typeface="Figtree" pitchFamily="2" charset="0"/>
              </a:defRPr>
            </a:lvl2pPr>
            <a:lvl3pPr marL="1200121" indent="-285744">
              <a:buFont typeface="Arial" panose="020B0604020202020204" pitchFamily="34" charset="0"/>
              <a:buChar char="•"/>
              <a:defRPr sz="2400" b="0" i="0">
                <a:solidFill>
                  <a:schemeClr val="bg1"/>
                </a:solidFill>
                <a:latin typeface="Figtree" pitchFamily="2" charset="0"/>
              </a:defRPr>
            </a:lvl3pPr>
            <a:lvl4pPr marL="1657309" indent="-285744">
              <a:buFont typeface="Arial" panose="020B0604020202020204" pitchFamily="34" charset="0"/>
              <a:buChar char="•"/>
              <a:defRPr sz="2400" b="0" i="0">
                <a:solidFill>
                  <a:schemeClr val="bg1"/>
                </a:solidFill>
                <a:latin typeface="Figtree" pitchFamily="2" charset="0"/>
              </a:defRPr>
            </a:lvl4pPr>
            <a:lvl5pPr marL="2114498" indent="-285744">
              <a:buFont typeface="Arial" panose="020B0604020202020204" pitchFamily="34" charset="0"/>
              <a:buChar char="•"/>
              <a:defRPr sz="2400" b="0" i="0">
                <a:solidFill>
                  <a:schemeClr val="bg1"/>
                </a:solidFill>
                <a:latin typeface="Figtree" pitchFamily="2" charset="0"/>
              </a:defRPr>
            </a:lvl5pPr>
          </a:lstStyle>
          <a:p>
            <a:pPr lvl="0"/>
            <a:r>
              <a:rPr lang="en-US" err="1"/>
              <a:t>Click</a:t>
            </a:r>
            <a:r>
              <a:rPr lang="en-US"/>
              <a:t>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 descr="A blue sky with stars&#10;&#10;AI-generated content may be incorrect.">
            <a:extLst>
              <a:ext uri="{FF2B5EF4-FFF2-40B4-BE49-F238E27FC236}">
                <a16:creationId xmlns:a16="http://schemas.microsoft.com/office/drawing/2014/main" id="{1E061CFA-FF0E-F37B-7C9F-811BE25715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"/>
            <a:ext cx="12165488" cy="6858001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F73CF796-DC11-7A9D-1EDA-BA7F5D2B9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9" y="447042"/>
            <a:ext cx="11491993" cy="1169207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>
              <a:lnSpc>
                <a:spcPct val="80000"/>
              </a:lnSpc>
              <a:defRPr sz="4000"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97004914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pecial Visual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n astronaut floating in space&#10;&#10;AI-generated content may be incorrect.">
            <a:extLst>
              <a:ext uri="{FF2B5EF4-FFF2-40B4-BE49-F238E27FC236}">
                <a16:creationId xmlns:a16="http://schemas.microsoft.com/office/drawing/2014/main" id="{9DA1DE89-B1B4-0B78-BA7D-98605CF2B49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229484" y="1"/>
            <a:ext cx="6962517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7938C98-750F-B989-E8A2-47D33F5F8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689" y="457200"/>
            <a:ext cx="4602999" cy="1600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4000"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2D103-5877-6749-18AE-0555B8B45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688" y="2425491"/>
            <a:ext cx="4602997" cy="33321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Figtree" pitchFamily="2" charset="0"/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8BF65B6-1EC6-0050-C338-5991974A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6951CC-9176-5B3E-0EA1-1A8F0BBD046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465925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pecial Visual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ue planet with a bright light&#10;&#10;AI-generated content may be incorrect.">
            <a:extLst>
              <a:ext uri="{FF2B5EF4-FFF2-40B4-BE49-F238E27FC236}">
                <a16:creationId xmlns:a16="http://schemas.microsoft.com/office/drawing/2014/main" id="{5928C9F9-2416-28F6-1432-DDAFD45C885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17712" y="-1"/>
            <a:ext cx="6874288" cy="685335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7938C98-750F-B989-E8A2-47D33F5F8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689" y="457200"/>
            <a:ext cx="4602999" cy="1600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4000"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2D103-5877-6749-18AE-0555B8B45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688" y="2425491"/>
            <a:ext cx="4602997" cy="33321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Figtree" pitchFamily="2" charset="0"/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8BF65B6-1EC6-0050-C338-5991974A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6951CC-9176-5B3E-0EA1-1A8F0BBD046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049507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A1374A-4FD1-F1A4-3B49-EFD13560F1C3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F8F2ECD-EA50-2550-0B02-4B2C95344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53AC61-82C3-E5FF-66C1-161CB2EFC3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B091CAAF-7201-F093-551D-F03CEB9F5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9" y="447042"/>
            <a:ext cx="11491993" cy="1169207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>
              <a:lnSpc>
                <a:spcPct val="80000"/>
              </a:lnSpc>
              <a:defRPr sz="4000"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72946811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ull Quote Blue">
    <p:bg>
      <p:bgPr>
        <a:gradFill>
          <a:gsLst>
            <a:gs pos="0">
              <a:schemeClr val="accent2"/>
            </a:gs>
            <a:gs pos="54000">
              <a:schemeClr val="tx2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863F30FA-505B-32FE-61E1-90E76DE729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97661" y="456717"/>
            <a:ext cx="6294340" cy="6401284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9338CB-4134-07F0-A6E3-3EF2DA35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828924" y="2206256"/>
            <a:ext cx="6942397" cy="24454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3600" b="0" i="0">
                <a:solidFill>
                  <a:schemeClr val="bg1"/>
                </a:solidFill>
                <a:latin typeface="Figtree Light" pitchFamily="2" charset="0"/>
              </a:defRPr>
            </a:lvl1pPr>
            <a:lvl2pPr marL="457189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2pPr>
            <a:lvl3pPr marL="914377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3pPr>
            <a:lvl4pPr marL="1371566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4pPr>
            <a:lvl5pPr marL="1828754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5pPr>
          </a:lstStyle>
          <a:p>
            <a:pPr lvl="0"/>
            <a:r>
              <a:rPr lang="en-US"/>
              <a:t>This is a pull-quote placeholder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946C71-CFFD-7494-173E-E1849C44E80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1930" y="1831754"/>
            <a:ext cx="1348751" cy="1039037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F502D63-98F2-0192-9694-5687D8D05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0622538-DB89-0185-9E98-C8D31813769B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F0FF596D-CC26-E4B0-EC5C-182E1E7E40D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123072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ull Quote Plum">
    <p:bg>
      <p:bgPr>
        <a:gradFill>
          <a:gsLst>
            <a:gs pos="0">
              <a:schemeClr val="accent2"/>
            </a:gs>
            <a:gs pos="54000">
              <a:schemeClr val="accent3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863F30FA-505B-32FE-61E1-90E76DE729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97661" y="456717"/>
            <a:ext cx="6294340" cy="6401284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9338CB-4134-07F0-A6E3-3EF2DA35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828924" y="2206256"/>
            <a:ext cx="6942397" cy="24454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3600" b="0" i="0">
                <a:solidFill>
                  <a:schemeClr val="bg1"/>
                </a:solidFill>
                <a:latin typeface="Figtree Light" pitchFamily="2" charset="0"/>
              </a:defRPr>
            </a:lvl1pPr>
            <a:lvl2pPr marL="457189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2pPr>
            <a:lvl3pPr marL="914377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3pPr>
            <a:lvl4pPr marL="1371566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4pPr>
            <a:lvl5pPr marL="1828754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5pPr>
          </a:lstStyle>
          <a:p>
            <a:pPr lvl="0"/>
            <a:r>
              <a:rPr lang="en-US"/>
              <a:t>This is a pull-quote placeholder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946C71-CFFD-7494-173E-E1849C44E80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1930" y="1831754"/>
            <a:ext cx="1348751" cy="1039037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E1CE688-D74E-8D3C-C8FB-273D20447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56F17F2-AAEF-FEEE-FEB8-8DF375D781F2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BE6E5B02-D478-7B84-9936-C8A086849FB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607969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ull Quote Gold">
    <p:bg>
      <p:bgPr>
        <a:gradFill>
          <a:gsLst>
            <a:gs pos="0">
              <a:schemeClr val="accent6"/>
            </a:gs>
            <a:gs pos="54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863F30FA-505B-32FE-61E1-90E76DE729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97661" y="456717"/>
            <a:ext cx="6294340" cy="6401284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9338CB-4134-07F0-A6E3-3EF2DA35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828924" y="2206256"/>
            <a:ext cx="6942397" cy="24454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3600" b="0" i="0">
                <a:solidFill>
                  <a:schemeClr val="bg1"/>
                </a:solidFill>
                <a:latin typeface="Figtree Light" pitchFamily="2" charset="0"/>
              </a:defRPr>
            </a:lvl1pPr>
            <a:lvl2pPr marL="457189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2pPr>
            <a:lvl3pPr marL="914377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3pPr>
            <a:lvl4pPr marL="1371566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4pPr>
            <a:lvl5pPr marL="1828754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5pPr>
          </a:lstStyle>
          <a:p>
            <a:pPr lvl="0"/>
            <a:r>
              <a:rPr lang="en-US"/>
              <a:t>This is a pull-quote placeholder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946C71-CFFD-7494-173E-E1849C44E80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1930" y="1831754"/>
            <a:ext cx="1348751" cy="1039037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EFF9B6A-2657-DE51-519D-1E20B3FDA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AD89207-345D-F496-AF0B-592807269139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07A89A59-A76B-D96F-9CE2-1086D4C06B3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100661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ull Quote Green">
    <p:bg>
      <p:bgPr>
        <a:gradFill>
          <a:gsLst>
            <a:gs pos="0">
              <a:schemeClr val="accent2"/>
            </a:gs>
            <a:gs pos="54000">
              <a:schemeClr val="accent5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863F30FA-505B-32FE-61E1-90E76DE729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97661" y="456717"/>
            <a:ext cx="6294340" cy="6401284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9338CB-4134-07F0-A6E3-3EF2DA35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828924" y="2206256"/>
            <a:ext cx="6942397" cy="24454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3600" b="0" i="0">
                <a:solidFill>
                  <a:schemeClr val="bg1"/>
                </a:solidFill>
                <a:latin typeface="Figtree Light" pitchFamily="2" charset="0"/>
              </a:defRPr>
            </a:lvl1pPr>
            <a:lvl2pPr marL="457189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2pPr>
            <a:lvl3pPr marL="914377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3pPr>
            <a:lvl4pPr marL="1371566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4pPr>
            <a:lvl5pPr marL="1828754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5pPr>
          </a:lstStyle>
          <a:p>
            <a:pPr lvl="0"/>
            <a:r>
              <a:rPr lang="en-US"/>
              <a:t>This is a pull-quote placeholder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946C71-CFFD-7494-173E-E1849C44E80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1930" y="1831754"/>
            <a:ext cx="1348751" cy="1039037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507A87D-5CC5-BF86-C0AA-3E1DDCEA1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6BBC947-4C17-284C-CC69-494D42DEE5CC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87BA6484-6E55-DD5F-9E5D-1E9FEF47CF2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722043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ull Quote Orange">
    <p:bg>
      <p:bgPr>
        <a:gradFill>
          <a:gsLst>
            <a:gs pos="0">
              <a:schemeClr val="accent3"/>
            </a:gs>
            <a:gs pos="54000">
              <a:schemeClr val="accent6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863F30FA-505B-32FE-61E1-90E76DE729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97661" y="456717"/>
            <a:ext cx="6294340" cy="6401284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9338CB-4134-07F0-A6E3-3EF2DA35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828924" y="2206256"/>
            <a:ext cx="6942397" cy="24454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3600" b="0" i="0">
                <a:solidFill>
                  <a:schemeClr val="bg1"/>
                </a:solidFill>
                <a:latin typeface="Figtree Light" pitchFamily="2" charset="0"/>
              </a:defRPr>
            </a:lvl1pPr>
            <a:lvl2pPr marL="457189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2pPr>
            <a:lvl3pPr marL="914377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3pPr>
            <a:lvl4pPr marL="1371566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4pPr>
            <a:lvl5pPr marL="1828754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5pPr>
          </a:lstStyle>
          <a:p>
            <a:pPr lvl="0"/>
            <a:r>
              <a:rPr lang="en-US"/>
              <a:t>This is a pull-quote placeholder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946C71-CFFD-7494-173E-E1849C44E80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1930" y="1831754"/>
            <a:ext cx="1348751" cy="1039037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260A482-67B1-88FD-50A7-98D6A2DC1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7334E67-BF46-822A-CDA7-B19153C5567B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97922417-E2C6-1B89-E477-CE2A211BCE6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044239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CDF5FA7B-72FB-B64A-A69A-D4755A18580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32"/>
          <a:stretch/>
        </p:blipFill>
        <p:spPr>
          <a:xfrm>
            <a:off x="5897661" y="1502251"/>
            <a:ext cx="6294340" cy="534866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3389C-B1D7-C694-57D5-6C711FC198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12572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800" b="0" i="0">
                <a:solidFill>
                  <a:schemeClr val="tx2"/>
                </a:solidFill>
                <a:latin typeface="Figtree" pitchFamily="2" charset="0"/>
              </a:defRPr>
            </a:lvl1pPr>
            <a:lvl2pPr marL="742932" indent="-285744">
              <a:buFont typeface="Arial" panose="020B0604020202020204" pitchFamily="34" charset="0"/>
              <a:buChar char="•"/>
              <a:defRPr sz="1800" b="0" i="0">
                <a:solidFill>
                  <a:schemeClr val="tx2"/>
                </a:solidFill>
                <a:latin typeface="Figtree" pitchFamily="2" charset="0"/>
              </a:defRPr>
            </a:lvl2pPr>
            <a:lvl3pPr marL="1200121" indent="-285744">
              <a:buFont typeface="Arial" panose="020B0604020202020204" pitchFamily="34" charset="0"/>
              <a:buChar char="•"/>
              <a:defRPr sz="1800" b="0" i="0">
                <a:solidFill>
                  <a:schemeClr val="tx2"/>
                </a:solidFill>
                <a:latin typeface="Figtree" pitchFamily="2" charset="0"/>
              </a:defRPr>
            </a:lvl3pPr>
            <a:lvl4pPr marL="1657309" indent="-285744">
              <a:buFont typeface="Arial" panose="020B0604020202020204" pitchFamily="34" charset="0"/>
              <a:buChar char="•"/>
              <a:defRPr sz="1800" b="0" i="0">
                <a:solidFill>
                  <a:schemeClr val="tx2"/>
                </a:solidFill>
                <a:latin typeface="Figtree" pitchFamily="2" charset="0"/>
              </a:defRPr>
            </a:lvl4pPr>
            <a:lvl5pPr marL="2114498" indent="-285744">
              <a:buFont typeface="Arial" panose="020B0604020202020204" pitchFamily="34" charset="0"/>
              <a:buChar char="•"/>
              <a:defRPr sz="1800" b="0" i="0">
                <a:solidFill>
                  <a:schemeClr val="tx2"/>
                </a:solidFill>
                <a:latin typeface="Figtree" pitchFamily="2" charset="0"/>
              </a:defRPr>
            </a:lvl5pPr>
          </a:lstStyle>
          <a:p>
            <a:pPr lvl="0"/>
            <a:r>
              <a:rPr lang="en-US" err="1"/>
              <a:t>Click</a:t>
            </a:r>
            <a:r>
              <a:rPr lang="en-US"/>
              <a:t>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C3EAA-1CA5-FCD9-354C-BC491AF39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27D6499-7F82-8950-61E9-B99B5A5DBC7B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A blue and black logo&#10;&#10;AI-generated content may be incorrect.">
            <a:extLst>
              <a:ext uri="{FF2B5EF4-FFF2-40B4-BE49-F238E27FC236}">
                <a16:creationId xmlns:a16="http://schemas.microsoft.com/office/drawing/2014/main" id="{94F72188-A0A9-5F3A-CF20-6B8F5FE585F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597" y="6437961"/>
            <a:ext cx="857523" cy="243268"/>
          </a:xfrm>
          <a:prstGeom prst="rect">
            <a:avLst/>
          </a:prstGeom>
        </p:spPr>
      </p:pic>
      <p:sp>
        <p:nvSpPr>
          <p:cNvPr id="21" name="Title 1">
            <a:extLst>
              <a:ext uri="{FF2B5EF4-FFF2-40B4-BE49-F238E27FC236}">
                <a16:creationId xmlns:a16="http://schemas.microsoft.com/office/drawing/2014/main" id="{DD612E32-8B24-CFBA-FD04-7AFAC14F7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9" y="447042"/>
            <a:ext cx="11491993" cy="1169207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>
              <a:lnSpc>
                <a:spcPct val="80000"/>
              </a:lnSpc>
              <a:defRPr sz="4000"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47064828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+ Imag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77975A2F-3139-064B-C4DB-834F5B6D5E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00658" y="1"/>
            <a:ext cx="6891343" cy="6868952"/>
          </a:xfrm>
          <a:custGeom>
            <a:avLst/>
            <a:gdLst>
              <a:gd name="connsiteX0" fmla="*/ 2766197 w 6558116"/>
              <a:gd name="connsiteY0" fmla="*/ 0 h 6276807"/>
              <a:gd name="connsiteX1" fmla="*/ 6558116 w 6558116"/>
              <a:gd name="connsiteY1" fmla="*/ 0 h 6276807"/>
              <a:gd name="connsiteX2" fmla="*/ 6558116 w 6558116"/>
              <a:gd name="connsiteY2" fmla="*/ 6276807 h 6276807"/>
              <a:gd name="connsiteX3" fmla="*/ 0 w 6558116"/>
              <a:gd name="connsiteY3" fmla="*/ 6276807 h 6276807"/>
              <a:gd name="connsiteX4" fmla="*/ 0 w 6558116"/>
              <a:gd name="connsiteY4" fmla="*/ 6276241 h 6276807"/>
              <a:gd name="connsiteX0" fmla="*/ 3043116 w 6835035"/>
              <a:gd name="connsiteY0" fmla="*/ 0 h 6276807"/>
              <a:gd name="connsiteX1" fmla="*/ 6835035 w 6835035"/>
              <a:gd name="connsiteY1" fmla="*/ 0 h 6276807"/>
              <a:gd name="connsiteX2" fmla="*/ 6835035 w 6835035"/>
              <a:gd name="connsiteY2" fmla="*/ 6276807 h 6276807"/>
              <a:gd name="connsiteX3" fmla="*/ 276919 w 6835035"/>
              <a:gd name="connsiteY3" fmla="*/ 6276807 h 6276807"/>
              <a:gd name="connsiteX4" fmla="*/ 0 w 6835035"/>
              <a:gd name="connsiteY4" fmla="*/ 6244460 h 6276807"/>
              <a:gd name="connsiteX5" fmla="*/ 3043116 w 6835035"/>
              <a:gd name="connsiteY5" fmla="*/ 0 h 6276807"/>
              <a:gd name="connsiteX0" fmla="*/ 3077731 w 6869650"/>
              <a:gd name="connsiteY0" fmla="*/ 0 h 6286835"/>
              <a:gd name="connsiteX1" fmla="*/ 6869650 w 6869650"/>
              <a:gd name="connsiteY1" fmla="*/ 0 h 6286835"/>
              <a:gd name="connsiteX2" fmla="*/ 6869650 w 6869650"/>
              <a:gd name="connsiteY2" fmla="*/ 6276807 h 6286835"/>
              <a:gd name="connsiteX3" fmla="*/ 311534 w 6869650"/>
              <a:gd name="connsiteY3" fmla="*/ 6276807 h 6286835"/>
              <a:gd name="connsiteX4" fmla="*/ 0 w 6869650"/>
              <a:gd name="connsiteY4" fmla="*/ 6286835 h 6286835"/>
              <a:gd name="connsiteX5" fmla="*/ 3077731 w 6869650"/>
              <a:gd name="connsiteY5" fmla="*/ 0 h 6286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69650" h="6286835">
                <a:moveTo>
                  <a:pt x="3077731" y="0"/>
                </a:moveTo>
                <a:lnTo>
                  <a:pt x="6869650" y="0"/>
                </a:lnTo>
                <a:lnTo>
                  <a:pt x="6869650" y="6276807"/>
                </a:lnTo>
                <a:lnTo>
                  <a:pt x="311534" y="6276807"/>
                </a:lnTo>
                <a:lnTo>
                  <a:pt x="0" y="6286835"/>
                </a:lnTo>
                <a:cubicBezTo>
                  <a:pt x="922066" y="4194755"/>
                  <a:pt x="2155665" y="2092080"/>
                  <a:pt x="3077731" y="0"/>
                </a:cubicBezTo>
                <a:close/>
              </a:path>
            </a:pathLst>
          </a:custGeom>
          <a:pattFill prst="weave">
            <a:fgClr>
              <a:schemeClr val="bg2"/>
            </a:fgClr>
            <a:bgClr>
              <a:schemeClr val="bg1"/>
            </a:bgClr>
          </a:pattFill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Figtree Medium" pitchFamily="2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938C98-750F-B989-E8A2-47D33F5F8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689" y="457200"/>
            <a:ext cx="4602999" cy="1600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4000" b="1" i="0">
                <a:solidFill>
                  <a:schemeClr val="accent2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2D103-5877-6749-18AE-0555B8B45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688" y="2425491"/>
            <a:ext cx="4602997" cy="33321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Figtree" pitchFamily="2" charset="0"/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9B28ACF-39D2-C671-C9B4-9D48311B4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blue and black logo&#10;&#10;AI-generated content may be incorrect.">
            <a:extLst>
              <a:ext uri="{FF2B5EF4-FFF2-40B4-BE49-F238E27FC236}">
                <a16:creationId xmlns:a16="http://schemas.microsoft.com/office/drawing/2014/main" id="{FB6BC089-6024-60CC-51A6-E270462E81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597" y="6437961"/>
            <a:ext cx="857523" cy="243268"/>
          </a:xfrm>
          <a:prstGeom prst="rect">
            <a:avLst/>
          </a:prstGeom>
        </p:spPr>
      </p:pic>
      <p:sp>
        <p:nvSpPr>
          <p:cNvPr id="17" name="Freeform 16">
            <a:extLst>
              <a:ext uri="{FF2B5EF4-FFF2-40B4-BE49-F238E27FC236}">
                <a16:creationId xmlns:a16="http://schemas.microsoft.com/office/drawing/2014/main" id="{43C4FB2F-E7D0-EBC7-4DDB-6CC86298818F}"/>
              </a:ext>
            </a:extLst>
          </p:cNvPr>
          <p:cNvSpPr/>
          <p:nvPr userDrawn="1"/>
        </p:nvSpPr>
        <p:spPr>
          <a:xfrm>
            <a:off x="4809511" y="-5"/>
            <a:ext cx="3605100" cy="6858005"/>
          </a:xfrm>
          <a:custGeom>
            <a:avLst/>
            <a:gdLst>
              <a:gd name="connsiteX0" fmla="*/ 0 w 3200400"/>
              <a:gd name="connsiteY0" fmla="*/ 6276813 h 6276813"/>
              <a:gd name="connsiteX1" fmla="*/ 891153 w 3200400"/>
              <a:gd name="connsiteY1" fmla="*/ 6276813 h 6276813"/>
              <a:gd name="connsiteX2" fmla="*/ 3200400 w 3200400"/>
              <a:gd name="connsiteY2" fmla="*/ 0 h 6276813"/>
              <a:gd name="connsiteX3" fmla="*/ 3115159 w 3200400"/>
              <a:gd name="connsiteY3" fmla="*/ 0 h 6276813"/>
              <a:gd name="connsiteX4" fmla="*/ 0 w 3200400"/>
              <a:gd name="connsiteY4" fmla="*/ 6276813 h 6276813"/>
              <a:gd name="connsiteX0" fmla="*/ 0 w 3254644"/>
              <a:gd name="connsiteY0" fmla="*/ 6284563 h 6284563"/>
              <a:gd name="connsiteX1" fmla="*/ 945397 w 3254644"/>
              <a:gd name="connsiteY1" fmla="*/ 6276813 h 6284563"/>
              <a:gd name="connsiteX2" fmla="*/ 3254644 w 3254644"/>
              <a:gd name="connsiteY2" fmla="*/ 0 h 6284563"/>
              <a:gd name="connsiteX3" fmla="*/ 3169403 w 3254644"/>
              <a:gd name="connsiteY3" fmla="*/ 0 h 6284563"/>
              <a:gd name="connsiteX4" fmla="*/ 0 w 3254644"/>
              <a:gd name="connsiteY4" fmla="*/ 6284563 h 6284563"/>
              <a:gd name="connsiteX0" fmla="*/ 0 w 3285640"/>
              <a:gd name="connsiteY0" fmla="*/ 6284563 h 6284563"/>
              <a:gd name="connsiteX1" fmla="*/ 976393 w 3285640"/>
              <a:gd name="connsiteY1" fmla="*/ 6276813 h 6284563"/>
              <a:gd name="connsiteX2" fmla="*/ 3285640 w 3285640"/>
              <a:gd name="connsiteY2" fmla="*/ 0 h 6284563"/>
              <a:gd name="connsiteX3" fmla="*/ 3200399 w 3285640"/>
              <a:gd name="connsiteY3" fmla="*/ 0 h 6284563"/>
              <a:gd name="connsiteX4" fmla="*/ 0 w 3285640"/>
              <a:gd name="connsiteY4" fmla="*/ 6284563 h 6284563"/>
              <a:gd name="connsiteX0" fmla="*/ 0 w 2812941"/>
              <a:gd name="connsiteY0" fmla="*/ 6292312 h 6292312"/>
              <a:gd name="connsiteX1" fmla="*/ 503694 w 2812941"/>
              <a:gd name="connsiteY1" fmla="*/ 6276813 h 6292312"/>
              <a:gd name="connsiteX2" fmla="*/ 2812941 w 2812941"/>
              <a:gd name="connsiteY2" fmla="*/ 0 h 6292312"/>
              <a:gd name="connsiteX3" fmla="*/ 2727700 w 2812941"/>
              <a:gd name="connsiteY3" fmla="*/ 0 h 6292312"/>
              <a:gd name="connsiteX4" fmla="*/ 0 w 2812941"/>
              <a:gd name="connsiteY4" fmla="*/ 6292312 h 6292312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24525 w 2809766"/>
              <a:gd name="connsiteY3" fmla="*/ 0 h 6276813"/>
              <a:gd name="connsiteX4" fmla="*/ 0 w 2809766"/>
              <a:gd name="connsiteY4" fmla="*/ 6276437 h 6276813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68975 w 2809766"/>
              <a:gd name="connsiteY3" fmla="*/ 6350 h 6276813"/>
              <a:gd name="connsiteX4" fmla="*/ 0 w 2809766"/>
              <a:gd name="connsiteY4" fmla="*/ 6276437 h 6276813"/>
              <a:gd name="connsiteX0" fmla="*/ 0 w 3264621"/>
              <a:gd name="connsiteY0" fmla="*/ 6270087 h 6270463"/>
              <a:gd name="connsiteX1" fmla="*/ 500519 w 3264621"/>
              <a:gd name="connsiteY1" fmla="*/ 6270463 h 6270463"/>
              <a:gd name="connsiteX2" fmla="*/ 3264621 w 3264621"/>
              <a:gd name="connsiteY2" fmla="*/ 3028 h 6270463"/>
              <a:gd name="connsiteX3" fmla="*/ 2768975 w 3264621"/>
              <a:gd name="connsiteY3" fmla="*/ 0 h 6270463"/>
              <a:gd name="connsiteX4" fmla="*/ 0 w 3264621"/>
              <a:gd name="connsiteY4" fmla="*/ 6270087 h 6270463"/>
              <a:gd name="connsiteX0" fmla="*/ 0 w 3264621"/>
              <a:gd name="connsiteY0" fmla="*/ 6267059 h 6267435"/>
              <a:gd name="connsiteX1" fmla="*/ 500519 w 3264621"/>
              <a:gd name="connsiteY1" fmla="*/ 6267435 h 6267435"/>
              <a:gd name="connsiteX2" fmla="*/ 3264621 w 3264621"/>
              <a:gd name="connsiteY2" fmla="*/ 0 h 6267435"/>
              <a:gd name="connsiteX3" fmla="*/ 3214452 w 3264621"/>
              <a:gd name="connsiteY3" fmla="*/ 1661 h 6267435"/>
              <a:gd name="connsiteX4" fmla="*/ 0 w 3264621"/>
              <a:gd name="connsiteY4" fmla="*/ 6267059 h 626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4621" h="6267435">
                <a:moveTo>
                  <a:pt x="0" y="6267059"/>
                </a:moveTo>
                <a:lnTo>
                  <a:pt x="500519" y="6267435"/>
                </a:lnTo>
                <a:lnTo>
                  <a:pt x="3264621" y="0"/>
                </a:lnTo>
                <a:lnTo>
                  <a:pt x="3214452" y="1661"/>
                </a:lnTo>
                <a:lnTo>
                  <a:pt x="0" y="6267059"/>
                </a:lnTo>
                <a:close/>
              </a:path>
            </a:pathLst>
          </a:custGeom>
          <a:gradFill>
            <a:gsLst>
              <a:gs pos="49000">
                <a:schemeClr val="accent2"/>
              </a:gs>
              <a:gs pos="90000">
                <a:schemeClr val="tx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91331516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+ Image Pl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B69C6E8A-1D0A-512B-A944-81B2539A1E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00658" y="1"/>
            <a:ext cx="6891343" cy="6868952"/>
          </a:xfrm>
          <a:custGeom>
            <a:avLst/>
            <a:gdLst>
              <a:gd name="connsiteX0" fmla="*/ 2766197 w 6558116"/>
              <a:gd name="connsiteY0" fmla="*/ 0 h 6276807"/>
              <a:gd name="connsiteX1" fmla="*/ 6558116 w 6558116"/>
              <a:gd name="connsiteY1" fmla="*/ 0 h 6276807"/>
              <a:gd name="connsiteX2" fmla="*/ 6558116 w 6558116"/>
              <a:gd name="connsiteY2" fmla="*/ 6276807 h 6276807"/>
              <a:gd name="connsiteX3" fmla="*/ 0 w 6558116"/>
              <a:gd name="connsiteY3" fmla="*/ 6276807 h 6276807"/>
              <a:gd name="connsiteX4" fmla="*/ 0 w 6558116"/>
              <a:gd name="connsiteY4" fmla="*/ 6276241 h 6276807"/>
              <a:gd name="connsiteX0" fmla="*/ 3043116 w 6835035"/>
              <a:gd name="connsiteY0" fmla="*/ 0 h 6276807"/>
              <a:gd name="connsiteX1" fmla="*/ 6835035 w 6835035"/>
              <a:gd name="connsiteY1" fmla="*/ 0 h 6276807"/>
              <a:gd name="connsiteX2" fmla="*/ 6835035 w 6835035"/>
              <a:gd name="connsiteY2" fmla="*/ 6276807 h 6276807"/>
              <a:gd name="connsiteX3" fmla="*/ 276919 w 6835035"/>
              <a:gd name="connsiteY3" fmla="*/ 6276807 h 6276807"/>
              <a:gd name="connsiteX4" fmla="*/ 0 w 6835035"/>
              <a:gd name="connsiteY4" fmla="*/ 6244460 h 6276807"/>
              <a:gd name="connsiteX5" fmla="*/ 3043116 w 6835035"/>
              <a:gd name="connsiteY5" fmla="*/ 0 h 6276807"/>
              <a:gd name="connsiteX0" fmla="*/ 3077731 w 6869650"/>
              <a:gd name="connsiteY0" fmla="*/ 0 h 6286835"/>
              <a:gd name="connsiteX1" fmla="*/ 6869650 w 6869650"/>
              <a:gd name="connsiteY1" fmla="*/ 0 h 6286835"/>
              <a:gd name="connsiteX2" fmla="*/ 6869650 w 6869650"/>
              <a:gd name="connsiteY2" fmla="*/ 6276807 h 6286835"/>
              <a:gd name="connsiteX3" fmla="*/ 311534 w 6869650"/>
              <a:gd name="connsiteY3" fmla="*/ 6276807 h 6286835"/>
              <a:gd name="connsiteX4" fmla="*/ 0 w 6869650"/>
              <a:gd name="connsiteY4" fmla="*/ 6286835 h 6286835"/>
              <a:gd name="connsiteX5" fmla="*/ 3077731 w 6869650"/>
              <a:gd name="connsiteY5" fmla="*/ 0 h 6286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69650" h="6286835">
                <a:moveTo>
                  <a:pt x="3077731" y="0"/>
                </a:moveTo>
                <a:lnTo>
                  <a:pt x="6869650" y="0"/>
                </a:lnTo>
                <a:lnTo>
                  <a:pt x="6869650" y="6276807"/>
                </a:lnTo>
                <a:lnTo>
                  <a:pt x="311534" y="6276807"/>
                </a:lnTo>
                <a:lnTo>
                  <a:pt x="0" y="6286835"/>
                </a:lnTo>
                <a:cubicBezTo>
                  <a:pt x="922066" y="4194755"/>
                  <a:pt x="2155665" y="2092080"/>
                  <a:pt x="3077731" y="0"/>
                </a:cubicBezTo>
                <a:close/>
              </a:path>
            </a:pathLst>
          </a:custGeom>
          <a:pattFill prst="weave">
            <a:fgClr>
              <a:schemeClr val="bg2"/>
            </a:fgClr>
            <a:bgClr>
              <a:schemeClr val="bg1"/>
            </a:bgClr>
          </a:pattFill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Figtree Medium" pitchFamily="2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938C98-750F-B989-E8A2-47D33F5F8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689" y="457200"/>
            <a:ext cx="4602999" cy="1600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4000" b="1" i="0">
                <a:solidFill>
                  <a:schemeClr val="accent2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2D103-5877-6749-18AE-0555B8B45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688" y="2425491"/>
            <a:ext cx="4602997" cy="33321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Figtree" pitchFamily="2" charset="0"/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9B28ACF-39D2-C671-C9B4-9D48311B4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blue and black logo&#10;&#10;AI-generated content may be incorrect.">
            <a:extLst>
              <a:ext uri="{FF2B5EF4-FFF2-40B4-BE49-F238E27FC236}">
                <a16:creationId xmlns:a16="http://schemas.microsoft.com/office/drawing/2014/main" id="{FB6BC089-6024-60CC-51A6-E270462E81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597" y="6437961"/>
            <a:ext cx="857523" cy="243268"/>
          </a:xfrm>
          <a:prstGeom prst="rect">
            <a:avLst/>
          </a:prstGeom>
        </p:spPr>
      </p:pic>
      <p:sp>
        <p:nvSpPr>
          <p:cNvPr id="3" name="Freeform 2">
            <a:extLst>
              <a:ext uri="{FF2B5EF4-FFF2-40B4-BE49-F238E27FC236}">
                <a16:creationId xmlns:a16="http://schemas.microsoft.com/office/drawing/2014/main" id="{63078809-296D-371D-64D3-36C8022650B2}"/>
              </a:ext>
            </a:extLst>
          </p:cNvPr>
          <p:cNvSpPr/>
          <p:nvPr userDrawn="1"/>
        </p:nvSpPr>
        <p:spPr>
          <a:xfrm>
            <a:off x="4847710" y="-5"/>
            <a:ext cx="3566903" cy="6858001"/>
          </a:xfrm>
          <a:custGeom>
            <a:avLst/>
            <a:gdLst>
              <a:gd name="connsiteX0" fmla="*/ 0 w 3200400"/>
              <a:gd name="connsiteY0" fmla="*/ 6276813 h 6276813"/>
              <a:gd name="connsiteX1" fmla="*/ 891153 w 3200400"/>
              <a:gd name="connsiteY1" fmla="*/ 6276813 h 6276813"/>
              <a:gd name="connsiteX2" fmla="*/ 3200400 w 3200400"/>
              <a:gd name="connsiteY2" fmla="*/ 0 h 6276813"/>
              <a:gd name="connsiteX3" fmla="*/ 3115159 w 3200400"/>
              <a:gd name="connsiteY3" fmla="*/ 0 h 6276813"/>
              <a:gd name="connsiteX4" fmla="*/ 0 w 3200400"/>
              <a:gd name="connsiteY4" fmla="*/ 6276813 h 6276813"/>
              <a:gd name="connsiteX0" fmla="*/ 0 w 3254644"/>
              <a:gd name="connsiteY0" fmla="*/ 6284563 h 6284563"/>
              <a:gd name="connsiteX1" fmla="*/ 945397 w 3254644"/>
              <a:gd name="connsiteY1" fmla="*/ 6276813 h 6284563"/>
              <a:gd name="connsiteX2" fmla="*/ 3254644 w 3254644"/>
              <a:gd name="connsiteY2" fmla="*/ 0 h 6284563"/>
              <a:gd name="connsiteX3" fmla="*/ 3169403 w 3254644"/>
              <a:gd name="connsiteY3" fmla="*/ 0 h 6284563"/>
              <a:gd name="connsiteX4" fmla="*/ 0 w 3254644"/>
              <a:gd name="connsiteY4" fmla="*/ 6284563 h 6284563"/>
              <a:gd name="connsiteX0" fmla="*/ 0 w 3285640"/>
              <a:gd name="connsiteY0" fmla="*/ 6284563 h 6284563"/>
              <a:gd name="connsiteX1" fmla="*/ 976393 w 3285640"/>
              <a:gd name="connsiteY1" fmla="*/ 6276813 h 6284563"/>
              <a:gd name="connsiteX2" fmla="*/ 3285640 w 3285640"/>
              <a:gd name="connsiteY2" fmla="*/ 0 h 6284563"/>
              <a:gd name="connsiteX3" fmla="*/ 3200399 w 3285640"/>
              <a:gd name="connsiteY3" fmla="*/ 0 h 6284563"/>
              <a:gd name="connsiteX4" fmla="*/ 0 w 3285640"/>
              <a:gd name="connsiteY4" fmla="*/ 6284563 h 6284563"/>
              <a:gd name="connsiteX0" fmla="*/ 0 w 2812941"/>
              <a:gd name="connsiteY0" fmla="*/ 6292312 h 6292312"/>
              <a:gd name="connsiteX1" fmla="*/ 503694 w 2812941"/>
              <a:gd name="connsiteY1" fmla="*/ 6276813 h 6292312"/>
              <a:gd name="connsiteX2" fmla="*/ 2812941 w 2812941"/>
              <a:gd name="connsiteY2" fmla="*/ 0 h 6292312"/>
              <a:gd name="connsiteX3" fmla="*/ 2727700 w 2812941"/>
              <a:gd name="connsiteY3" fmla="*/ 0 h 6292312"/>
              <a:gd name="connsiteX4" fmla="*/ 0 w 2812941"/>
              <a:gd name="connsiteY4" fmla="*/ 6292312 h 6292312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24525 w 2809766"/>
              <a:gd name="connsiteY3" fmla="*/ 0 h 6276813"/>
              <a:gd name="connsiteX4" fmla="*/ 0 w 2809766"/>
              <a:gd name="connsiteY4" fmla="*/ 6276437 h 6276813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68975 w 2809766"/>
              <a:gd name="connsiteY3" fmla="*/ 6350 h 6276813"/>
              <a:gd name="connsiteX4" fmla="*/ 0 w 2809766"/>
              <a:gd name="connsiteY4" fmla="*/ 6276437 h 6276813"/>
              <a:gd name="connsiteX0" fmla="*/ 0 w 3264621"/>
              <a:gd name="connsiteY0" fmla="*/ 6270087 h 6270463"/>
              <a:gd name="connsiteX1" fmla="*/ 500519 w 3264621"/>
              <a:gd name="connsiteY1" fmla="*/ 6270463 h 6270463"/>
              <a:gd name="connsiteX2" fmla="*/ 3264621 w 3264621"/>
              <a:gd name="connsiteY2" fmla="*/ 3028 h 6270463"/>
              <a:gd name="connsiteX3" fmla="*/ 2768975 w 3264621"/>
              <a:gd name="connsiteY3" fmla="*/ 0 h 6270463"/>
              <a:gd name="connsiteX4" fmla="*/ 0 w 3264621"/>
              <a:gd name="connsiteY4" fmla="*/ 6270087 h 6270463"/>
              <a:gd name="connsiteX0" fmla="*/ 0 w 3264621"/>
              <a:gd name="connsiteY0" fmla="*/ 6267059 h 6267435"/>
              <a:gd name="connsiteX1" fmla="*/ 500519 w 3264621"/>
              <a:gd name="connsiteY1" fmla="*/ 6267435 h 6267435"/>
              <a:gd name="connsiteX2" fmla="*/ 3264621 w 3264621"/>
              <a:gd name="connsiteY2" fmla="*/ 0 h 6267435"/>
              <a:gd name="connsiteX3" fmla="*/ 3214452 w 3264621"/>
              <a:gd name="connsiteY3" fmla="*/ 1661 h 6267435"/>
              <a:gd name="connsiteX4" fmla="*/ 0 w 3264621"/>
              <a:gd name="connsiteY4" fmla="*/ 6267059 h 626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4621" h="6267435">
                <a:moveTo>
                  <a:pt x="0" y="6267059"/>
                </a:moveTo>
                <a:lnTo>
                  <a:pt x="500519" y="6267435"/>
                </a:lnTo>
                <a:lnTo>
                  <a:pt x="3264621" y="0"/>
                </a:lnTo>
                <a:lnTo>
                  <a:pt x="3214452" y="1661"/>
                </a:lnTo>
                <a:lnTo>
                  <a:pt x="0" y="6267059"/>
                </a:lnTo>
                <a:close/>
              </a:path>
            </a:pathLst>
          </a:custGeom>
          <a:gradFill>
            <a:gsLst>
              <a:gs pos="45000">
                <a:schemeClr val="accent3"/>
              </a:gs>
              <a:gs pos="89000">
                <a:schemeClr val="accent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888538360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+ Image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38C98-750F-B989-E8A2-47D33F5F8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689" y="457200"/>
            <a:ext cx="4602999" cy="1600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4000" b="1" i="0">
                <a:solidFill>
                  <a:schemeClr val="accent2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347A47-ADDB-726A-B2AC-AF6601AB38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00658" y="1"/>
            <a:ext cx="6891343" cy="6868952"/>
          </a:xfrm>
          <a:custGeom>
            <a:avLst/>
            <a:gdLst>
              <a:gd name="connsiteX0" fmla="*/ 2766197 w 6558116"/>
              <a:gd name="connsiteY0" fmla="*/ 0 h 6276807"/>
              <a:gd name="connsiteX1" fmla="*/ 6558116 w 6558116"/>
              <a:gd name="connsiteY1" fmla="*/ 0 h 6276807"/>
              <a:gd name="connsiteX2" fmla="*/ 6558116 w 6558116"/>
              <a:gd name="connsiteY2" fmla="*/ 6276807 h 6276807"/>
              <a:gd name="connsiteX3" fmla="*/ 0 w 6558116"/>
              <a:gd name="connsiteY3" fmla="*/ 6276807 h 6276807"/>
              <a:gd name="connsiteX4" fmla="*/ 0 w 6558116"/>
              <a:gd name="connsiteY4" fmla="*/ 6276241 h 6276807"/>
              <a:gd name="connsiteX0" fmla="*/ 3043116 w 6835035"/>
              <a:gd name="connsiteY0" fmla="*/ 0 h 6276807"/>
              <a:gd name="connsiteX1" fmla="*/ 6835035 w 6835035"/>
              <a:gd name="connsiteY1" fmla="*/ 0 h 6276807"/>
              <a:gd name="connsiteX2" fmla="*/ 6835035 w 6835035"/>
              <a:gd name="connsiteY2" fmla="*/ 6276807 h 6276807"/>
              <a:gd name="connsiteX3" fmla="*/ 276919 w 6835035"/>
              <a:gd name="connsiteY3" fmla="*/ 6276807 h 6276807"/>
              <a:gd name="connsiteX4" fmla="*/ 0 w 6835035"/>
              <a:gd name="connsiteY4" fmla="*/ 6244460 h 6276807"/>
              <a:gd name="connsiteX5" fmla="*/ 3043116 w 6835035"/>
              <a:gd name="connsiteY5" fmla="*/ 0 h 6276807"/>
              <a:gd name="connsiteX0" fmla="*/ 3077731 w 6869650"/>
              <a:gd name="connsiteY0" fmla="*/ 0 h 6286835"/>
              <a:gd name="connsiteX1" fmla="*/ 6869650 w 6869650"/>
              <a:gd name="connsiteY1" fmla="*/ 0 h 6286835"/>
              <a:gd name="connsiteX2" fmla="*/ 6869650 w 6869650"/>
              <a:gd name="connsiteY2" fmla="*/ 6276807 h 6286835"/>
              <a:gd name="connsiteX3" fmla="*/ 311534 w 6869650"/>
              <a:gd name="connsiteY3" fmla="*/ 6276807 h 6286835"/>
              <a:gd name="connsiteX4" fmla="*/ 0 w 6869650"/>
              <a:gd name="connsiteY4" fmla="*/ 6286835 h 6286835"/>
              <a:gd name="connsiteX5" fmla="*/ 3077731 w 6869650"/>
              <a:gd name="connsiteY5" fmla="*/ 0 h 6286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69650" h="6286835">
                <a:moveTo>
                  <a:pt x="3077731" y="0"/>
                </a:moveTo>
                <a:lnTo>
                  <a:pt x="6869650" y="0"/>
                </a:lnTo>
                <a:lnTo>
                  <a:pt x="6869650" y="6276807"/>
                </a:lnTo>
                <a:lnTo>
                  <a:pt x="311534" y="6276807"/>
                </a:lnTo>
                <a:lnTo>
                  <a:pt x="0" y="6286835"/>
                </a:lnTo>
                <a:cubicBezTo>
                  <a:pt x="922066" y="4194755"/>
                  <a:pt x="2155665" y="2092080"/>
                  <a:pt x="3077731" y="0"/>
                </a:cubicBezTo>
                <a:close/>
              </a:path>
            </a:pathLst>
          </a:custGeom>
          <a:pattFill prst="weave">
            <a:fgClr>
              <a:schemeClr val="bg2"/>
            </a:fgClr>
            <a:bgClr>
              <a:schemeClr val="bg1"/>
            </a:bgClr>
          </a:pattFill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Figtree Medium" pitchFamily="2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2D103-5877-6749-18AE-0555B8B45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688" y="2425491"/>
            <a:ext cx="4602997" cy="33321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Figtree" pitchFamily="2" charset="0"/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9B28ACF-39D2-C671-C9B4-9D48311B4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blue and black logo&#10;&#10;AI-generated content may be incorrect.">
            <a:extLst>
              <a:ext uri="{FF2B5EF4-FFF2-40B4-BE49-F238E27FC236}">
                <a16:creationId xmlns:a16="http://schemas.microsoft.com/office/drawing/2014/main" id="{FB6BC089-6024-60CC-51A6-E270462E81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597" y="6437961"/>
            <a:ext cx="857523" cy="243268"/>
          </a:xfrm>
          <a:prstGeom prst="rect">
            <a:avLst/>
          </a:prstGeom>
        </p:spPr>
      </p:pic>
      <p:sp>
        <p:nvSpPr>
          <p:cNvPr id="5" name="Freeform 4">
            <a:extLst>
              <a:ext uri="{FF2B5EF4-FFF2-40B4-BE49-F238E27FC236}">
                <a16:creationId xmlns:a16="http://schemas.microsoft.com/office/drawing/2014/main" id="{F06610B9-8C48-9789-3124-8DB88AA039B6}"/>
              </a:ext>
            </a:extLst>
          </p:cNvPr>
          <p:cNvSpPr/>
          <p:nvPr userDrawn="1"/>
        </p:nvSpPr>
        <p:spPr>
          <a:xfrm>
            <a:off x="4855811" y="-5"/>
            <a:ext cx="3558800" cy="6868957"/>
          </a:xfrm>
          <a:custGeom>
            <a:avLst/>
            <a:gdLst>
              <a:gd name="connsiteX0" fmla="*/ 0 w 3200400"/>
              <a:gd name="connsiteY0" fmla="*/ 6276813 h 6276813"/>
              <a:gd name="connsiteX1" fmla="*/ 891153 w 3200400"/>
              <a:gd name="connsiteY1" fmla="*/ 6276813 h 6276813"/>
              <a:gd name="connsiteX2" fmla="*/ 3200400 w 3200400"/>
              <a:gd name="connsiteY2" fmla="*/ 0 h 6276813"/>
              <a:gd name="connsiteX3" fmla="*/ 3115159 w 3200400"/>
              <a:gd name="connsiteY3" fmla="*/ 0 h 6276813"/>
              <a:gd name="connsiteX4" fmla="*/ 0 w 3200400"/>
              <a:gd name="connsiteY4" fmla="*/ 6276813 h 6276813"/>
              <a:gd name="connsiteX0" fmla="*/ 0 w 3254644"/>
              <a:gd name="connsiteY0" fmla="*/ 6284563 h 6284563"/>
              <a:gd name="connsiteX1" fmla="*/ 945397 w 3254644"/>
              <a:gd name="connsiteY1" fmla="*/ 6276813 h 6284563"/>
              <a:gd name="connsiteX2" fmla="*/ 3254644 w 3254644"/>
              <a:gd name="connsiteY2" fmla="*/ 0 h 6284563"/>
              <a:gd name="connsiteX3" fmla="*/ 3169403 w 3254644"/>
              <a:gd name="connsiteY3" fmla="*/ 0 h 6284563"/>
              <a:gd name="connsiteX4" fmla="*/ 0 w 3254644"/>
              <a:gd name="connsiteY4" fmla="*/ 6284563 h 6284563"/>
              <a:gd name="connsiteX0" fmla="*/ 0 w 3285640"/>
              <a:gd name="connsiteY0" fmla="*/ 6284563 h 6284563"/>
              <a:gd name="connsiteX1" fmla="*/ 976393 w 3285640"/>
              <a:gd name="connsiteY1" fmla="*/ 6276813 h 6284563"/>
              <a:gd name="connsiteX2" fmla="*/ 3285640 w 3285640"/>
              <a:gd name="connsiteY2" fmla="*/ 0 h 6284563"/>
              <a:gd name="connsiteX3" fmla="*/ 3200399 w 3285640"/>
              <a:gd name="connsiteY3" fmla="*/ 0 h 6284563"/>
              <a:gd name="connsiteX4" fmla="*/ 0 w 3285640"/>
              <a:gd name="connsiteY4" fmla="*/ 6284563 h 6284563"/>
              <a:gd name="connsiteX0" fmla="*/ 0 w 2812941"/>
              <a:gd name="connsiteY0" fmla="*/ 6292312 h 6292312"/>
              <a:gd name="connsiteX1" fmla="*/ 503694 w 2812941"/>
              <a:gd name="connsiteY1" fmla="*/ 6276813 h 6292312"/>
              <a:gd name="connsiteX2" fmla="*/ 2812941 w 2812941"/>
              <a:gd name="connsiteY2" fmla="*/ 0 h 6292312"/>
              <a:gd name="connsiteX3" fmla="*/ 2727700 w 2812941"/>
              <a:gd name="connsiteY3" fmla="*/ 0 h 6292312"/>
              <a:gd name="connsiteX4" fmla="*/ 0 w 2812941"/>
              <a:gd name="connsiteY4" fmla="*/ 6292312 h 6292312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24525 w 2809766"/>
              <a:gd name="connsiteY3" fmla="*/ 0 h 6276813"/>
              <a:gd name="connsiteX4" fmla="*/ 0 w 2809766"/>
              <a:gd name="connsiteY4" fmla="*/ 6276437 h 6276813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68975 w 2809766"/>
              <a:gd name="connsiteY3" fmla="*/ 6350 h 6276813"/>
              <a:gd name="connsiteX4" fmla="*/ 0 w 2809766"/>
              <a:gd name="connsiteY4" fmla="*/ 6276437 h 6276813"/>
              <a:gd name="connsiteX0" fmla="*/ 0 w 3264621"/>
              <a:gd name="connsiteY0" fmla="*/ 6270087 h 6270463"/>
              <a:gd name="connsiteX1" fmla="*/ 500519 w 3264621"/>
              <a:gd name="connsiteY1" fmla="*/ 6270463 h 6270463"/>
              <a:gd name="connsiteX2" fmla="*/ 3264621 w 3264621"/>
              <a:gd name="connsiteY2" fmla="*/ 3028 h 6270463"/>
              <a:gd name="connsiteX3" fmla="*/ 2768975 w 3264621"/>
              <a:gd name="connsiteY3" fmla="*/ 0 h 6270463"/>
              <a:gd name="connsiteX4" fmla="*/ 0 w 3264621"/>
              <a:gd name="connsiteY4" fmla="*/ 6270087 h 6270463"/>
              <a:gd name="connsiteX0" fmla="*/ 0 w 3264621"/>
              <a:gd name="connsiteY0" fmla="*/ 6267059 h 6267435"/>
              <a:gd name="connsiteX1" fmla="*/ 500519 w 3264621"/>
              <a:gd name="connsiteY1" fmla="*/ 6267435 h 6267435"/>
              <a:gd name="connsiteX2" fmla="*/ 3264621 w 3264621"/>
              <a:gd name="connsiteY2" fmla="*/ 0 h 6267435"/>
              <a:gd name="connsiteX3" fmla="*/ 3214452 w 3264621"/>
              <a:gd name="connsiteY3" fmla="*/ 1661 h 6267435"/>
              <a:gd name="connsiteX4" fmla="*/ 0 w 3264621"/>
              <a:gd name="connsiteY4" fmla="*/ 6267059 h 626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4621" h="6267435">
                <a:moveTo>
                  <a:pt x="0" y="6267059"/>
                </a:moveTo>
                <a:lnTo>
                  <a:pt x="500519" y="6267435"/>
                </a:lnTo>
                <a:lnTo>
                  <a:pt x="3264621" y="0"/>
                </a:lnTo>
                <a:lnTo>
                  <a:pt x="3214452" y="1661"/>
                </a:lnTo>
                <a:lnTo>
                  <a:pt x="0" y="6267059"/>
                </a:lnTo>
                <a:close/>
              </a:path>
            </a:pathLst>
          </a:custGeom>
          <a:gradFill>
            <a:gsLst>
              <a:gs pos="52000">
                <a:schemeClr val="accent4"/>
              </a:gs>
              <a:gs pos="90000">
                <a:schemeClr val="accent6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93742594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+ Image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347A47-ADDB-726A-B2AC-AF6601AB38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13821" y="0"/>
            <a:ext cx="6891343" cy="6868957"/>
          </a:xfrm>
          <a:custGeom>
            <a:avLst/>
            <a:gdLst>
              <a:gd name="connsiteX0" fmla="*/ 2766197 w 6558116"/>
              <a:gd name="connsiteY0" fmla="*/ 0 h 6276807"/>
              <a:gd name="connsiteX1" fmla="*/ 6558116 w 6558116"/>
              <a:gd name="connsiteY1" fmla="*/ 0 h 6276807"/>
              <a:gd name="connsiteX2" fmla="*/ 6558116 w 6558116"/>
              <a:gd name="connsiteY2" fmla="*/ 6276807 h 6276807"/>
              <a:gd name="connsiteX3" fmla="*/ 0 w 6558116"/>
              <a:gd name="connsiteY3" fmla="*/ 6276807 h 6276807"/>
              <a:gd name="connsiteX4" fmla="*/ 0 w 6558116"/>
              <a:gd name="connsiteY4" fmla="*/ 6276241 h 6276807"/>
              <a:gd name="connsiteX0" fmla="*/ 3043116 w 6835035"/>
              <a:gd name="connsiteY0" fmla="*/ 0 h 6276807"/>
              <a:gd name="connsiteX1" fmla="*/ 6835035 w 6835035"/>
              <a:gd name="connsiteY1" fmla="*/ 0 h 6276807"/>
              <a:gd name="connsiteX2" fmla="*/ 6835035 w 6835035"/>
              <a:gd name="connsiteY2" fmla="*/ 6276807 h 6276807"/>
              <a:gd name="connsiteX3" fmla="*/ 276919 w 6835035"/>
              <a:gd name="connsiteY3" fmla="*/ 6276807 h 6276807"/>
              <a:gd name="connsiteX4" fmla="*/ 0 w 6835035"/>
              <a:gd name="connsiteY4" fmla="*/ 6244460 h 6276807"/>
              <a:gd name="connsiteX5" fmla="*/ 3043116 w 6835035"/>
              <a:gd name="connsiteY5" fmla="*/ 0 h 6276807"/>
              <a:gd name="connsiteX0" fmla="*/ 3077731 w 6869650"/>
              <a:gd name="connsiteY0" fmla="*/ 0 h 6286835"/>
              <a:gd name="connsiteX1" fmla="*/ 6869650 w 6869650"/>
              <a:gd name="connsiteY1" fmla="*/ 0 h 6286835"/>
              <a:gd name="connsiteX2" fmla="*/ 6869650 w 6869650"/>
              <a:gd name="connsiteY2" fmla="*/ 6276807 h 6286835"/>
              <a:gd name="connsiteX3" fmla="*/ 311534 w 6869650"/>
              <a:gd name="connsiteY3" fmla="*/ 6276807 h 6286835"/>
              <a:gd name="connsiteX4" fmla="*/ 0 w 6869650"/>
              <a:gd name="connsiteY4" fmla="*/ 6286835 h 6286835"/>
              <a:gd name="connsiteX5" fmla="*/ 3077731 w 6869650"/>
              <a:gd name="connsiteY5" fmla="*/ 0 h 6286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69650" h="6286835">
                <a:moveTo>
                  <a:pt x="3077731" y="0"/>
                </a:moveTo>
                <a:lnTo>
                  <a:pt x="6869650" y="0"/>
                </a:lnTo>
                <a:lnTo>
                  <a:pt x="6869650" y="6276807"/>
                </a:lnTo>
                <a:lnTo>
                  <a:pt x="311534" y="6276807"/>
                </a:lnTo>
                <a:lnTo>
                  <a:pt x="0" y="6286835"/>
                </a:lnTo>
                <a:cubicBezTo>
                  <a:pt x="922066" y="4194755"/>
                  <a:pt x="2155665" y="2092080"/>
                  <a:pt x="3077731" y="0"/>
                </a:cubicBezTo>
                <a:close/>
              </a:path>
            </a:pathLst>
          </a:custGeom>
          <a:pattFill prst="weave">
            <a:fgClr>
              <a:schemeClr val="bg2"/>
            </a:fgClr>
            <a:bgClr>
              <a:schemeClr val="bg1"/>
            </a:bgClr>
          </a:pattFill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Figtree Medium" pitchFamily="2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938C98-750F-B989-E8A2-47D33F5F8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689" y="457200"/>
            <a:ext cx="4602999" cy="1600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4000" b="1" i="0">
                <a:solidFill>
                  <a:schemeClr val="accent2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2D103-5877-6749-18AE-0555B8B45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688" y="2425491"/>
            <a:ext cx="4602997" cy="33321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Figtree" pitchFamily="2" charset="0"/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9B28ACF-39D2-C671-C9B4-9D48311B4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blue and black logo&#10;&#10;AI-generated content may be incorrect.">
            <a:extLst>
              <a:ext uri="{FF2B5EF4-FFF2-40B4-BE49-F238E27FC236}">
                <a16:creationId xmlns:a16="http://schemas.microsoft.com/office/drawing/2014/main" id="{FB6BC089-6024-60CC-51A6-E270462E81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597" y="6437961"/>
            <a:ext cx="857523" cy="243268"/>
          </a:xfrm>
          <a:prstGeom prst="rect">
            <a:avLst/>
          </a:prstGeom>
        </p:spPr>
      </p:pic>
      <p:sp>
        <p:nvSpPr>
          <p:cNvPr id="3" name="Freeform 2">
            <a:extLst>
              <a:ext uri="{FF2B5EF4-FFF2-40B4-BE49-F238E27FC236}">
                <a16:creationId xmlns:a16="http://schemas.microsoft.com/office/drawing/2014/main" id="{CB73E4F5-5916-13A5-64C5-8C77558117BD}"/>
              </a:ext>
            </a:extLst>
          </p:cNvPr>
          <p:cNvSpPr/>
          <p:nvPr userDrawn="1"/>
        </p:nvSpPr>
        <p:spPr>
          <a:xfrm>
            <a:off x="4809511" y="-5"/>
            <a:ext cx="3605100" cy="6868957"/>
          </a:xfrm>
          <a:custGeom>
            <a:avLst/>
            <a:gdLst>
              <a:gd name="connsiteX0" fmla="*/ 0 w 3200400"/>
              <a:gd name="connsiteY0" fmla="*/ 6276813 h 6276813"/>
              <a:gd name="connsiteX1" fmla="*/ 891153 w 3200400"/>
              <a:gd name="connsiteY1" fmla="*/ 6276813 h 6276813"/>
              <a:gd name="connsiteX2" fmla="*/ 3200400 w 3200400"/>
              <a:gd name="connsiteY2" fmla="*/ 0 h 6276813"/>
              <a:gd name="connsiteX3" fmla="*/ 3115159 w 3200400"/>
              <a:gd name="connsiteY3" fmla="*/ 0 h 6276813"/>
              <a:gd name="connsiteX4" fmla="*/ 0 w 3200400"/>
              <a:gd name="connsiteY4" fmla="*/ 6276813 h 6276813"/>
              <a:gd name="connsiteX0" fmla="*/ 0 w 3254644"/>
              <a:gd name="connsiteY0" fmla="*/ 6284563 h 6284563"/>
              <a:gd name="connsiteX1" fmla="*/ 945397 w 3254644"/>
              <a:gd name="connsiteY1" fmla="*/ 6276813 h 6284563"/>
              <a:gd name="connsiteX2" fmla="*/ 3254644 w 3254644"/>
              <a:gd name="connsiteY2" fmla="*/ 0 h 6284563"/>
              <a:gd name="connsiteX3" fmla="*/ 3169403 w 3254644"/>
              <a:gd name="connsiteY3" fmla="*/ 0 h 6284563"/>
              <a:gd name="connsiteX4" fmla="*/ 0 w 3254644"/>
              <a:gd name="connsiteY4" fmla="*/ 6284563 h 6284563"/>
              <a:gd name="connsiteX0" fmla="*/ 0 w 3285640"/>
              <a:gd name="connsiteY0" fmla="*/ 6284563 h 6284563"/>
              <a:gd name="connsiteX1" fmla="*/ 976393 w 3285640"/>
              <a:gd name="connsiteY1" fmla="*/ 6276813 h 6284563"/>
              <a:gd name="connsiteX2" fmla="*/ 3285640 w 3285640"/>
              <a:gd name="connsiteY2" fmla="*/ 0 h 6284563"/>
              <a:gd name="connsiteX3" fmla="*/ 3200399 w 3285640"/>
              <a:gd name="connsiteY3" fmla="*/ 0 h 6284563"/>
              <a:gd name="connsiteX4" fmla="*/ 0 w 3285640"/>
              <a:gd name="connsiteY4" fmla="*/ 6284563 h 6284563"/>
              <a:gd name="connsiteX0" fmla="*/ 0 w 2812941"/>
              <a:gd name="connsiteY0" fmla="*/ 6292312 h 6292312"/>
              <a:gd name="connsiteX1" fmla="*/ 503694 w 2812941"/>
              <a:gd name="connsiteY1" fmla="*/ 6276813 h 6292312"/>
              <a:gd name="connsiteX2" fmla="*/ 2812941 w 2812941"/>
              <a:gd name="connsiteY2" fmla="*/ 0 h 6292312"/>
              <a:gd name="connsiteX3" fmla="*/ 2727700 w 2812941"/>
              <a:gd name="connsiteY3" fmla="*/ 0 h 6292312"/>
              <a:gd name="connsiteX4" fmla="*/ 0 w 2812941"/>
              <a:gd name="connsiteY4" fmla="*/ 6292312 h 6292312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24525 w 2809766"/>
              <a:gd name="connsiteY3" fmla="*/ 0 h 6276813"/>
              <a:gd name="connsiteX4" fmla="*/ 0 w 2809766"/>
              <a:gd name="connsiteY4" fmla="*/ 6276437 h 6276813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68975 w 2809766"/>
              <a:gd name="connsiteY3" fmla="*/ 6350 h 6276813"/>
              <a:gd name="connsiteX4" fmla="*/ 0 w 2809766"/>
              <a:gd name="connsiteY4" fmla="*/ 6276437 h 6276813"/>
              <a:gd name="connsiteX0" fmla="*/ 0 w 3264621"/>
              <a:gd name="connsiteY0" fmla="*/ 6270087 h 6270463"/>
              <a:gd name="connsiteX1" fmla="*/ 500519 w 3264621"/>
              <a:gd name="connsiteY1" fmla="*/ 6270463 h 6270463"/>
              <a:gd name="connsiteX2" fmla="*/ 3264621 w 3264621"/>
              <a:gd name="connsiteY2" fmla="*/ 3028 h 6270463"/>
              <a:gd name="connsiteX3" fmla="*/ 2768975 w 3264621"/>
              <a:gd name="connsiteY3" fmla="*/ 0 h 6270463"/>
              <a:gd name="connsiteX4" fmla="*/ 0 w 3264621"/>
              <a:gd name="connsiteY4" fmla="*/ 6270087 h 6270463"/>
              <a:gd name="connsiteX0" fmla="*/ 0 w 3264621"/>
              <a:gd name="connsiteY0" fmla="*/ 6267059 h 6267435"/>
              <a:gd name="connsiteX1" fmla="*/ 500519 w 3264621"/>
              <a:gd name="connsiteY1" fmla="*/ 6267435 h 6267435"/>
              <a:gd name="connsiteX2" fmla="*/ 3264621 w 3264621"/>
              <a:gd name="connsiteY2" fmla="*/ 0 h 6267435"/>
              <a:gd name="connsiteX3" fmla="*/ 3214452 w 3264621"/>
              <a:gd name="connsiteY3" fmla="*/ 1661 h 6267435"/>
              <a:gd name="connsiteX4" fmla="*/ 0 w 3264621"/>
              <a:gd name="connsiteY4" fmla="*/ 6267059 h 626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4621" h="6267435">
                <a:moveTo>
                  <a:pt x="0" y="6267059"/>
                </a:moveTo>
                <a:lnTo>
                  <a:pt x="500519" y="6267435"/>
                </a:lnTo>
                <a:lnTo>
                  <a:pt x="3264621" y="0"/>
                </a:lnTo>
                <a:lnTo>
                  <a:pt x="3214452" y="1661"/>
                </a:lnTo>
                <a:lnTo>
                  <a:pt x="0" y="6267059"/>
                </a:lnTo>
                <a:close/>
              </a:path>
            </a:pathLst>
          </a:custGeom>
          <a:gradFill>
            <a:gsLst>
              <a:gs pos="44000">
                <a:schemeClr val="accent5"/>
              </a:gs>
              <a:gs pos="81000">
                <a:schemeClr val="accent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195247598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+ Image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38C98-750F-B989-E8A2-47D33F5F8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689" y="457200"/>
            <a:ext cx="4602999" cy="1600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4000" b="1" i="0">
                <a:solidFill>
                  <a:schemeClr val="accent2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347A47-ADDB-726A-B2AC-AF6601AB38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00658" y="1"/>
            <a:ext cx="6891343" cy="6868952"/>
          </a:xfrm>
          <a:custGeom>
            <a:avLst/>
            <a:gdLst>
              <a:gd name="connsiteX0" fmla="*/ 2766197 w 6558116"/>
              <a:gd name="connsiteY0" fmla="*/ 0 h 6276807"/>
              <a:gd name="connsiteX1" fmla="*/ 6558116 w 6558116"/>
              <a:gd name="connsiteY1" fmla="*/ 0 h 6276807"/>
              <a:gd name="connsiteX2" fmla="*/ 6558116 w 6558116"/>
              <a:gd name="connsiteY2" fmla="*/ 6276807 h 6276807"/>
              <a:gd name="connsiteX3" fmla="*/ 0 w 6558116"/>
              <a:gd name="connsiteY3" fmla="*/ 6276807 h 6276807"/>
              <a:gd name="connsiteX4" fmla="*/ 0 w 6558116"/>
              <a:gd name="connsiteY4" fmla="*/ 6276241 h 6276807"/>
              <a:gd name="connsiteX0" fmla="*/ 3043116 w 6835035"/>
              <a:gd name="connsiteY0" fmla="*/ 0 h 6276807"/>
              <a:gd name="connsiteX1" fmla="*/ 6835035 w 6835035"/>
              <a:gd name="connsiteY1" fmla="*/ 0 h 6276807"/>
              <a:gd name="connsiteX2" fmla="*/ 6835035 w 6835035"/>
              <a:gd name="connsiteY2" fmla="*/ 6276807 h 6276807"/>
              <a:gd name="connsiteX3" fmla="*/ 276919 w 6835035"/>
              <a:gd name="connsiteY3" fmla="*/ 6276807 h 6276807"/>
              <a:gd name="connsiteX4" fmla="*/ 0 w 6835035"/>
              <a:gd name="connsiteY4" fmla="*/ 6244460 h 6276807"/>
              <a:gd name="connsiteX5" fmla="*/ 3043116 w 6835035"/>
              <a:gd name="connsiteY5" fmla="*/ 0 h 6276807"/>
              <a:gd name="connsiteX0" fmla="*/ 3077731 w 6869650"/>
              <a:gd name="connsiteY0" fmla="*/ 0 h 6286835"/>
              <a:gd name="connsiteX1" fmla="*/ 6869650 w 6869650"/>
              <a:gd name="connsiteY1" fmla="*/ 0 h 6286835"/>
              <a:gd name="connsiteX2" fmla="*/ 6869650 w 6869650"/>
              <a:gd name="connsiteY2" fmla="*/ 6276807 h 6286835"/>
              <a:gd name="connsiteX3" fmla="*/ 311534 w 6869650"/>
              <a:gd name="connsiteY3" fmla="*/ 6276807 h 6286835"/>
              <a:gd name="connsiteX4" fmla="*/ 0 w 6869650"/>
              <a:gd name="connsiteY4" fmla="*/ 6286835 h 6286835"/>
              <a:gd name="connsiteX5" fmla="*/ 3077731 w 6869650"/>
              <a:gd name="connsiteY5" fmla="*/ 0 h 6286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69650" h="6286835">
                <a:moveTo>
                  <a:pt x="3077731" y="0"/>
                </a:moveTo>
                <a:lnTo>
                  <a:pt x="6869650" y="0"/>
                </a:lnTo>
                <a:lnTo>
                  <a:pt x="6869650" y="6276807"/>
                </a:lnTo>
                <a:lnTo>
                  <a:pt x="311534" y="6276807"/>
                </a:lnTo>
                <a:lnTo>
                  <a:pt x="0" y="6286835"/>
                </a:lnTo>
                <a:cubicBezTo>
                  <a:pt x="922066" y="4194755"/>
                  <a:pt x="2155665" y="2092080"/>
                  <a:pt x="3077731" y="0"/>
                </a:cubicBezTo>
                <a:close/>
              </a:path>
            </a:pathLst>
          </a:custGeom>
          <a:pattFill prst="weave">
            <a:fgClr>
              <a:schemeClr val="bg2"/>
            </a:fgClr>
            <a:bgClr>
              <a:schemeClr val="bg1"/>
            </a:bgClr>
          </a:pattFill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Figtree Medium" pitchFamily="2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2D103-5877-6749-18AE-0555B8B45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688" y="2425491"/>
            <a:ext cx="4602997" cy="33321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Figtree" pitchFamily="2" charset="0"/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9B28ACF-39D2-C671-C9B4-9D48311B4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blue and black logo&#10;&#10;AI-generated content may be incorrect.">
            <a:extLst>
              <a:ext uri="{FF2B5EF4-FFF2-40B4-BE49-F238E27FC236}">
                <a16:creationId xmlns:a16="http://schemas.microsoft.com/office/drawing/2014/main" id="{FB6BC089-6024-60CC-51A6-E270462E81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597" y="6437961"/>
            <a:ext cx="857523" cy="243268"/>
          </a:xfrm>
          <a:prstGeom prst="rect">
            <a:avLst/>
          </a:prstGeom>
        </p:spPr>
      </p:pic>
      <p:sp>
        <p:nvSpPr>
          <p:cNvPr id="5" name="Freeform 4">
            <a:extLst>
              <a:ext uri="{FF2B5EF4-FFF2-40B4-BE49-F238E27FC236}">
                <a16:creationId xmlns:a16="http://schemas.microsoft.com/office/drawing/2014/main" id="{CFD3A720-686E-513F-0664-2531C8B0201E}"/>
              </a:ext>
            </a:extLst>
          </p:cNvPr>
          <p:cNvSpPr/>
          <p:nvPr userDrawn="1"/>
        </p:nvSpPr>
        <p:spPr>
          <a:xfrm>
            <a:off x="4809511" y="-5"/>
            <a:ext cx="3605100" cy="6868957"/>
          </a:xfrm>
          <a:custGeom>
            <a:avLst/>
            <a:gdLst>
              <a:gd name="connsiteX0" fmla="*/ 0 w 3200400"/>
              <a:gd name="connsiteY0" fmla="*/ 6276813 h 6276813"/>
              <a:gd name="connsiteX1" fmla="*/ 891153 w 3200400"/>
              <a:gd name="connsiteY1" fmla="*/ 6276813 h 6276813"/>
              <a:gd name="connsiteX2" fmla="*/ 3200400 w 3200400"/>
              <a:gd name="connsiteY2" fmla="*/ 0 h 6276813"/>
              <a:gd name="connsiteX3" fmla="*/ 3115159 w 3200400"/>
              <a:gd name="connsiteY3" fmla="*/ 0 h 6276813"/>
              <a:gd name="connsiteX4" fmla="*/ 0 w 3200400"/>
              <a:gd name="connsiteY4" fmla="*/ 6276813 h 6276813"/>
              <a:gd name="connsiteX0" fmla="*/ 0 w 3254644"/>
              <a:gd name="connsiteY0" fmla="*/ 6284563 h 6284563"/>
              <a:gd name="connsiteX1" fmla="*/ 945397 w 3254644"/>
              <a:gd name="connsiteY1" fmla="*/ 6276813 h 6284563"/>
              <a:gd name="connsiteX2" fmla="*/ 3254644 w 3254644"/>
              <a:gd name="connsiteY2" fmla="*/ 0 h 6284563"/>
              <a:gd name="connsiteX3" fmla="*/ 3169403 w 3254644"/>
              <a:gd name="connsiteY3" fmla="*/ 0 h 6284563"/>
              <a:gd name="connsiteX4" fmla="*/ 0 w 3254644"/>
              <a:gd name="connsiteY4" fmla="*/ 6284563 h 6284563"/>
              <a:gd name="connsiteX0" fmla="*/ 0 w 3285640"/>
              <a:gd name="connsiteY0" fmla="*/ 6284563 h 6284563"/>
              <a:gd name="connsiteX1" fmla="*/ 976393 w 3285640"/>
              <a:gd name="connsiteY1" fmla="*/ 6276813 h 6284563"/>
              <a:gd name="connsiteX2" fmla="*/ 3285640 w 3285640"/>
              <a:gd name="connsiteY2" fmla="*/ 0 h 6284563"/>
              <a:gd name="connsiteX3" fmla="*/ 3200399 w 3285640"/>
              <a:gd name="connsiteY3" fmla="*/ 0 h 6284563"/>
              <a:gd name="connsiteX4" fmla="*/ 0 w 3285640"/>
              <a:gd name="connsiteY4" fmla="*/ 6284563 h 6284563"/>
              <a:gd name="connsiteX0" fmla="*/ 0 w 2812941"/>
              <a:gd name="connsiteY0" fmla="*/ 6292312 h 6292312"/>
              <a:gd name="connsiteX1" fmla="*/ 503694 w 2812941"/>
              <a:gd name="connsiteY1" fmla="*/ 6276813 h 6292312"/>
              <a:gd name="connsiteX2" fmla="*/ 2812941 w 2812941"/>
              <a:gd name="connsiteY2" fmla="*/ 0 h 6292312"/>
              <a:gd name="connsiteX3" fmla="*/ 2727700 w 2812941"/>
              <a:gd name="connsiteY3" fmla="*/ 0 h 6292312"/>
              <a:gd name="connsiteX4" fmla="*/ 0 w 2812941"/>
              <a:gd name="connsiteY4" fmla="*/ 6292312 h 6292312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24525 w 2809766"/>
              <a:gd name="connsiteY3" fmla="*/ 0 h 6276813"/>
              <a:gd name="connsiteX4" fmla="*/ 0 w 2809766"/>
              <a:gd name="connsiteY4" fmla="*/ 6276437 h 6276813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68975 w 2809766"/>
              <a:gd name="connsiteY3" fmla="*/ 6350 h 6276813"/>
              <a:gd name="connsiteX4" fmla="*/ 0 w 2809766"/>
              <a:gd name="connsiteY4" fmla="*/ 6276437 h 6276813"/>
              <a:gd name="connsiteX0" fmla="*/ 0 w 3264621"/>
              <a:gd name="connsiteY0" fmla="*/ 6270087 h 6270463"/>
              <a:gd name="connsiteX1" fmla="*/ 500519 w 3264621"/>
              <a:gd name="connsiteY1" fmla="*/ 6270463 h 6270463"/>
              <a:gd name="connsiteX2" fmla="*/ 3264621 w 3264621"/>
              <a:gd name="connsiteY2" fmla="*/ 3028 h 6270463"/>
              <a:gd name="connsiteX3" fmla="*/ 2768975 w 3264621"/>
              <a:gd name="connsiteY3" fmla="*/ 0 h 6270463"/>
              <a:gd name="connsiteX4" fmla="*/ 0 w 3264621"/>
              <a:gd name="connsiteY4" fmla="*/ 6270087 h 6270463"/>
              <a:gd name="connsiteX0" fmla="*/ 0 w 3264621"/>
              <a:gd name="connsiteY0" fmla="*/ 6267059 h 6267435"/>
              <a:gd name="connsiteX1" fmla="*/ 500519 w 3264621"/>
              <a:gd name="connsiteY1" fmla="*/ 6267435 h 6267435"/>
              <a:gd name="connsiteX2" fmla="*/ 3264621 w 3264621"/>
              <a:gd name="connsiteY2" fmla="*/ 0 h 6267435"/>
              <a:gd name="connsiteX3" fmla="*/ 3214452 w 3264621"/>
              <a:gd name="connsiteY3" fmla="*/ 1661 h 6267435"/>
              <a:gd name="connsiteX4" fmla="*/ 0 w 3264621"/>
              <a:gd name="connsiteY4" fmla="*/ 6267059 h 626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4621" h="6267435">
                <a:moveTo>
                  <a:pt x="0" y="6267059"/>
                </a:moveTo>
                <a:lnTo>
                  <a:pt x="500519" y="6267435"/>
                </a:lnTo>
                <a:lnTo>
                  <a:pt x="3264621" y="0"/>
                </a:lnTo>
                <a:lnTo>
                  <a:pt x="3214452" y="1661"/>
                </a:lnTo>
                <a:lnTo>
                  <a:pt x="0" y="6267059"/>
                </a:lnTo>
                <a:close/>
              </a:path>
            </a:pathLst>
          </a:custGeom>
          <a:gradFill>
            <a:gsLst>
              <a:gs pos="49000">
                <a:schemeClr val="accent6"/>
              </a:gs>
              <a:gs pos="87000">
                <a:schemeClr val="accent3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53014948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8CCF58C-6D75-29B7-7B8C-B77608243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A1374A-4FD1-F1A4-3B49-EFD13560F1C3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A blue and black logo&#10;&#10;AI-generated content may be incorrect.">
            <a:extLst>
              <a:ext uri="{FF2B5EF4-FFF2-40B4-BE49-F238E27FC236}">
                <a16:creationId xmlns:a16="http://schemas.microsoft.com/office/drawing/2014/main" id="{2FEB4F50-7FD4-5B00-02DD-264E75D45C3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597" y="6437961"/>
            <a:ext cx="857523" cy="24326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7838763F-D0EE-C40A-01C9-6B4A286F7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9" y="447042"/>
            <a:ext cx="11491993" cy="1169207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>
              <a:lnSpc>
                <a:spcPct val="80000"/>
              </a:lnSpc>
              <a:defRPr sz="4000"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232002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8CCF58C-6D75-29B7-7B8C-B77608243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A1374A-4FD1-F1A4-3B49-EFD13560F1C3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A blue and black logo&#10;&#10;AI-generated content may be incorrect.">
            <a:extLst>
              <a:ext uri="{FF2B5EF4-FFF2-40B4-BE49-F238E27FC236}">
                <a16:creationId xmlns:a16="http://schemas.microsoft.com/office/drawing/2014/main" id="{2FEB4F50-7FD4-5B00-02DD-264E75D45C3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597" y="6437961"/>
            <a:ext cx="857523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273677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losing Slide">
    <p:bg>
      <p:bgPr>
        <a:gradFill>
          <a:gsLst>
            <a:gs pos="0">
              <a:schemeClr val="accent2"/>
            </a:gs>
            <a:gs pos="54000">
              <a:schemeClr val="tx2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8C7F35EF-1610-E5B0-B764-FC143C8BAA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97661" y="1509339"/>
            <a:ext cx="6294340" cy="53486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674F01-5FF3-D372-A30F-3AA70A84088C}"/>
              </a:ext>
            </a:extLst>
          </p:cNvPr>
          <p:cNvSpPr txBox="1"/>
          <p:nvPr userDrawn="1"/>
        </p:nvSpPr>
        <p:spPr>
          <a:xfrm>
            <a:off x="777608" y="4118432"/>
            <a:ext cx="3950762" cy="110799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7200" b="1" i="0">
                <a:solidFill>
                  <a:schemeClr val="bg1"/>
                </a:solidFill>
                <a:latin typeface="Figtree" pitchFamily="2" charset="0"/>
              </a:rPr>
              <a:t>Thank You</a:t>
            </a:r>
          </a:p>
        </p:txBody>
      </p:sp>
      <p:pic>
        <p:nvPicPr>
          <p:cNvPr id="2" name="Picture 1" descr="A white letters on a black background&#10;&#10;AI-generated content may be incorrect.">
            <a:extLst>
              <a:ext uri="{FF2B5EF4-FFF2-40B4-BE49-F238E27FC236}">
                <a16:creationId xmlns:a16="http://schemas.microsoft.com/office/drawing/2014/main" id="{E75CDDDC-A96F-BAF7-E204-A505ACE5890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1851" y="705080"/>
            <a:ext cx="3398627" cy="944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687883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gradFill>
          <a:gsLst>
            <a:gs pos="0">
              <a:schemeClr val="accent2"/>
            </a:gs>
            <a:gs pos="60000">
              <a:schemeClr val="tx2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8C7F35EF-1610-E5B0-B764-FC143C8BAA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97660" y="1509339"/>
            <a:ext cx="6294340" cy="53486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D8A0025-EFEF-20BF-C80C-85AC36F306C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7607" y="637104"/>
            <a:ext cx="1771864" cy="1115869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BA0A17DC-774F-3210-530A-47E7C3473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355742"/>
            <a:ext cx="8017682" cy="2445200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80000"/>
              </a:lnSpc>
              <a:defRPr sz="6000" b="1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48F0EC-82D2-3C68-E213-5327A1828CFA}"/>
              </a:ext>
            </a:extLst>
          </p:cNvPr>
          <p:cNvSpPr txBox="1"/>
          <p:nvPr userDrawn="1"/>
        </p:nvSpPr>
        <p:spPr>
          <a:xfrm>
            <a:off x="831850" y="6492875"/>
            <a:ext cx="461665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000" b="1" i="0">
                <a:solidFill>
                  <a:schemeClr val="bg1"/>
                </a:solidFill>
                <a:latin typeface="Figtree SemiBold" pitchFamily="2" charset="0"/>
              </a:rPr>
              <a:t>aiaa.org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BBBDC11-29FC-667E-0F89-DBB03CF052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5017002"/>
            <a:ext cx="8017682" cy="49766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Figtree Light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48728643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ivider (Navy)">
    <p:bg>
      <p:bgPr>
        <a:gradFill>
          <a:gsLst>
            <a:gs pos="0">
              <a:schemeClr val="accent2"/>
            </a:gs>
            <a:gs pos="60000">
              <a:schemeClr val="tx2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0E47ED36-DE2D-02CA-3151-94658797C7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97660" y="1509339"/>
            <a:ext cx="6294340" cy="53486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4286E4-0185-F5C7-1A34-42944A5E9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446125"/>
            <a:ext cx="10515600" cy="2852737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90000"/>
              </a:lnSpc>
              <a:defRPr sz="6000"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F87F5B-E6CA-3D49-EEDE-A4FC382F34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463371"/>
            <a:ext cx="10515600" cy="77751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Figtree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E0A20CF-1575-8C64-8E6F-319EBEB89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70011EF-BAE9-8319-9C4B-A0136ED34F1F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FED0390E-9CED-12AA-C621-F40B86459E8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8" y="6437960"/>
            <a:ext cx="857519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006697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ivider (Blue)">
    <p:bg>
      <p:bgPr>
        <a:gradFill>
          <a:gsLst>
            <a:gs pos="0">
              <a:schemeClr val="tx2"/>
            </a:gs>
            <a:gs pos="52000">
              <a:schemeClr val="accent2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73C2AF56-22FA-B24C-961E-DCF6032B059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97660" y="1509339"/>
            <a:ext cx="6294340" cy="53486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4286E4-0185-F5C7-1A34-42944A5E9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446125"/>
            <a:ext cx="10515600" cy="2852737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90000"/>
              </a:lnSpc>
              <a:defRPr sz="6000"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F87F5B-E6CA-3D49-EEDE-A4FC382F34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463371"/>
            <a:ext cx="10515600" cy="77751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Figtree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E0A20CF-1575-8C64-8E6F-319EBEB89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70011EF-BAE9-8319-9C4B-A0136ED34F1F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FED0390E-9CED-12AA-C621-F40B86459E8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8" y="6437960"/>
            <a:ext cx="857519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991668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ivider (Plum)">
    <p:bg>
      <p:bgPr>
        <a:gradFill>
          <a:gsLst>
            <a:gs pos="0">
              <a:schemeClr val="accent2"/>
            </a:gs>
            <a:gs pos="60000">
              <a:schemeClr val="accent3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D2903859-44FB-9388-776B-28F8C4D4252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97660" y="1509339"/>
            <a:ext cx="6294340" cy="53486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4286E4-0185-F5C7-1A34-42944A5E9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446125"/>
            <a:ext cx="10515600" cy="2852737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90000"/>
              </a:lnSpc>
              <a:defRPr sz="6000"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F87F5B-E6CA-3D49-EEDE-A4FC382F34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463371"/>
            <a:ext cx="10515600" cy="77751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Figtree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E0A20CF-1575-8C64-8E6F-319EBEB89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70011EF-BAE9-8319-9C4B-A0136ED34F1F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FED0390E-9CED-12AA-C621-F40B86459E8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8" y="6437960"/>
            <a:ext cx="857519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647321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ivider (Gold)">
    <p:bg>
      <p:bgPr>
        <a:gradFill>
          <a:gsLst>
            <a:gs pos="0">
              <a:schemeClr val="accent6"/>
            </a:gs>
            <a:gs pos="54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D7892FEC-EC22-36F7-8617-D9A11538518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97660" y="1509339"/>
            <a:ext cx="6294340" cy="53486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4286E4-0185-F5C7-1A34-42944A5E9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446125"/>
            <a:ext cx="10515600" cy="2852737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90000"/>
              </a:lnSpc>
              <a:defRPr sz="6000" b="1" i="0">
                <a:solidFill>
                  <a:schemeClr val="tx2">
                    <a:lumMod val="50000"/>
                  </a:schemeClr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F87F5B-E6CA-3D49-EEDE-A4FC382F34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463371"/>
            <a:ext cx="10515600" cy="77751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0" i="0">
                <a:solidFill>
                  <a:schemeClr val="tx2">
                    <a:lumMod val="50000"/>
                  </a:schemeClr>
                </a:solidFill>
                <a:latin typeface="Figtree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E0A20CF-1575-8C64-8E6F-319EBEB89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70011EF-BAE9-8319-9C4B-A0136ED34F1F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FED0390E-9CED-12AA-C621-F40B86459E8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8" y="6437960"/>
            <a:ext cx="857519" cy="243268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C7073A5-C96D-7387-F371-CC85F5ECE004}"/>
              </a:ext>
            </a:extLst>
          </p:cNvPr>
          <p:cNvCxnSpPr>
            <a:cxnSpLocks/>
          </p:cNvCxnSpPr>
          <p:nvPr userDrawn="1"/>
        </p:nvCxnSpPr>
        <p:spPr>
          <a:xfrm>
            <a:off x="0" y="6276814"/>
            <a:ext cx="12192000" cy="0"/>
          </a:xfrm>
          <a:prstGeom prst="line">
            <a:avLst/>
          </a:prstGeom>
          <a:ln w="9525">
            <a:solidFill>
              <a:schemeClr val="tx2">
                <a:lumMod val="40000"/>
                <a:lumOff val="60000"/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6416170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ivider (Green)">
    <p:bg>
      <p:bgPr>
        <a:gradFill>
          <a:gsLst>
            <a:gs pos="0">
              <a:schemeClr val="accent2"/>
            </a:gs>
            <a:gs pos="54000">
              <a:schemeClr val="accent5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F8558375-69BD-2093-A170-A82E307F81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97660" y="1509339"/>
            <a:ext cx="6294340" cy="53486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4286E4-0185-F5C7-1A34-42944A5E9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446125"/>
            <a:ext cx="10515600" cy="2852737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90000"/>
              </a:lnSpc>
              <a:defRPr sz="6000"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F87F5B-E6CA-3D49-EEDE-A4FC382F34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463371"/>
            <a:ext cx="10515600" cy="77751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Figtree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E0A20CF-1575-8C64-8E6F-319EBEB89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70011EF-BAE9-8319-9C4B-A0136ED34F1F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FED0390E-9CED-12AA-C621-F40B86459E8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8" y="6437960"/>
            <a:ext cx="857519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41591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ivider (Orange)">
    <p:bg>
      <p:bgPr>
        <a:gradFill>
          <a:gsLst>
            <a:gs pos="0">
              <a:schemeClr val="accent3"/>
            </a:gs>
            <a:gs pos="54000">
              <a:schemeClr val="accent6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04F190B7-3ED6-8872-7F8C-4E5A01527E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97660" y="1509339"/>
            <a:ext cx="6294340" cy="53486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4286E4-0185-F5C7-1A34-42944A5E9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446125"/>
            <a:ext cx="10515600" cy="2852737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90000"/>
              </a:lnSpc>
              <a:defRPr sz="6000"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F87F5B-E6CA-3D49-EEDE-A4FC382F34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463371"/>
            <a:ext cx="10515600" cy="77751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Figtree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FCAF999-FEB3-67E0-72A0-500A97154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454130"/>
            <a:ext cx="5257800" cy="228600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E0A20CF-1575-8C64-8E6F-319EBEB89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70011EF-BAE9-8319-9C4B-A0136ED34F1F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FED0390E-9CED-12AA-C621-F40B86459E8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8" y="6437960"/>
            <a:ext cx="857519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502710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6009C2D0-8476-5C7C-3698-64F13A93B8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97660" y="1509339"/>
            <a:ext cx="6294340" cy="53486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BD38FA1-D8E9-0B4D-6720-EFD5DD0BA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597" y="365125"/>
            <a:ext cx="11491993" cy="1169207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>
              <a:lnSpc>
                <a:spcPct val="80000"/>
              </a:lnSpc>
              <a:defRPr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3389C-B1D7-C694-57D5-6C711FC198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2572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800" b="0" i="0">
                <a:solidFill>
                  <a:schemeClr val="bg1"/>
                </a:solidFill>
                <a:latin typeface="Figtree" pitchFamily="2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sz="1800" b="0" i="0">
                <a:solidFill>
                  <a:schemeClr val="bg1"/>
                </a:solidFill>
                <a:latin typeface="Figtree" pitchFamily="2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sz="1800" b="0" i="0">
                <a:solidFill>
                  <a:schemeClr val="bg1"/>
                </a:solidFill>
                <a:latin typeface="Figtree" pitchFamily="2" charset="0"/>
              </a:defRPr>
            </a:lvl3pPr>
            <a:lvl4pPr marL="1657350" indent="-285750">
              <a:buFont typeface="Arial" panose="020B0604020202020204" pitchFamily="34" charset="0"/>
              <a:buChar char="•"/>
              <a:defRPr sz="1800" b="0" i="0">
                <a:solidFill>
                  <a:schemeClr val="bg1"/>
                </a:solidFill>
                <a:latin typeface="Figtree" pitchFamily="2" charset="0"/>
              </a:defRPr>
            </a:lvl4pPr>
            <a:lvl5pPr marL="2114550" indent="-285750">
              <a:buFont typeface="Arial" panose="020B0604020202020204" pitchFamily="34" charset="0"/>
              <a:buChar char="•"/>
              <a:defRPr sz="1800" b="0" i="0">
                <a:solidFill>
                  <a:schemeClr val="bg1"/>
                </a:solidFill>
                <a:latin typeface="Figtree" pitchFamily="2" charset="0"/>
              </a:defRPr>
            </a:lvl5pPr>
          </a:lstStyle>
          <a:p>
            <a:pPr lvl="0"/>
            <a:r>
              <a:rPr lang="en-US" err="1"/>
              <a:t>Click</a:t>
            </a:r>
            <a:r>
              <a:rPr lang="en-US"/>
              <a:t>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C3EAA-1CA5-FCD9-354C-BC491AF39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27D6499-7F82-8950-61E9-B99B5A5DBC7B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94F72188-A0A9-5F3A-CF20-6B8F5FE585F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8" y="6437960"/>
            <a:ext cx="857519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556339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Blue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347A47-ADDB-726A-B2AC-AF6601AB38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29382" y="0"/>
            <a:ext cx="6862618" cy="6866620"/>
          </a:xfrm>
          <a:custGeom>
            <a:avLst/>
            <a:gdLst>
              <a:gd name="connsiteX0" fmla="*/ 2766197 w 6558116"/>
              <a:gd name="connsiteY0" fmla="*/ 0 h 6276807"/>
              <a:gd name="connsiteX1" fmla="*/ 6558116 w 6558116"/>
              <a:gd name="connsiteY1" fmla="*/ 0 h 6276807"/>
              <a:gd name="connsiteX2" fmla="*/ 6558116 w 6558116"/>
              <a:gd name="connsiteY2" fmla="*/ 6276807 h 6276807"/>
              <a:gd name="connsiteX3" fmla="*/ 0 w 6558116"/>
              <a:gd name="connsiteY3" fmla="*/ 6276807 h 6276807"/>
              <a:gd name="connsiteX4" fmla="*/ 0 w 6558116"/>
              <a:gd name="connsiteY4" fmla="*/ 6276241 h 6276807"/>
              <a:gd name="connsiteX0" fmla="*/ 2939983 w 6731902"/>
              <a:gd name="connsiteY0" fmla="*/ 0 h 6276807"/>
              <a:gd name="connsiteX1" fmla="*/ 6731902 w 6731902"/>
              <a:gd name="connsiteY1" fmla="*/ 0 h 6276807"/>
              <a:gd name="connsiteX2" fmla="*/ 6731902 w 6731902"/>
              <a:gd name="connsiteY2" fmla="*/ 6276807 h 6276807"/>
              <a:gd name="connsiteX3" fmla="*/ 173786 w 6731902"/>
              <a:gd name="connsiteY3" fmla="*/ 6276807 h 6276807"/>
              <a:gd name="connsiteX4" fmla="*/ 0 w 6731902"/>
              <a:gd name="connsiteY4" fmla="*/ 6242427 h 6276807"/>
              <a:gd name="connsiteX5" fmla="*/ 2939983 w 6731902"/>
              <a:gd name="connsiteY5" fmla="*/ 0 h 6276807"/>
              <a:gd name="connsiteX0" fmla="*/ 2949130 w 6731902"/>
              <a:gd name="connsiteY0" fmla="*/ 0 h 6276807"/>
              <a:gd name="connsiteX1" fmla="*/ 6731902 w 6731902"/>
              <a:gd name="connsiteY1" fmla="*/ 0 h 6276807"/>
              <a:gd name="connsiteX2" fmla="*/ 6731902 w 6731902"/>
              <a:gd name="connsiteY2" fmla="*/ 6276807 h 6276807"/>
              <a:gd name="connsiteX3" fmla="*/ 173786 w 6731902"/>
              <a:gd name="connsiteY3" fmla="*/ 6276807 h 6276807"/>
              <a:gd name="connsiteX4" fmla="*/ 0 w 6731902"/>
              <a:gd name="connsiteY4" fmla="*/ 6242427 h 6276807"/>
              <a:gd name="connsiteX5" fmla="*/ 2949130 w 6731902"/>
              <a:gd name="connsiteY5" fmla="*/ 0 h 6276807"/>
              <a:gd name="connsiteX0" fmla="*/ 2967300 w 6750072"/>
              <a:gd name="connsiteY0" fmla="*/ 0 h 6284696"/>
              <a:gd name="connsiteX1" fmla="*/ 6750072 w 6750072"/>
              <a:gd name="connsiteY1" fmla="*/ 0 h 6284696"/>
              <a:gd name="connsiteX2" fmla="*/ 6750072 w 6750072"/>
              <a:gd name="connsiteY2" fmla="*/ 6276807 h 6284696"/>
              <a:gd name="connsiteX3" fmla="*/ 191956 w 6750072"/>
              <a:gd name="connsiteY3" fmla="*/ 6276807 h 6284696"/>
              <a:gd name="connsiteX4" fmla="*/ 0 w 6750072"/>
              <a:gd name="connsiteY4" fmla="*/ 6284696 h 6284696"/>
              <a:gd name="connsiteX5" fmla="*/ 2967300 w 6750072"/>
              <a:gd name="connsiteY5" fmla="*/ 0 h 6284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0072" h="6284696">
                <a:moveTo>
                  <a:pt x="2967300" y="0"/>
                </a:moveTo>
                <a:lnTo>
                  <a:pt x="6750072" y="0"/>
                </a:lnTo>
                <a:lnTo>
                  <a:pt x="6750072" y="6276807"/>
                </a:lnTo>
                <a:lnTo>
                  <a:pt x="191956" y="6276807"/>
                </a:lnTo>
                <a:lnTo>
                  <a:pt x="0" y="6284696"/>
                </a:lnTo>
                <a:cubicBezTo>
                  <a:pt x="922066" y="4192616"/>
                  <a:pt x="2045234" y="2092080"/>
                  <a:pt x="2967300" y="0"/>
                </a:cubicBezTo>
                <a:close/>
              </a:path>
            </a:pathLst>
          </a:custGeom>
          <a:pattFill prst="smConfetti">
            <a:fgClr>
              <a:schemeClr val="bg2"/>
            </a:fgClr>
            <a:bgClr>
              <a:schemeClr val="bg1"/>
            </a:bgClr>
          </a:pattFill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Figtree Medium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938C98-750F-B989-E8A2-47D33F5F8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688" y="457200"/>
            <a:ext cx="4602998" cy="1600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4000"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2D103-5877-6749-18AE-0555B8B45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688" y="2425490"/>
            <a:ext cx="4602997" cy="33321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Figtree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B6BC089-6024-60CC-51A6-E270462E81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8" y="6437960"/>
            <a:ext cx="857519" cy="243268"/>
          </a:xfrm>
          <a:prstGeom prst="rect">
            <a:avLst/>
          </a:prstGeom>
        </p:spPr>
      </p:pic>
      <p:sp>
        <p:nvSpPr>
          <p:cNvPr id="3" name="Freeform 2">
            <a:extLst>
              <a:ext uri="{FF2B5EF4-FFF2-40B4-BE49-F238E27FC236}">
                <a16:creationId xmlns:a16="http://schemas.microsoft.com/office/drawing/2014/main" id="{ABE42761-35EA-CA25-0900-63712C3225FA}"/>
              </a:ext>
            </a:extLst>
          </p:cNvPr>
          <p:cNvSpPr/>
          <p:nvPr userDrawn="1"/>
        </p:nvSpPr>
        <p:spPr>
          <a:xfrm>
            <a:off x="4830121" y="-4"/>
            <a:ext cx="3566904" cy="6858004"/>
          </a:xfrm>
          <a:custGeom>
            <a:avLst/>
            <a:gdLst>
              <a:gd name="connsiteX0" fmla="*/ 0 w 3200400"/>
              <a:gd name="connsiteY0" fmla="*/ 6276813 h 6276813"/>
              <a:gd name="connsiteX1" fmla="*/ 891153 w 3200400"/>
              <a:gd name="connsiteY1" fmla="*/ 6276813 h 6276813"/>
              <a:gd name="connsiteX2" fmla="*/ 3200400 w 3200400"/>
              <a:gd name="connsiteY2" fmla="*/ 0 h 6276813"/>
              <a:gd name="connsiteX3" fmla="*/ 3115159 w 3200400"/>
              <a:gd name="connsiteY3" fmla="*/ 0 h 6276813"/>
              <a:gd name="connsiteX4" fmla="*/ 0 w 3200400"/>
              <a:gd name="connsiteY4" fmla="*/ 6276813 h 6276813"/>
              <a:gd name="connsiteX0" fmla="*/ 0 w 3254644"/>
              <a:gd name="connsiteY0" fmla="*/ 6284563 h 6284563"/>
              <a:gd name="connsiteX1" fmla="*/ 945397 w 3254644"/>
              <a:gd name="connsiteY1" fmla="*/ 6276813 h 6284563"/>
              <a:gd name="connsiteX2" fmla="*/ 3254644 w 3254644"/>
              <a:gd name="connsiteY2" fmla="*/ 0 h 6284563"/>
              <a:gd name="connsiteX3" fmla="*/ 3169403 w 3254644"/>
              <a:gd name="connsiteY3" fmla="*/ 0 h 6284563"/>
              <a:gd name="connsiteX4" fmla="*/ 0 w 3254644"/>
              <a:gd name="connsiteY4" fmla="*/ 6284563 h 6284563"/>
              <a:gd name="connsiteX0" fmla="*/ 0 w 3285640"/>
              <a:gd name="connsiteY0" fmla="*/ 6284563 h 6284563"/>
              <a:gd name="connsiteX1" fmla="*/ 976393 w 3285640"/>
              <a:gd name="connsiteY1" fmla="*/ 6276813 h 6284563"/>
              <a:gd name="connsiteX2" fmla="*/ 3285640 w 3285640"/>
              <a:gd name="connsiteY2" fmla="*/ 0 h 6284563"/>
              <a:gd name="connsiteX3" fmla="*/ 3200399 w 3285640"/>
              <a:gd name="connsiteY3" fmla="*/ 0 h 6284563"/>
              <a:gd name="connsiteX4" fmla="*/ 0 w 3285640"/>
              <a:gd name="connsiteY4" fmla="*/ 6284563 h 6284563"/>
              <a:gd name="connsiteX0" fmla="*/ 0 w 2812941"/>
              <a:gd name="connsiteY0" fmla="*/ 6292312 h 6292312"/>
              <a:gd name="connsiteX1" fmla="*/ 503694 w 2812941"/>
              <a:gd name="connsiteY1" fmla="*/ 6276813 h 6292312"/>
              <a:gd name="connsiteX2" fmla="*/ 2812941 w 2812941"/>
              <a:gd name="connsiteY2" fmla="*/ 0 h 6292312"/>
              <a:gd name="connsiteX3" fmla="*/ 2727700 w 2812941"/>
              <a:gd name="connsiteY3" fmla="*/ 0 h 6292312"/>
              <a:gd name="connsiteX4" fmla="*/ 0 w 2812941"/>
              <a:gd name="connsiteY4" fmla="*/ 6292312 h 6292312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24525 w 2809766"/>
              <a:gd name="connsiteY3" fmla="*/ 0 h 6276813"/>
              <a:gd name="connsiteX4" fmla="*/ 0 w 2809766"/>
              <a:gd name="connsiteY4" fmla="*/ 6276437 h 6276813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68975 w 2809766"/>
              <a:gd name="connsiteY3" fmla="*/ 6350 h 6276813"/>
              <a:gd name="connsiteX4" fmla="*/ 0 w 2809766"/>
              <a:gd name="connsiteY4" fmla="*/ 6276437 h 6276813"/>
              <a:gd name="connsiteX0" fmla="*/ 0 w 3264621"/>
              <a:gd name="connsiteY0" fmla="*/ 6270087 h 6270463"/>
              <a:gd name="connsiteX1" fmla="*/ 500519 w 3264621"/>
              <a:gd name="connsiteY1" fmla="*/ 6270463 h 6270463"/>
              <a:gd name="connsiteX2" fmla="*/ 3264621 w 3264621"/>
              <a:gd name="connsiteY2" fmla="*/ 3028 h 6270463"/>
              <a:gd name="connsiteX3" fmla="*/ 2768975 w 3264621"/>
              <a:gd name="connsiteY3" fmla="*/ 0 h 6270463"/>
              <a:gd name="connsiteX4" fmla="*/ 0 w 3264621"/>
              <a:gd name="connsiteY4" fmla="*/ 6270087 h 6270463"/>
              <a:gd name="connsiteX0" fmla="*/ 0 w 3264621"/>
              <a:gd name="connsiteY0" fmla="*/ 6267059 h 6267435"/>
              <a:gd name="connsiteX1" fmla="*/ 500519 w 3264621"/>
              <a:gd name="connsiteY1" fmla="*/ 6267435 h 6267435"/>
              <a:gd name="connsiteX2" fmla="*/ 3264621 w 3264621"/>
              <a:gd name="connsiteY2" fmla="*/ 0 h 6267435"/>
              <a:gd name="connsiteX3" fmla="*/ 3214452 w 3264621"/>
              <a:gd name="connsiteY3" fmla="*/ 1661 h 6267435"/>
              <a:gd name="connsiteX4" fmla="*/ 0 w 3264621"/>
              <a:gd name="connsiteY4" fmla="*/ 6267059 h 626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4621" h="6267435">
                <a:moveTo>
                  <a:pt x="0" y="6267059"/>
                </a:moveTo>
                <a:lnTo>
                  <a:pt x="500519" y="6267435"/>
                </a:lnTo>
                <a:lnTo>
                  <a:pt x="3264621" y="0"/>
                </a:lnTo>
                <a:lnTo>
                  <a:pt x="3214452" y="1661"/>
                </a:lnTo>
                <a:lnTo>
                  <a:pt x="0" y="6267059"/>
                </a:lnTo>
                <a:close/>
              </a:path>
            </a:pathLst>
          </a:custGeom>
          <a:gradFill>
            <a:gsLst>
              <a:gs pos="49000">
                <a:schemeClr val="accent2"/>
              </a:gs>
              <a:gs pos="90000">
                <a:schemeClr val="tx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9B28ACF-39D2-C671-C9B4-9D48311B4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0983087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Plum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347A47-ADDB-726A-B2AC-AF6601AB38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29382" y="0"/>
            <a:ext cx="6862618" cy="6866620"/>
          </a:xfrm>
          <a:custGeom>
            <a:avLst/>
            <a:gdLst>
              <a:gd name="connsiteX0" fmla="*/ 2766197 w 6558116"/>
              <a:gd name="connsiteY0" fmla="*/ 0 h 6276807"/>
              <a:gd name="connsiteX1" fmla="*/ 6558116 w 6558116"/>
              <a:gd name="connsiteY1" fmla="*/ 0 h 6276807"/>
              <a:gd name="connsiteX2" fmla="*/ 6558116 w 6558116"/>
              <a:gd name="connsiteY2" fmla="*/ 6276807 h 6276807"/>
              <a:gd name="connsiteX3" fmla="*/ 0 w 6558116"/>
              <a:gd name="connsiteY3" fmla="*/ 6276807 h 6276807"/>
              <a:gd name="connsiteX4" fmla="*/ 0 w 6558116"/>
              <a:gd name="connsiteY4" fmla="*/ 6276241 h 6276807"/>
              <a:gd name="connsiteX0" fmla="*/ 2939983 w 6731902"/>
              <a:gd name="connsiteY0" fmla="*/ 0 h 6276807"/>
              <a:gd name="connsiteX1" fmla="*/ 6731902 w 6731902"/>
              <a:gd name="connsiteY1" fmla="*/ 0 h 6276807"/>
              <a:gd name="connsiteX2" fmla="*/ 6731902 w 6731902"/>
              <a:gd name="connsiteY2" fmla="*/ 6276807 h 6276807"/>
              <a:gd name="connsiteX3" fmla="*/ 173786 w 6731902"/>
              <a:gd name="connsiteY3" fmla="*/ 6276807 h 6276807"/>
              <a:gd name="connsiteX4" fmla="*/ 0 w 6731902"/>
              <a:gd name="connsiteY4" fmla="*/ 6242427 h 6276807"/>
              <a:gd name="connsiteX5" fmla="*/ 2939983 w 6731902"/>
              <a:gd name="connsiteY5" fmla="*/ 0 h 6276807"/>
              <a:gd name="connsiteX0" fmla="*/ 2949130 w 6731902"/>
              <a:gd name="connsiteY0" fmla="*/ 0 h 6276807"/>
              <a:gd name="connsiteX1" fmla="*/ 6731902 w 6731902"/>
              <a:gd name="connsiteY1" fmla="*/ 0 h 6276807"/>
              <a:gd name="connsiteX2" fmla="*/ 6731902 w 6731902"/>
              <a:gd name="connsiteY2" fmla="*/ 6276807 h 6276807"/>
              <a:gd name="connsiteX3" fmla="*/ 173786 w 6731902"/>
              <a:gd name="connsiteY3" fmla="*/ 6276807 h 6276807"/>
              <a:gd name="connsiteX4" fmla="*/ 0 w 6731902"/>
              <a:gd name="connsiteY4" fmla="*/ 6242427 h 6276807"/>
              <a:gd name="connsiteX5" fmla="*/ 2949130 w 6731902"/>
              <a:gd name="connsiteY5" fmla="*/ 0 h 6276807"/>
              <a:gd name="connsiteX0" fmla="*/ 2967300 w 6750072"/>
              <a:gd name="connsiteY0" fmla="*/ 0 h 6284696"/>
              <a:gd name="connsiteX1" fmla="*/ 6750072 w 6750072"/>
              <a:gd name="connsiteY1" fmla="*/ 0 h 6284696"/>
              <a:gd name="connsiteX2" fmla="*/ 6750072 w 6750072"/>
              <a:gd name="connsiteY2" fmla="*/ 6276807 h 6284696"/>
              <a:gd name="connsiteX3" fmla="*/ 191956 w 6750072"/>
              <a:gd name="connsiteY3" fmla="*/ 6276807 h 6284696"/>
              <a:gd name="connsiteX4" fmla="*/ 0 w 6750072"/>
              <a:gd name="connsiteY4" fmla="*/ 6284696 h 6284696"/>
              <a:gd name="connsiteX5" fmla="*/ 2967300 w 6750072"/>
              <a:gd name="connsiteY5" fmla="*/ 0 h 6284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0072" h="6284696">
                <a:moveTo>
                  <a:pt x="2967300" y="0"/>
                </a:moveTo>
                <a:lnTo>
                  <a:pt x="6750072" y="0"/>
                </a:lnTo>
                <a:lnTo>
                  <a:pt x="6750072" y="6276807"/>
                </a:lnTo>
                <a:lnTo>
                  <a:pt x="191956" y="6276807"/>
                </a:lnTo>
                <a:lnTo>
                  <a:pt x="0" y="6284696"/>
                </a:lnTo>
                <a:cubicBezTo>
                  <a:pt x="922066" y="4192616"/>
                  <a:pt x="2045234" y="2092080"/>
                  <a:pt x="2967300" y="0"/>
                </a:cubicBezTo>
                <a:close/>
              </a:path>
            </a:pathLst>
          </a:custGeom>
          <a:pattFill prst="smConfetti">
            <a:fgClr>
              <a:schemeClr val="bg2"/>
            </a:fgClr>
            <a:bgClr>
              <a:schemeClr val="bg1"/>
            </a:bgClr>
          </a:pattFill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Figtree Medium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938C98-750F-B989-E8A2-47D33F5F8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688" y="457200"/>
            <a:ext cx="4602998" cy="1600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4000"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2D103-5877-6749-18AE-0555B8B45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688" y="2425490"/>
            <a:ext cx="4602997" cy="33321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Figtree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B6BC089-6024-60CC-51A6-E270462E81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8" y="6437960"/>
            <a:ext cx="857519" cy="243268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9B28ACF-39D2-C671-C9B4-9D48311B4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reeform 4">
            <a:extLst>
              <a:ext uri="{FF2B5EF4-FFF2-40B4-BE49-F238E27FC236}">
                <a16:creationId xmlns:a16="http://schemas.microsoft.com/office/drawing/2014/main" id="{5673909B-51BC-79F1-247B-509034849961}"/>
              </a:ext>
            </a:extLst>
          </p:cNvPr>
          <p:cNvSpPr/>
          <p:nvPr userDrawn="1"/>
        </p:nvSpPr>
        <p:spPr>
          <a:xfrm>
            <a:off x="4830121" y="-8624"/>
            <a:ext cx="3566904" cy="6858004"/>
          </a:xfrm>
          <a:custGeom>
            <a:avLst/>
            <a:gdLst>
              <a:gd name="connsiteX0" fmla="*/ 0 w 3200400"/>
              <a:gd name="connsiteY0" fmla="*/ 6276813 h 6276813"/>
              <a:gd name="connsiteX1" fmla="*/ 891153 w 3200400"/>
              <a:gd name="connsiteY1" fmla="*/ 6276813 h 6276813"/>
              <a:gd name="connsiteX2" fmla="*/ 3200400 w 3200400"/>
              <a:gd name="connsiteY2" fmla="*/ 0 h 6276813"/>
              <a:gd name="connsiteX3" fmla="*/ 3115159 w 3200400"/>
              <a:gd name="connsiteY3" fmla="*/ 0 h 6276813"/>
              <a:gd name="connsiteX4" fmla="*/ 0 w 3200400"/>
              <a:gd name="connsiteY4" fmla="*/ 6276813 h 6276813"/>
              <a:gd name="connsiteX0" fmla="*/ 0 w 3254644"/>
              <a:gd name="connsiteY0" fmla="*/ 6284563 h 6284563"/>
              <a:gd name="connsiteX1" fmla="*/ 945397 w 3254644"/>
              <a:gd name="connsiteY1" fmla="*/ 6276813 h 6284563"/>
              <a:gd name="connsiteX2" fmla="*/ 3254644 w 3254644"/>
              <a:gd name="connsiteY2" fmla="*/ 0 h 6284563"/>
              <a:gd name="connsiteX3" fmla="*/ 3169403 w 3254644"/>
              <a:gd name="connsiteY3" fmla="*/ 0 h 6284563"/>
              <a:gd name="connsiteX4" fmla="*/ 0 w 3254644"/>
              <a:gd name="connsiteY4" fmla="*/ 6284563 h 6284563"/>
              <a:gd name="connsiteX0" fmla="*/ 0 w 3285640"/>
              <a:gd name="connsiteY0" fmla="*/ 6284563 h 6284563"/>
              <a:gd name="connsiteX1" fmla="*/ 976393 w 3285640"/>
              <a:gd name="connsiteY1" fmla="*/ 6276813 h 6284563"/>
              <a:gd name="connsiteX2" fmla="*/ 3285640 w 3285640"/>
              <a:gd name="connsiteY2" fmla="*/ 0 h 6284563"/>
              <a:gd name="connsiteX3" fmla="*/ 3200399 w 3285640"/>
              <a:gd name="connsiteY3" fmla="*/ 0 h 6284563"/>
              <a:gd name="connsiteX4" fmla="*/ 0 w 3285640"/>
              <a:gd name="connsiteY4" fmla="*/ 6284563 h 6284563"/>
              <a:gd name="connsiteX0" fmla="*/ 0 w 2812941"/>
              <a:gd name="connsiteY0" fmla="*/ 6292312 h 6292312"/>
              <a:gd name="connsiteX1" fmla="*/ 503694 w 2812941"/>
              <a:gd name="connsiteY1" fmla="*/ 6276813 h 6292312"/>
              <a:gd name="connsiteX2" fmla="*/ 2812941 w 2812941"/>
              <a:gd name="connsiteY2" fmla="*/ 0 h 6292312"/>
              <a:gd name="connsiteX3" fmla="*/ 2727700 w 2812941"/>
              <a:gd name="connsiteY3" fmla="*/ 0 h 6292312"/>
              <a:gd name="connsiteX4" fmla="*/ 0 w 2812941"/>
              <a:gd name="connsiteY4" fmla="*/ 6292312 h 6292312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24525 w 2809766"/>
              <a:gd name="connsiteY3" fmla="*/ 0 h 6276813"/>
              <a:gd name="connsiteX4" fmla="*/ 0 w 2809766"/>
              <a:gd name="connsiteY4" fmla="*/ 6276437 h 6276813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68975 w 2809766"/>
              <a:gd name="connsiteY3" fmla="*/ 6350 h 6276813"/>
              <a:gd name="connsiteX4" fmla="*/ 0 w 2809766"/>
              <a:gd name="connsiteY4" fmla="*/ 6276437 h 6276813"/>
              <a:gd name="connsiteX0" fmla="*/ 0 w 3264621"/>
              <a:gd name="connsiteY0" fmla="*/ 6270087 h 6270463"/>
              <a:gd name="connsiteX1" fmla="*/ 500519 w 3264621"/>
              <a:gd name="connsiteY1" fmla="*/ 6270463 h 6270463"/>
              <a:gd name="connsiteX2" fmla="*/ 3264621 w 3264621"/>
              <a:gd name="connsiteY2" fmla="*/ 3028 h 6270463"/>
              <a:gd name="connsiteX3" fmla="*/ 2768975 w 3264621"/>
              <a:gd name="connsiteY3" fmla="*/ 0 h 6270463"/>
              <a:gd name="connsiteX4" fmla="*/ 0 w 3264621"/>
              <a:gd name="connsiteY4" fmla="*/ 6270087 h 6270463"/>
              <a:gd name="connsiteX0" fmla="*/ 0 w 3264621"/>
              <a:gd name="connsiteY0" fmla="*/ 6267059 h 6267435"/>
              <a:gd name="connsiteX1" fmla="*/ 500519 w 3264621"/>
              <a:gd name="connsiteY1" fmla="*/ 6267435 h 6267435"/>
              <a:gd name="connsiteX2" fmla="*/ 3264621 w 3264621"/>
              <a:gd name="connsiteY2" fmla="*/ 0 h 6267435"/>
              <a:gd name="connsiteX3" fmla="*/ 3214452 w 3264621"/>
              <a:gd name="connsiteY3" fmla="*/ 1661 h 6267435"/>
              <a:gd name="connsiteX4" fmla="*/ 0 w 3264621"/>
              <a:gd name="connsiteY4" fmla="*/ 6267059 h 626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4621" h="6267435">
                <a:moveTo>
                  <a:pt x="0" y="6267059"/>
                </a:moveTo>
                <a:lnTo>
                  <a:pt x="500519" y="6267435"/>
                </a:lnTo>
                <a:lnTo>
                  <a:pt x="3264621" y="0"/>
                </a:lnTo>
                <a:lnTo>
                  <a:pt x="3214452" y="1661"/>
                </a:lnTo>
                <a:lnTo>
                  <a:pt x="0" y="6267059"/>
                </a:lnTo>
                <a:close/>
              </a:path>
            </a:pathLst>
          </a:custGeom>
          <a:gradFill>
            <a:gsLst>
              <a:gs pos="45000">
                <a:schemeClr val="accent3"/>
              </a:gs>
              <a:gs pos="89000">
                <a:schemeClr val="accent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889923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Gold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347A47-ADDB-726A-B2AC-AF6601AB38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29382" y="0"/>
            <a:ext cx="6862618" cy="6866620"/>
          </a:xfrm>
          <a:custGeom>
            <a:avLst/>
            <a:gdLst>
              <a:gd name="connsiteX0" fmla="*/ 2766197 w 6558116"/>
              <a:gd name="connsiteY0" fmla="*/ 0 h 6276807"/>
              <a:gd name="connsiteX1" fmla="*/ 6558116 w 6558116"/>
              <a:gd name="connsiteY1" fmla="*/ 0 h 6276807"/>
              <a:gd name="connsiteX2" fmla="*/ 6558116 w 6558116"/>
              <a:gd name="connsiteY2" fmla="*/ 6276807 h 6276807"/>
              <a:gd name="connsiteX3" fmla="*/ 0 w 6558116"/>
              <a:gd name="connsiteY3" fmla="*/ 6276807 h 6276807"/>
              <a:gd name="connsiteX4" fmla="*/ 0 w 6558116"/>
              <a:gd name="connsiteY4" fmla="*/ 6276241 h 6276807"/>
              <a:gd name="connsiteX0" fmla="*/ 2939983 w 6731902"/>
              <a:gd name="connsiteY0" fmla="*/ 0 h 6276807"/>
              <a:gd name="connsiteX1" fmla="*/ 6731902 w 6731902"/>
              <a:gd name="connsiteY1" fmla="*/ 0 h 6276807"/>
              <a:gd name="connsiteX2" fmla="*/ 6731902 w 6731902"/>
              <a:gd name="connsiteY2" fmla="*/ 6276807 h 6276807"/>
              <a:gd name="connsiteX3" fmla="*/ 173786 w 6731902"/>
              <a:gd name="connsiteY3" fmla="*/ 6276807 h 6276807"/>
              <a:gd name="connsiteX4" fmla="*/ 0 w 6731902"/>
              <a:gd name="connsiteY4" fmla="*/ 6242427 h 6276807"/>
              <a:gd name="connsiteX5" fmla="*/ 2939983 w 6731902"/>
              <a:gd name="connsiteY5" fmla="*/ 0 h 6276807"/>
              <a:gd name="connsiteX0" fmla="*/ 2949130 w 6731902"/>
              <a:gd name="connsiteY0" fmla="*/ 0 h 6276807"/>
              <a:gd name="connsiteX1" fmla="*/ 6731902 w 6731902"/>
              <a:gd name="connsiteY1" fmla="*/ 0 h 6276807"/>
              <a:gd name="connsiteX2" fmla="*/ 6731902 w 6731902"/>
              <a:gd name="connsiteY2" fmla="*/ 6276807 h 6276807"/>
              <a:gd name="connsiteX3" fmla="*/ 173786 w 6731902"/>
              <a:gd name="connsiteY3" fmla="*/ 6276807 h 6276807"/>
              <a:gd name="connsiteX4" fmla="*/ 0 w 6731902"/>
              <a:gd name="connsiteY4" fmla="*/ 6242427 h 6276807"/>
              <a:gd name="connsiteX5" fmla="*/ 2949130 w 6731902"/>
              <a:gd name="connsiteY5" fmla="*/ 0 h 6276807"/>
              <a:gd name="connsiteX0" fmla="*/ 2967300 w 6750072"/>
              <a:gd name="connsiteY0" fmla="*/ 0 h 6284696"/>
              <a:gd name="connsiteX1" fmla="*/ 6750072 w 6750072"/>
              <a:gd name="connsiteY1" fmla="*/ 0 h 6284696"/>
              <a:gd name="connsiteX2" fmla="*/ 6750072 w 6750072"/>
              <a:gd name="connsiteY2" fmla="*/ 6276807 h 6284696"/>
              <a:gd name="connsiteX3" fmla="*/ 191956 w 6750072"/>
              <a:gd name="connsiteY3" fmla="*/ 6276807 h 6284696"/>
              <a:gd name="connsiteX4" fmla="*/ 0 w 6750072"/>
              <a:gd name="connsiteY4" fmla="*/ 6284696 h 6284696"/>
              <a:gd name="connsiteX5" fmla="*/ 2967300 w 6750072"/>
              <a:gd name="connsiteY5" fmla="*/ 0 h 6284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0072" h="6284696">
                <a:moveTo>
                  <a:pt x="2967300" y="0"/>
                </a:moveTo>
                <a:lnTo>
                  <a:pt x="6750072" y="0"/>
                </a:lnTo>
                <a:lnTo>
                  <a:pt x="6750072" y="6276807"/>
                </a:lnTo>
                <a:lnTo>
                  <a:pt x="191956" y="6276807"/>
                </a:lnTo>
                <a:lnTo>
                  <a:pt x="0" y="6284696"/>
                </a:lnTo>
                <a:cubicBezTo>
                  <a:pt x="922066" y="4192616"/>
                  <a:pt x="2045234" y="2092080"/>
                  <a:pt x="2967300" y="0"/>
                </a:cubicBezTo>
                <a:close/>
              </a:path>
            </a:pathLst>
          </a:custGeom>
          <a:pattFill prst="smConfetti">
            <a:fgClr>
              <a:schemeClr val="bg2"/>
            </a:fgClr>
            <a:bgClr>
              <a:schemeClr val="bg1"/>
            </a:bgClr>
          </a:pattFill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Figtree Medium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938C98-750F-B989-E8A2-47D33F5F8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688" y="457200"/>
            <a:ext cx="4602998" cy="1600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4000"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2D103-5877-6749-18AE-0555B8B45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688" y="2425490"/>
            <a:ext cx="4602997" cy="33321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Figtree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B6BC089-6024-60CC-51A6-E270462E81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8" y="6437960"/>
            <a:ext cx="857519" cy="243268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9B28ACF-39D2-C671-C9B4-9D48311B4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reeform 5">
            <a:extLst>
              <a:ext uri="{FF2B5EF4-FFF2-40B4-BE49-F238E27FC236}">
                <a16:creationId xmlns:a16="http://schemas.microsoft.com/office/drawing/2014/main" id="{2FFD7DA3-43D8-D09F-83E0-0AEAB25439B7}"/>
              </a:ext>
            </a:extLst>
          </p:cNvPr>
          <p:cNvSpPr/>
          <p:nvPr userDrawn="1"/>
        </p:nvSpPr>
        <p:spPr>
          <a:xfrm>
            <a:off x="4830121" y="-4"/>
            <a:ext cx="3566904" cy="6858004"/>
          </a:xfrm>
          <a:custGeom>
            <a:avLst/>
            <a:gdLst>
              <a:gd name="connsiteX0" fmla="*/ 0 w 3200400"/>
              <a:gd name="connsiteY0" fmla="*/ 6276813 h 6276813"/>
              <a:gd name="connsiteX1" fmla="*/ 891153 w 3200400"/>
              <a:gd name="connsiteY1" fmla="*/ 6276813 h 6276813"/>
              <a:gd name="connsiteX2" fmla="*/ 3200400 w 3200400"/>
              <a:gd name="connsiteY2" fmla="*/ 0 h 6276813"/>
              <a:gd name="connsiteX3" fmla="*/ 3115159 w 3200400"/>
              <a:gd name="connsiteY3" fmla="*/ 0 h 6276813"/>
              <a:gd name="connsiteX4" fmla="*/ 0 w 3200400"/>
              <a:gd name="connsiteY4" fmla="*/ 6276813 h 6276813"/>
              <a:gd name="connsiteX0" fmla="*/ 0 w 3254644"/>
              <a:gd name="connsiteY0" fmla="*/ 6284563 h 6284563"/>
              <a:gd name="connsiteX1" fmla="*/ 945397 w 3254644"/>
              <a:gd name="connsiteY1" fmla="*/ 6276813 h 6284563"/>
              <a:gd name="connsiteX2" fmla="*/ 3254644 w 3254644"/>
              <a:gd name="connsiteY2" fmla="*/ 0 h 6284563"/>
              <a:gd name="connsiteX3" fmla="*/ 3169403 w 3254644"/>
              <a:gd name="connsiteY3" fmla="*/ 0 h 6284563"/>
              <a:gd name="connsiteX4" fmla="*/ 0 w 3254644"/>
              <a:gd name="connsiteY4" fmla="*/ 6284563 h 6284563"/>
              <a:gd name="connsiteX0" fmla="*/ 0 w 3285640"/>
              <a:gd name="connsiteY0" fmla="*/ 6284563 h 6284563"/>
              <a:gd name="connsiteX1" fmla="*/ 976393 w 3285640"/>
              <a:gd name="connsiteY1" fmla="*/ 6276813 h 6284563"/>
              <a:gd name="connsiteX2" fmla="*/ 3285640 w 3285640"/>
              <a:gd name="connsiteY2" fmla="*/ 0 h 6284563"/>
              <a:gd name="connsiteX3" fmla="*/ 3200399 w 3285640"/>
              <a:gd name="connsiteY3" fmla="*/ 0 h 6284563"/>
              <a:gd name="connsiteX4" fmla="*/ 0 w 3285640"/>
              <a:gd name="connsiteY4" fmla="*/ 6284563 h 6284563"/>
              <a:gd name="connsiteX0" fmla="*/ 0 w 2812941"/>
              <a:gd name="connsiteY0" fmla="*/ 6292312 h 6292312"/>
              <a:gd name="connsiteX1" fmla="*/ 503694 w 2812941"/>
              <a:gd name="connsiteY1" fmla="*/ 6276813 h 6292312"/>
              <a:gd name="connsiteX2" fmla="*/ 2812941 w 2812941"/>
              <a:gd name="connsiteY2" fmla="*/ 0 h 6292312"/>
              <a:gd name="connsiteX3" fmla="*/ 2727700 w 2812941"/>
              <a:gd name="connsiteY3" fmla="*/ 0 h 6292312"/>
              <a:gd name="connsiteX4" fmla="*/ 0 w 2812941"/>
              <a:gd name="connsiteY4" fmla="*/ 6292312 h 6292312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24525 w 2809766"/>
              <a:gd name="connsiteY3" fmla="*/ 0 h 6276813"/>
              <a:gd name="connsiteX4" fmla="*/ 0 w 2809766"/>
              <a:gd name="connsiteY4" fmla="*/ 6276437 h 6276813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68975 w 2809766"/>
              <a:gd name="connsiteY3" fmla="*/ 6350 h 6276813"/>
              <a:gd name="connsiteX4" fmla="*/ 0 w 2809766"/>
              <a:gd name="connsiteY4" fmla="*/ 6276437 h 6276813"/>
              <a:gd name="connsiteX0" fmla="*/ 0 w 3264621"/>
              <a:gd name="connsiteY0" fmla="*/ 6270087 h 6270463"/>
              <a:gd name="connsiteX1" fmla="*/ 500519 w 3264621"/>
              <a:gd name="connsiteY1" fmla="*/ 6270463 h 6270463"/>
              <a:gd name="connsiteX2" fmla="*/ 3264621 w 3264621"/>
              <a:gd name="connsiteY2" fmla="*/ 3028 h 6270463"/>
              <a:gd name="connsiteX3" fmla="*/ 2768975 w 3264621"/>
              <a:gd name="connsiteY3" fmla="*/ 0 h 6270463"/>
              <a:gd name="connsiteX4" fmla="*/ 0 w 3264621"/>
              <a:gd name="connsiteY4" fmla="*/ 6270087 h 6270463"/>
              <a:gd name="connsiteX0" fmla="*/ 0 w 3264621"/>
              <a:gd name="connsiteY0" fmla="*/ 6267059 h 6267435"/>
              <a:gd name="connsiteX1" fmla="*/ 500519 w 3264621"/>
              <a:gd name="connsiteY1" fmla="*/ 6267435 h 6267435"/>
              <a:gd name="connsiteX2" fmla="*/ 3264621 w 3264621"/>
              <a:gd name="connsiteY2" fmla="*/ 0 h 6267435"/>
              <a:gd name="connsiteX3" fmla="*/ 3214452 w 3264621"/>
              <a:gd name="connsiteY3" fmla="*/ 1661 h 6267435"/>
              <a:gd name="connsiteX4" fmla="*/ 0 w 3264621"/>
              <a:gd name="connsiteY4" fmla="*/ 6267059 h 626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4621" h="6267435">
                <a:moveTo>
                  <a:pt x="0" y="6267059"/>
                </a:moveTo>
                <a:lnTo>
                  <a:pt x="500519" y="6267435"/>
                </a:lnTo>
                <a:lnTo>
                  <a:pt x="3264621" y="0"/>
                </a:lnTo>
                <a:lnTo>
                  <a:pt x="3214452" y="1661"/>
                </a:lnTo>
                <a:lnTo>
                  <a:pt x="0" y="6267059"/>
                </a:lnTo>
                <a:close/>
              </a:path>
            </a:pathLst>
          </a:custGeom>
          <a:gradFill>
            <a:gsLst>
              <a:gs pos="52000">
                <a:schemeClr val="accent4"/>
              </a:gs>
              <a:gs pos="90000">
                <a:schemeClr val="accent6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396853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Green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347A47-ADDB-726A-B2AC-AF6601AB38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29382" y="0"/>
            <a:ext cx="6862618" cy="6866620"/>
          </a:xfrm>
          <a:custGeom>
            <a:avLst/>
            <a:gdLst>
              <a:gd name="connsiteX0" fmla="*/ 2766197 w 6558116"/>
              <a:gd name="connsiteY0" fmla="*/ 0 h 6276807"/>
              <a:gd name="connsiteX1" fmla="*/ 6558116 w 6558116"/>
              <a:gd name="connsiteY1" fmla="*/ 0 h 6276807"/>
              <a:gd name="connsiteX2" fmla="*/ 6558116 w 6558116"/>
              <a:gd name="connsiteY2" fmla="*/ 6276807 h 6276807"/>
              <a:gd name="connsiteX3" fmla="*/ 0 w 6558116"/>
              <a:gd name="connsiteY3" fmla="*/ 6276807 h 6276807"/>
              <a:gd name="connsiteX4" fmla="*/ 0 w 6558116"/>
              <a:gd name="connsiteY4" fmla="*/ 6276241 h 6276807"/>
              <a:gd name="connsiteX0" fmla="*/ 2939983 w 6731902"/>
              <a:gd name="connsiteY0" fmla="*/ 0 h 6276807"/>
              <a:gd name="connsiteX1" fmla="*/ 6731902 w 6731902"/>
              <a:gd name="connsiteY1" fmla="*/ 0 h 6276807"/>
              <a:gd name="connsiteX2" fmla="*/ 6731902 w 6731902"/>
              <a:gd name="connsiteY2" fmla="*/ 6276807 h 6276807"/>
              <a:gd name="connsiteX3" fmla="*/ 173786 w 6731902"/>
              <a:gd name="connsiteY3" fmla="*/ 6276807 h 6276807"/>
              <a:gd name="connsiteX4" fmla="*/ 0 w 6731902"/>
              <a:gd name="connsiteY4" fmla="*/ 6242427 h 6276807"/>
              <a:gd name="connsiteX5" fmla="*/ 2939983 w 6731902"/>
              <a:gd name="connsiteY5" fmla="*/ 0 h 6276807"/>
              <a:gd name="connsiteX0" fmla="*/ 2949130 w 6731902"/>
              <a:gd name="connsiteY0" fmla="*/ 0 h 6276807"/>
              <a:gd name="connsiteX1" fmla="*/ 6731902 w 6731902"/>
              <a:gd name="connsiteY1" fmla="*/ 0 h 6276807"/>
              <a:gd name="connsiteX2" fmla="*/ 6731902 w 6731902"/>
              <a:gd name="connsiteY2" fmla="*/ 6276807 h 6276807"/>
              <a:gd name="connsiteX3" fmla="*/ 173786 w 6731902"/>
              <a:gd name="connsiteY3" fmla="*/ 6276807 h 6276807"/>
              <a:gd name="connsiteX4" fmla="*/ 0 w 6731902"/>
              <a:gd name="connsiteY4" fmla="*/ 6242427 h 6276807"/>
              <a:gd name="connsiteX5" fmla="*/ 2949130 w 6731902"/>
              <a:gd name="connsiteY5" fmla="*/ 0 h 6276807"/>
              <a:gd name="connsiteX0" fmla="*/ 2967300 w 6750072"/>
              <a:gd name="connsiteY0" fmla="*/ 0 h 6284696"/>
              <a:gd name="connsiteX1" fmla="*/ 6750072 w 6750072"/>
              <a:gd name="connsiteY1" fmla="*/ 0 h 6284696"/>
              <a:gd name="connsiteX2" fmla="*/ 6750072 w 6750072"/>
              <a:gd name="connsiteY2" fmla="*/ 6276807 h 6284696"/>
              <a:gd name="connsiteX3" fmla="*/ 191956 w 6750072"/>
              <a:gd name="connsiteY3" fmla="*/ 6276807 h 6284696"/>
              <a:gd name="connsiteX4" fmla="*/ 0 w 6750072"/>
              <a:gd name="connsiteY4" fmla="*/ 6284696 h 6284696"/>
              <a:gd name="connsiteX5" fmla="*/ 2967300 w 6750072"/>
              <a:gd name="connsiteY5" fmla="*/ 0 h 6284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0072" h="6284696">
                <a:moveTo>
                  <a:pt x="2967300" y="0"/>
                </a:moveTo>
                <a:lnTo>
                  <a:pt x="6750072" y="0"/>
                </a:lnTo>
                <a:lnTo>
                  <a:pt x="6750072" y="6276807"/>
                </a:lnTo>
                <a:lnTo>
                  <a:pt x="191956" y="6276807"/>
                </a:lnTo>
                <a:lnTo>
                  <a:pt x="0" y="6284696"/>
                </a:lnTo>
                <a:cubicBezTo>
                  <a:pt x="922066" y="4192616"/>
                  <a:pt x="2045234" y="2092080"/>
                  <a:pt x="2967300" y="0"/>
                </a:cubicBezTo>
                <a:close/>
              </a:path>
            </a:pathLst>
          </a:custGeom>
          <a:pattFill prst="smConfetti">
            <a:fgClr>
              <a:schemeClr val="bg2"/>
            </a:fgClr>
            <a:bgClr>
              <a:schemeClr val="bg1"/>
            </a:bgClr>
          </a:pattFill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Figtree Medium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938C98-750F-B989-E8A2-47D33F5F8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688" y="457200"/>
            <a:ext cx="4602998" cy="1600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4000"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2D103-5877-6749-18AE-0555B8B45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688" y="2425490"/>
            <a:ext cx="4602997" cy="33321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Figtree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B6BC089-6024-60CC-51A6-E270462E81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8" y="6437960"/>
            <a:ext cx="857519" cy="243268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9B28ACF-39D2-C671-C9B4-9D48311B4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Freeform 2">
            <a:extLst>
              <a:ext uri="{FF2B5EF4-FFF2-40B4-BE49-F238E27FC236}">
                <a16:creationId xmlns:a16="http://schemas.microsoft.com/office/drawing/2014/main" id="{FC5B0D56-4627-AC4F-11C1-0BC865D7A1E5}"/>
              </a:ext>
            </a:extLst>
          </p:cNvPr>
          <p:cNvSpPr/>
          <p:nvPr userDrawn="1"/>
        </p:nvSpPr>
        <p:spPr>
          <a:xfrm>
            <a:off x="4830121" y="-5"/>
            <a:ext cx="3566904" cy="6858005"/>
          </a:xfrm>
          <a:custGeom>
            <a:avLst/>
            <a:gdLst>
              <a:gd name="connsiteX0" fmla="*/ 0 w 3200400"/>
              <a:gd name="connsiteY0" fmla="*/ 6276813 h 6276813"/>
              <a:gd name="connsiteX1" fmla="*/ 891153 w 3200400"/>
              <a:gd name="connsiteY1" fmla="*/ 6276813 h 6276813"/>
              <a:gd name="connsiteX2" fmla="*/ 3200400 w 3200400"/>
              <a:gd name="connsiteY2" fmla="*/ 0 h 6276813"/>
              <a:gd name="connsiteX3" fmla="*/ 3115159 w 3200400"/>
              <a:gd name="connsiteY3" fmla="*/ 0 h 6276813"/>
              <a:gd name="connsiteX4" fmla="*/ 0 w 3200400"/>
              <a:gd name="connsiteY4" fmla="*/ 6276813 h 6276813"/>
              <a:gd name="connsiteX0" fmla="*/ 0 w 3254644"/>
              <a:gd name="connsiteY0" fmla="*/ 6284563 h 6284563"/>
              <a:gd name="connsiteX1" fmla="*/ 945397 w 3254644"/>
              <a:gd name="connsiteY1" fmla="*/ 6276813 h 6284563"/>
              <a:gd name="connsiteX2" fmla="*/ 3254644 w 3254644"/>
              <a:gd name="connsiteY2" fmla="*/ 0 h 6284563"/>
              <a:gd name="connsiteX3" fmla="*/ 3169403 w 3254644"/>
              <a:gd name="connsiteY3" fmla="*/ 0 h 6284563"/>
              <a:gd name="connsiteX4" fmla="*/ 0 w 3254644"/>
              <a:gd name="connsiteY4" fmla="*/ 6284563 h 6284563"/>
              <a:gd name="connsiteX0" fmla="*/ 0 w 3285640"/>
              <a:gd name="connsiteY0" fmla="*/ 6284563 h 6284563"/>
              <a:gd name="connsiteX1" fmla="*/ 976393 w 3285640"/>
              <a:gd name="connsiteY1" fmla="*/ 6276813 h 6284563"/>
              <a:gd name="connsiteX2" fmla="*/ 3285640 w 3285640"/>
              <a:gd name="connsiteY2" fmla="*/ 0 h 6284563"/>
              <a:gd name="connsiteX3" fmla="*/ 3200399 w 3285640"/>
              <a:gd name="connsiteY3" fmla="*/ 0 h 6284563"/>
              <a:gd name="connsiteX4" fmla="*/ 0 w 3285640"/>
              <a:gd name="connsiteY4" fmla="*/ 6284563 h 6284563"/>
              <a:gd name="connsiteX0" fmla="*/ 0 w 2812941"/>
              <a:gd name="connsiteY0" fmla="*/ 6292312 h 6292312"/>
              <a:gd name="connsiteX1" fmla="*/ 503694 w 2812941"/>
              <a:gd name="connsiteY1" fmla="*/ 6276813 h 6292312"/>
              <a:gd name="connsiteX2" fmla="*/ 2812941 w 2812941"/>
              <a:gd name="connsiteY2" fmla="*/ 0 h 6292312"/>
              <a:gd name="connsiteX3" fmla="*/ 2727700 w 2812941"/>
              <a:gd name="connsiteY3" fmla="*/ 0 h 6292312"/>
              <a:gd name="connsiteX4" fmla="*/ 0 w 2812941"/>
              <a:gd name="connsiteY4" fmla="*/ 6292312 h 6292312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24525 w 2809766"/>
              <a:gd name="connsiteY3" fmla="*/ 0 h 6276813"/>
              <a:gd name="connsiteX4" fmla="*/ 0 w 2809766"/>
              <a:gd name="connsiteY4" fmla="*/ 6276437 h 6276813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68975 w 2809766"/>
              <a:gd name="connsiteY3" fmla="*/ 6350 h 6276813"/>
              <a:gd name="connsiteX4" fmla="*/ 0 w 2809766"/>
              <a:gd name="connsiteY4" fmla="*/ 6276437 h 6276813"/>
              <a:gd name="connsiteX0" fmla="*/ 0 w 3264621"/>
              <a:gd name="connsiteY0" fmla="*/ 6270087 h 6270463"/>
              <a:gd name="connsiteX1" fmla="*/ 500519 w 3264621"/>
              <a:gd name="connsiteY1" fmla="*/ 6270463 h 6270463"/>
              <a:gd name="connsiteX2" fmla="*/ 3264621 w 3264621"/>
              <a:gd name="connsiteY2" fmla="*/ 3028 h 6270463"/>
              <a:gd name="connsiteX3" fmla="*/ 2768975 w 3264621"/>
              <a:gd name="connsiteY3" fmla="*/ 0 h 6270463"/>
              <a:gd name="connsiteX4" fmla="*/ 0 w 3264621"/>
              <a:gd name="connsiteY4" fmla="*/ 6270087 h 6270463"/>
              <a:gd name="connsiteX0" fmla="*/ 0 w 3264621"/>
              <a:gd name="connsiteY0" fmla="*/ 6267059 h 6267435"/>
              <a:gd name="connsiteX1" fmla="*/ 500519 w 3264621"/>
              <a:gd name="connsiteY1" fmla="*/ 6267435 h 6267435"/>
              <a:gd name="connsiteX2" fmla="*/ 3264621 w 3264621"/>
              <a:gd name="connsiteY2" fmla="*/ 0 h 6267435"/>
              <a:gd name="connsiteX3" fmla="*/ 3214452 w 3264621"/>
              <a:gd name="connsiteY3" fmla="*/ 1661 h 6267435"/>
              <a:gd name="connsiteX4" fmla="*/ 0 w 3264621"/>
              <a:gd name="connsiteY4" fmla="*/ 6267059 h 626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4621" h="6267435">
                <a:moveTo>
                  <a:pt x="0" y="6267059"/>
                </a:moveTo>
                <a:lnTo>
                  <a:pt x="500519" y="6267435"/>
                </a:lnTo>
                <a:lnTo>
                  <a:pt x="3264621" y="0"/>
                </a:lnTo>
                <a:lnTo>
                  <a:pt x="3214452" y="1661"/>
                </a:lnTo>
                <a:lnTo>
                  <a:pt x="0" y="6267059"/>
                </a:lnTo>
                <a:close/>
              </a:path>
            </a:pathLst>
          </a:custGeom>
          <a:gradFill>
            <a:gsLst>
              <a:gs pos="44000">
                <a:schemeClr val="accent5"/>
              </a:gs>
              <a:gs pos="81000">
                <a:schemeClr val="accent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486359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Gold (Orang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347A47-ADDB-726A-B2AC-AF6601AB38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29382" y="0"/>
            <a:ext cx="6862618" cy="6866620"/>
          </a:xfrm>
          <a:custGeom>
            <a:avLst/>
            <a:gdLst>
              <a:gd name="connsiteX0" fmla="*/ 2766197 w 6558116"/>
              <a:gd name="connsiteY0" fmla="*/ 0 h 6276807"/>
              <a:gd name="connsiteX1" fmla="*/ 6558116 w 6558116"/>
              <a:gd name="connsiteY1" fmla="*/ 0 h 6276807"/>
              <a:gd name="connsiteX2" fmla="*/ 6558116 w 6558116"/>
              <a:gd name="connsiteY2" fmla="*/ 6276807 h 6276807"/>
              <a:gd name="connsiteX3" fmla="*/ 0 w 6558116"/>
              <a:gd name="connsiteY3" fmla="*/ 6276807 h 6276807"/>
              <a:gd name="connsiteX4" fmla="*/ 0 w 6558116"/>
              <a:gd name="connsiteY4" fmla="*/ 6276241 h 6276807"/>
              <a:gd name="connsiteX0" fmla="*/ 2939983 w 6731902"/>
              <a:gd name="connsiteY0" fmla="*/ 0 h 6276807"/>
              <a:gd name="connsiteX1" fmla="*/ 6731902 w 6731902"/>
              <a:gd name="connsiteY1" fmla="*/ 0 h 6276807"/>
              <a:gd name="connsiteX2" fmla="*/ 6731902 w 6731902"/>
              <a:gd name="connsiteY2" fmla="*/ 6276807 h 6276807"/>
              <a:gd name="connsiteX3" fmla="*/ 173786 w 6731902"/>
              <a:gd name="connsiteY3" fmla="*/ 6276807 h 6276807"/>
              <a:gd name="connsiteX4" fmla="*/ 0 w 6731902"/>
              <a:gd name="connsiteY4" fmla="*/ 6242427 h 6276807"/>
              <a:gd name="connsiteX5" fmla="*/ 2939983 w 6731902"/>
              <a:gd name="connsiteY5" fmla="*/ 0 h 6276807"/>
              <a:gd name="connsiteX0" fmla="*/ 2949130 w 6731902"/>
              <a:gd name="connsiteY0" fmla="*/ 0 h 6276807"/>
              <a:gd name="connsiteX1" fmla="*/ 6731902 w 6731902"/>
              <a:gd name="connsiteY1" fmla="*/ 0 h 6276807"/>
              <a:gd name="connsiteX2" fmla="*/ 6731902 w 6731902"/>
              <a:gd name="connsiteY2" fmla="*/ 6276807 h 6276807"/>
              <a:gd name="connsiteX3" fmla="*/ 173786 w 6731902"/>
              <a:gd name="connsiteY3" fmla="*/ 6276807 h 6276807"/>
              <a:gd name="connsiteX4" fmla="*/ 0 w 6731902"/>
              <a:gd name="connsiteY4" fmla="*/ 6242427 h 6276807"/>
              <a:gd name="connsiteX5" fmla="*/ 2949130 w 6731902"/>
              <a:gd name="connsiteY5" fmla="*/ 0 h 6276807"/>
              <a:gd name="connsiteX0" fmla="*/ 2967300 w 6750072"/>
              <a:gd name="connsiteY0" fmla="*/ 0 h 6284696"/>
              <a:gd name="connsiteX1" fmla="*/ 6750072 w 6750072"/>
              <a:gd name="connsiteY1" fmla="*/ 0 h 6284696"/>
              <a:gd name="connsiteX2" fmla="*/ 6750072 w 6750072"/>
              <a:gd name="connsiteY2" fmla="*/ 6276807 h 6284696"/>
              <a:gd name="connsiteX3" fmla="*/ 191956 w 6750072"/>
              <a:gd name="connsiteY3" fmla="*/ 6276807 h 6284696"/>
              <a:gd name="connsiteX4" fmla="*/ 0 w 6750072"/>
              <a:gd name="connsiteY4" fmla="*/ 6284696 h 6284696"/>
              <a:gd name="connsiteX5" fmla="*/ 2967300 w 6750072"/>
              <a:gd name="connsiteY5" fmla="*/ 0 h 6284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0072" h="6284696">
                <a:moveTo>
                  <a:pt x="2967300" y="0"/>
                </a:moveTo>
                <a:lnTo>
                  <a:pt x="6750072" y="0"/>
                </a:lnTo>
                <a:lnTo>
                  <a:pt x="6750072" y="6276807"/>
                </a:lnTo>
                <a:lnTo>
                  <a:pt x="191956" y="6276807"/>
                </a:lnTo>
                <a:lnTo>
                  <a:pt x="0" y="6284696"/>
                </a:lnTo>
                <a:cubicBezTo>
                  <a:pt x="922066" y="4192616"/>
                  <a:pt x="2045234" y="2092080"/>
                  <a:pt x="2967300" y="0"/>
                </a:cubicBezTo>
                <a:close/>
              </a:path>
            </a:pathLst>
          </a:custGeom>
          <a:pattFill prst="smConfetti">
            <a:fgClr>
              <a:schemeClr val="bg2"/>
            </a:fgClr>
            <a:bgClr>
              <a:schemeClr val="bg1"/>
            </a:bgClr>
          </a:pattFill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Figtree Medium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938C98-750F-B989-E8A2-47D33F5F8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688" y="457200"/>
            <a:ext cx="4602998" cy="1600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4000"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2D103-5877-6749-18AE-0555B8B45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688" y="2425490"/>
            <a:ext cx="4602997" cy="33321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Figtree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B6BC089-6024-60CC-51A6-E270462E81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8" y="6437960"/>
            <a:ext cx="857519" cy="243268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9B28ACF-39D2-C671-C9B4-9D48311B4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Freeform 2">
            <a:extLst>
              <a:ext uri="{FF2B5EF4-FFF2-40B4-BE49-F238E27FC236}">
                <a16:creationId xmlns:a16="http://schemas.microsoft.com/office/drawing/2014/main" id="{8CECBD81-6D94-EBB2-5099-28510DA055F7}"/>
              </a:ext>
            </a:extLst>
          </p:cNvPr>
          <p:cNvSpPr/>
          <p:nvPr userDrawn="1"/>
        </p:nvSpPr>
        <p:spPr>
          <a:xfrm>
            <a:off x="4830121" y="-4"/>
            <a:ext cx="3566904" cy="6858004"/>
          </a:xfrm>
          <a:custGeom>
            <a:avLst/>
            <a:gdLst>
              <a:gd name="connsiteX0" fmla="*/ 0 w 3200400"/>
              <a:gd name="connsiteY0" fmla="*/ 6276813 h 6276813"/>
              <a:gd name="connsiteX1" fmla="*/ 891153 w 3200400"/>
              <a:gd name="connsiteY1" fmla="*/ 6276813 h 6276813"/>
              <a:gd name="connsiteX2" fmla="*/ 3200400 w 3200400"/>
              <a:gd name="connsiteY2" fmla="*/ 0 h 6276813"/>
              <a:gd name="connsiteX3" fmla="*/ 3115159 w 3200400"/>
              <a:gd name="connsiteY3" fmla="*/ 0 h 6276813"/>
              <a:gd name="connsiteX4" fmla="*/ 0 w 3200400"/>
              <a:gd name="connsiteY4" fmla="*/ 6276813 h 6276813"/>
              <a:gd name="connsiteX0" fmla="*/ 0 w 3254644"/>
              <a:gd name="connsiteY0" fmla="*/ 6284563 h 6284563"/>
              <a:gd name="connsiteX1" fmla="*/ 945397 w 3254644"/>
              <a:gd name="connsiteY1" fmla="*/ 6276813 h 6284563"/>
              <a:gd name="connsiteX2" fmla="*/ 3254644 w 3254644"/>
              <a:gd name="connsiteY2" fmla="*/ 0 h 6284563"/>
              <a:gd name="connsiteX3" fmla="*/ 3169403 w 3254644"/>
              <a:gd name="connsiteY3" fmla="*/ 0 h 6284563"/>
              <a:gd name="connsiteX4" fmla="*/ 0 w 3254644"/>
              <a:gd name="connsiteY4" fmla="*/ 6284563 h 6284563"/>
              <a:gd name="connsiteX0" fmla="*/ 0 w 3285640"/>
              <a:gd name="connsiteY0" fmla="*/ 6284563 h 6284563"/>
              <a:gd name="connsiteX1" fmla="*/ 976393 w 3285640"/>
              <a:gd name="connsiteY1" fmla="*/ 6276813 h 6284563"/>
              <a:gd name="connsiteX2" fmla="*/ 3285640 w 3285640"/>
              <a:gd name="connsiteY2" fmla="*/ 0 h 6284563"/>
              <a:gd name="connsiteX3" fmla="*/ 3200399 w 3285640"/>
              <a:gd name="connsiteY3" fmla="*/ 0 h 6284563"/>
              <a:gd name="connsiteX4" fmla="*/ 0 w 3285640"/>
              <a:gd name="connsiteY4" fmla="*/ 6284563 h 6284563"/>
              <a:gd name="connsiteX0" fmla="*/ 0 w 2812941"/>
              <a:gd name="connsiteY0" fmla="*/ 6292312 h 6292312"/>
              <a:gd name="connsiteX1" fmla="*/ 503694 w 2812941"/>
              <a:gd name="connsiteY1" fmla="*/ 6276813 h 6292312"/>
              <a:gd name="connsiteX2" fmla="*/ 2812941 w 2812941"/>
              <a:gd name="connsiteY2" fmla="*/ 0 h 6292312"/>
              <a:gd name="connsiteX3" fmla="*/ 2727700 w 2812941"/>
              <a:gd name="connsiteY3" fmla="*/ 0 h 6292312"/>
              <a:gd name="connsiteX4" fmla="*/ 0 w 2812941"/>
              <a:gd name="connsiteY4" fmla="*/ 6292312 h 6292312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24525 w 2809766"/>
              <a:gd name="connsiteY3" fmla="*/ 0 h 6276813"/>
              <a:gd name="connsiteX4" fmla="*/ 0 w 2809766"/>
              <a:gd name="connsiteY4" fmla="*/ 6276437 h 6276813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68975 w 2809766"/>
              <a:gd name="connsiteY3" fmla="*/ 6350 h 6276813"/>
              <a:gd name="connsiteX4" fmla="*/ 0 w 2809766"/>
              <a:gd name="connsiteY4" fmla="*/ 6276437 h 6276813"/>
              <a:gd name="connsiteX0" fmla="*/ 0 w 3264621"/>
              <a:gd name="connsiteY0" fmla="*/ 6270087 h 6270463"/>
              <a:gd name="connsiteX1" fmla="*/ 500519 w 3264621"/>
              <a:gd name="connsiteY1" fmla="*/ 6270463 h 6270463"/>
              <a:gd name="connsiteX2" fmla="*/ 3264621 w 3264621"/>
              <a:gd name="connsiteY2" fmla="*/ 3028 h 6270463"/>
              <a:gd name="connsiteX3" fmla="*/ 2768975 w 3264621"/>
              <a:gd name="connsiteY3" fmla="*/ 0 h 6270463"/>
              <a:gd name="connsiteX4" fmla="*/ 0 w 3264621"/>
              <a:gd name="connsiteY4" fmla="*/ 6270087 h 6270463"/>
              <a:gd name="connsiteX0" fmla="*/ 0 w 3264621"/>
              <a:gd name="connsiteY0" fmla="*/ 6267059 h 6267435"/>
              <a:gd name="connsiteX1" fmla="*/ 500519 w 3264621"/>
              <a:gd name="connsiteY1" fmla="*/ 6267435 h 6267435"/>
              <a:gd name="connsiteX2" fmla="*/ 3264621 w 3264621"/>
              <a:gd name="connsiteY2" fmla="*/ 0 h 6267435"/>
              <a:gd name="connsiteX3" fmla="*/ 3214452 w 3264621"/>
              <a:gd name="connsiteY3" fmla="*/ 1661 h 6267435"/>
              <a:gd name="connsiteX4" fmla="*/ 0 w 3264621"/>
              <a:gd name="connsiteY4" fmla="*/ 6267059 h 626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4621" h="6267435">
                <a:moveTo>
                  <a:pt x="0" y="6267059"/>
                </a:moveTo>
                <a:lnTo>
                  <a:pt x="500519" y="6267435"/>
                </a:lnTo>
                <a:lnTo>
                  <a:pt x="3264621" y="0"/>
                </a:lnTo>
                <a:lnTo>
                  <a:pt x="3214452" y="1661"/>
                </a:lnTo>
                <a:lnTo>
                  <a:pt x="0" y="6267059"/>
                </a:lnTo>
                <a:close/>
              </a:path>
            </a:pathLst>
          </a:custGeom>
          <a:gradFill>
            <a:gsLst>
              <a:gs pos="49000">
                <a:schemeClr val="accent6"/>
              </a:gs>
              <a:gs pos="87000">
                <a:schemeClr val="accent3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215557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cial Visual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spiral galaxy in space&#10;&#10;AI-generated content may be incorrect.">
            <a:extLst>
              <a:ext uri="{FF2B5EF4-FFF2-40B4-BE49-F238E27FC236}">
                <a16:creationId xmlns:a16="http://schemas.microsoft.com/office/drawing/2014/main" id="{B4257FEA-E4BB-4184-2551-6E913CF483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-2"/>
            <a:ext cx="12192001" cy="6858001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8BF65B6-1EC6-0050-C338-5991974A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6951CC-9176-5B3E-0EA1-1A8F0BBD046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8" y="6437960"/>
            <a:ext cx="857519" cy="243268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097A2759-5262-98FC-2BA1-75A1A11F3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597" y="365125"/>
            <a:ext cx="11491993" cy="1169207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>
              <a:lnSpc>
                <a:spcPct val="80000"/>
              </a:lnSpc>
              <a:defRPr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4013314-73E8-EBCE-C957-B401AB4F5C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2572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2400" b="0" i="0">
                <a:solidFill>
                  <a:schemeClr val="bg1"/>
                </a:solidFill>
                <a:latin typeface="Figtree" pitchFamily="2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sz="2400" b="0" i="0">
                <a:solidFill>
                  <a:schemeClr val="bg1"/>
                </a:solidFill>
                <a:latin typeface="Figtree" pitchFamily="2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sz="2400" b="0" i="0">
                <a:solidFill>
                  <a:schemeClr val="bg1"/>
                </a:solidFill>
                <a:latin typeface="Figtree" pitchFamily="2" charset="0"/>
              </a:defRPr>
            </a:lvl3pPr>
            <a:lvl4pPr marL="1657350" indent="-285750">
              <a:buFont typeface="Arial" panose="020B0604020202020204" pitchFamily="34" charset="0"/>
              <a:buChar char="•"/>
              <a:defRPr sz="2400" b="0" i="0">
                <a:solidFill>
                  <a:schemeClr val="bg1"/>
                </a:solidFill>
                <a:latin typeface="Figtree" pitchFamily="2" charset="0"/>
              </a:defRPr>
            </a:lvl4pPr>
            <a:lvl5pPr marL="2114550" indent="-285750">
              <a:buFont typeface="Arial" panose="020B0604020202020204" pitchFamily="34" charset="0"/>
              <a:buChar char="•"/>
              <a:defRPr sz="2400" b="0" i="0">
                <a:solidFill>
                  <a:schemeClr val="bg1"/>
                </a:solidFill>
                <a:latin typeface="Figtree" pitchFamily="2" charset="0"/>
              </a:defRPr>
            </a:lvl5pPr>
          </a:lstStyle>
          <a:p>
            <a:pPr lvl="0"/>
            <a:r>
              <a:rPr lang="en-US" err="1"/>
              <a:t>Click</a:t>
            </a:r>
            <a:r>
              <a:rPr lang="en-US"/>
              <a:t>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33346366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cial Visual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ue sky with stars&#10;&#10;AI-generated content may be incorrect.">
            <a:extLst>
              <a:ext uri="{FF2B5EF4-FFF2-40B4-BE49-F238E27FC236}">
                <a16:creationId xmlns:a16="http://schemas.microsoft.com/office/drawing/2014/main" id="{58E6D3C4-DD7C-11D1-CC5C-C7C19C2E03F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65488" cy="6858001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B4B291A-88AF-2996-D687-D14BAEE37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454130"/>
            <a:ext cx="5257800" cy="228600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8BF65B6-1EC6-0050-C338-5991974A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6951CC-9176-5B3E-0EA1-1A8F0BBD046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8" y="6437960"/>
            <a:ext cx="857519" cy="243268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00752B1A-76E1-75DA-9E43-9F36E6609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597" y="365125"/>
            <a:ext cx="11491993" cy="1169207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>
              <a:lnSpc>
                <a:spcPct val="80000"/>
              </a:lnSpc>
              <a:defRPr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A605919-F812-D6B7-6733-93A21095D6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2572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2400" b="0" i="0">
                <a:solidFill>
                  <a:schemeClr val="bg1"/>
                </a:solidFill>
                <a:latin typeface="Figtree" pitchFamily="2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sz="2400" b="0" i="0">
                <a:solidFill>
                  <a:schemeClr val="bg1"/>
                </a:solidFill>
                <a:latin typeface="Figtree" pitchFamily="2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sz="2400" b="0" i="0">
                <a:solidFill>
                  <a:schemeClr val="bg1"/>
                </a:solidFill>
                <a:latin typeface="Figtree" pitchFamily="2" charset="0"/>
              </a:defRPr>
            </a:lvl3pPr>
            <a:lvl4pPr marL="1657350" indent="-285750">
              <a:buFont typeface="Arial" panose="020B0604020202020204" pitchFamily="34" charset="0"/>
              <a:buChar char="•"/>
              <a:defRPr sz="2400" b="0" i="0">
                <a:solidFill>
                  <a:schemeClr val="bg1"/>
                </a:solidFill>
                <a:latin typeface="Figtree" pitchFamily="2" charset="0"/>
              </a:defRPr>
            </a:lvl4pPr>
            <a:lvl5pPr marL="2114550" indent="-285750">
              <a:buFont typeface="Arial" panose="020B0604020202020204" pitchFamily="34" charset="0"/>
              <a:buChar char="•"/>
              <a:defRPr sz="2400" b="0" i="0">
                <a:solidFill>
                  <a:schemeClr val="bg1"/>
                </a:solidFill>
                <a:latin typeface="Figtree" pitchFamily="2" charset="0"/>
              </a:defRPr>
            </a:lvl5pPr>
          </a:lstStyle>
          <a:p>
            <a:pPr lvl="0"/>
            <a:r>
              <a:rPr lang="en-US" err="1"/>
              <a:t>Click</a:t>
            </a:r>
            <a:r>
              <a:rPr lang="en-US"/>
              <a:t>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4539144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cial Visual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n astronaut floating in space&#10;&#10;AI-generated content may be incorrect.">
            <a:extLst>
              <a:ext uri="{FF2B5EF4-FFF2-40B4-BE49-F238E27FC236}">
                <a16:creationId xmlns:a16="http://schemas.microsoft.com/office/drawing/2014/main" id="{9DA1DE89-B1B4-0B78-BA7D-98605CF2B49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229483" y="-1"/>
            <a:ext cx="6962517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7938C98-750F-B989-E8A2-47D33F5F8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688" y="457200"/>
            <a:ext cx="4602998" cy="1600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4000"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2D103-5877-6749-18AE-0555B8B45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688" y="2425490"/>
            <a:ext cx="4602997" cy="33321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Figtree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B4B291A-88AF-2996-D687-D14BAEE37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454130"/>
            <a:ext cx="5257800" cy="228600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8BF65B6-1EC6-0050-C338-5991974A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6951CC-9176-5B3E-0EA1-1A8F0BBD046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8" y="6437960"/>
            <a:ext cx="857519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981113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cial Visual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ue planet with a bright light&#10;&#10;AI-generated content may be incorrect.">
            <a:extLst>
              <a:ext uri="{FF2B5EF4-FFF2-40B4-BE49-F238E27FC236}">
                <a16:creationId xmlns:a16="http://schemas.microsoft.com/office/drawing/2014/main" id="{5928C9F9-2416-28F6-1432-DDAFD45C885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17712" y="-1"/>
            <a:ext cx="6874288" cy="685335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7938C98-750F-B989-E8A2-47D33F5F8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688" y="457200"/>
            <a:ext cx="4602998" cy="1600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4000"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2D103-5877-6749-18AE-0555B8B45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688" y="2425490"/>
            <a:ext cx="4602997" cy="33321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Figtree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B4B291A-88AF-2996-D687-D14BAEE37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454130"/>
            <a:ext cx="5257800" cy="228600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8BF65B6-1EC6-0050-C338-5991974A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6951CC-9176-5B3E-0EA1-1A8F0BBD046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8" y="6437960"/>
            <a:ext cx="857519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863231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A1374A-4FD1-F1A4-3B49-EFD13560F1C3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itle 1">
            <a:extLst>
              <a:ext uri="{FF2B5EF4-FFF2-40B4-BE49-F238E27FC236}">
                <a16:creationId xmlns:a16="http://schemas.microsoft.com/office/drawing/2014/main" id="{728F9DD8-18B8-E17F-4A81-93C4DD686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597" y="365125"/>
            <a:ext cx="11491993" cy="1207953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>
              <a:lnSpc>
                <a:spcPct val="80000"/>
              </a:lnSpc>
              <a:defRPr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74E2FE70-C1DA-31EB-EEA3-F73AC1A92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454130"/>
            <a:ext cx="5257800" cy="228600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endParaRPr lang="en-US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F8F2ECD-EA50-2550-0B02-4B2C95344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53AC61-82C3-E5FF-66C1-161CB2EFC3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8" y="6437960"/>
            <a:ext cx="857519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269866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A1374A-4FD1-F1A4-3B49-EFD13560F1C3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824F201-E457-E817-0DA2-9E61ACCA7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454130"/>
            <a:ext cx="5257800" cy="228600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endParaRPr lang="en-US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EDE1051-0FED-5451-0D36-8DE7C56B7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95D178-B3AE-EA2C-9A08-EB6D085096F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8" y="6437960"/>
            <a:ext cx="857519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003358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2860976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ll Quote Blue">
    <p:bg>
      <p:bgPr>
        <a:gradFill>
          <a:gsLst>
            <a:gs pos="0">
              <a:schemeClr val="accent2"/>
            </a:gs>
            <a:gs pos="54000">
              <a:schemeClr val="tx2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863F30FA-505B-32FE-61E1-90E76DE729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97660" y="456716"/>
            <a:ext cx="6294340" cy="6401284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9338CB-4134-07F0-A6E3-3EF2DA35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828924" y="2206256"/>
            <a:ext cx="6942397" cy="24454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3600" b="0" i="0">
                <a:solidFill>
                  <a:schemeClr val="bg1"/>
                </a:solidFill>
                <a:latin typeface="Figtree Light" pitchFamily="2" charset="0"/>
              </a:defRPr>
            </a:lvl1pPr>
            <a:lvl2pPr marL="457200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2pPr>
            <a:lvl3pPr marL="914400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3pPr>
            <a:lvl4pPr marL="1371600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4pPr>
            <a:lvl5pPr marL="1828800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5pPr>
          </a:lstStyle>
          <a:p>
            <a:pPr lvl="0"/>
            <a:r>
              <a:rPr lang="en-US"/>
              <a:t>This is a pull-quote placeholder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946C71-CFFD-7494-173E-E1849C44E80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1928" y="1831753"/>
            <a:ext cx="1348751" cy="1039037"/>
          </a:xfrm>
          <a:prstGeom prst="rect">
            <a:avLst/>
          </a:prstGeom>
        </p:spPr>
      </p:pic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09FD9171-277F-DDF9-1325-B01478A34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454130"/>
            <a:ext cx="5257800" cy="228600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F502D63-98F2-0192-9694-5687D8D05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0622538-DB89-0185-9E98-C8D31813769B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F0FF596D-CC26-E4B0-EC5C-182E1E7E40D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8" y="6437960"/>
            <a:ext cx="857519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463665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ll Quote Plum">
    <p:bg>
      <p:bgPr>
        <a:gradFill>
          <a:gsLst>
            <a:gs pos="0">
              <a:schemeClr val="accent2"/>
            </a:gs>
            <a:gs pos="54000">
              <a:schemeClr val="accent3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863F30FA-505B-32FE-61E1-90E76DE729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97660" y="456716"/>
            <a:ext cx="6294340" cy="6401284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9338CB-4134-07F0-A6E3-3EF2DA35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828924" y="2206256"/>
            <a:ext cx="6942397" cy="24454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3600" b="0" i="0">
                <a:solidFill>
                  <a:schemeClr val="bg1"/>
                </a:solidFill>
                <a:latin typeface="Figtree Light" pitchFamily="2" charset="0"/>
              </a:defRPr>
            </a:lvl1pPr>
            <a:lvl2pPr marL="457200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2pPr>
            <a:lvl3pPr marL="914400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3pPr>
            <a:lvl4pPr marL="1371600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4pPr>
            <a:lvl5pPr marL="1828800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5pPr>
          </a:lstStyle>
          <a:p>
            <a:pPr lvl="0"/>
            <a:r>
              <a:rPr lang="en-US"/>
              <a:t>This is a pull-quote placeholder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946C71-CFFD-7494-173E-E1849C44E80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1928" y="1831753"/>
            <a:ext cx="1348751" cy="1039037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04622215-CDBD-8F81-E9EA-A31736F27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454130"/>
            <a:ext cx="5257800" cy="228600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E1CE688-D74E-8D3C-C8FB-273D20447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56F17F2-AAEF-FEEE-FEB8-8DF375D781F2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BE6E5B02-D478-7B84-9936-C8A086849FB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8" y="6437960"/>
            <a:ext cx="857519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376275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ll Quote Gold">
    <p:bg>
      <p:bgPr>
        <a:gradFill>
          <a:gsLst>
            <a:gs pos="0">
              <a:schemeClr val="accent6"/>
            </a:gs>
            <a:gs pos="54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863F30FA-505B-32FE-61E1-90E76DE729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97660" y="456716"/>
            <a:ext cx="6294340" cy="6401284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9338CB-4134-07F0-A6E3-3EF2DA35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828924" y="2206256"/>
            <a:ext cx="6942397" cy="24454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3600" b="0" i="0">
                <a:solidFill>
                  <a:schemeClr val="bg1"/>
                </a:solidFill>
                <a:latin typeface="Figtree Light" pitchFamily="2" charset="0"/>
              </a:defRPr>
            </a:lvl1pPr>
            <a:lvl2pPr marL="457200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2pPr>
            <a:lvl3pPr marL="914400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3pPr>
            <a:lvl4pPr marL="1371600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4pPr>
            <a:lvl5pPr marL="1828800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5pPr>
          </a:lstStyle>
          <a:p>
            <a:pPr lvl="0"/>
            <a:r>
              <a:rPr lang="en-US"/>
              <a:t>This is a pull-quote placeholder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946C71-CFFD-7494-173E-E1849C44E80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1928" y="1831753"/>
            <a:ext cx="1348751" cy="1039037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05A297F6-6D91-6866-9EAE-725714B7E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454130"/>
            <a:ext cx="5257800" cy="228600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EFF9B6A-2657-DE51-519D-1E20B3FDA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AD89207-345D-F496-AF0B-592807269139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07A89A59-A76B-D96F-9CE2-1086D4C06B3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8" y="6437960"/>
            <a:ext cx="857519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994071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ll Quote Green">
    <p:bg>
      <p:bgPr>
        <a:gradFill>
          <a:gsLst>
            <a:gs pos="0">
              <a:schemeClr val="accent2"/>
            </a:gs>
            <a:gs pos="54000">
              <a:schemeClr val="accent5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863F30FA-505B-32FE-61E1-90E76DE729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97660" y="456716"/>
            <a:ext cx="6294340" cy="6401284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9338CB-4134-07F0-A6E3-3EF2DA35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828924" y="2206256"/>
            <a:ext cx="6942397" cy="24454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3600" b="0" i="0">
                <a:solidFill>
                  <a:schemeClr val="bg1"/>
                </a:solidFill>
                <a:latin typeface="Figtree Light" pitchFamily="2" charset="0"/>
              </a:defRPr>
            </a:lvl1pPr>
            <a:lvl2pPr marL="457200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2pPr>
            <a:lvl3pPr marL="914400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3pPr>
            <a:lvl4pPr marL="1371600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4pPr>
            <a:lvl5pPr marL="1828800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5pPr>
          </a:lstStyle>
          <a:p>
            <a:pPr lvl="0"/>
            <a:r>
              <a:rPr lang="en-US"/>
              <a:t>This is a pull-quote placeholder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946C71-CFFD-7494-173E-E1849C44E80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1928" y="1831753"/>
            <a:ext cx="1348751" cy="1039037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09E71E1C-E08F-F30E-182A-6072F71D2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454130"/>
            <a:ext cx="5257800" cy="228600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507A87D-5CC5-BF86-C0AA-3E1DDCEA1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6BBC947-4C17-284C-CC69-494D42DEE5CC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87BA6484-6E55-DD5F-9E5D-1E9FEF47CF2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8" y="6437960"/>
            <a:ext cx="857519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225149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ll Quote Orange">
    <p:bg>
      <p:bgPr>
        <a:gradFill>
          <a:gsLst>
            <a:gs pos="0">
              <a:schemeClr val="accent3"/>
            </a:gs>
            <a:gs pos="54000">
              <a:schemeClr val="accent6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863F30FA-505B-32FE-61E1-90E76DE729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97660" y="456716"/>
            <a:ext cx="6294340" cy="6401284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9338CB-4134-07F0-A6E3-3EF2DA35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828924" y="2206256"/>
            <a:ext cx="6942397" cy="24454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3600" b="0" i="0">
                <a:solidFill>
                  <a:schemeClr val="bg1"/>
                </a:solidFill>
                <a:latin typeface="Figtree Light" pitchFamily="2" charset="0"/>
              </a:defRPr>
            </a:lvl1pPr>
            <a:lvl2pPr marL="457200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2pPr>
            <a:lvl3pPr marL="914400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3pPr>
            <a:lvl4pPr marL="1371600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4pPr>
            <a:lvl5pPr marL="1828800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5pPr>
          </a:lstStyle>
          <a:p>
            <a:pPr lvl="0"/>
            <a:r>
              <a:rPr lang="en-US"/>
              <a:t>This is a pull-quote placeholder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946C71-CFFD-7494-173E-E1849C44E80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1928" y="1831753"/>
            <a:ext cx="1348751" cy="1039037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94F4E8A-4281-3DD1-D18E-F1D01CE48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454130"/>
            <a:ext cx="5257800" cy="228600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260A482-67B1-88FD-50A7-98D6A2DC1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7334E67-BF46-822A-CDA7-B19153C5567B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97922417-E2C6-1B89-E477-CE2A211BCE6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8" y="6437960"/>
            <a:ext cx="857519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649051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CDF5FA7B-72FB-B64A-A69A-D4755A18580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32"/>
          <a:stretch/>
        </p:blipFill>
        <p:spPr>
          <a:xfrm>
            <a:off x="5897660" y="1502250"/>
            <a:ext cx="6294340" cy="53486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BD38FA1-D8E9-0B4D-6720-EFD5DD0BA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597" y="365125"/>
            <a:ext cx="11491993" cy="1169207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>
              <a:lnSpc>
                <a:spcPct val="80000"/>
              </a:lnSpc>
              <a:defRPr b="1" i="0">
                <a:solidFill>
                  <a:schemeClr val="accent2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3389C-B1D7-C694-57D5-6C711FC198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2572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800" b="0" i="0">
                <a:solidFill>
                  <a:schemeClr val="tx2"/>
                </a:solidFill>
                <a:latin typeface="Figtree" pitchFamily="2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sz="1800" b="0" i="0">
                <a:solidFill>
                  <a:schemeClr val="tx2"/>
                </a:solidFill>
                <a:latin typeface="Figtree" pitchFamily="2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sz="1800" b="0" i="0">
                <a:solidFill>
                  <a:schemeClr val="tx2"/>
                </a:solidFill>
                <a:latin typeface="Figtree" pitchFamily="2" charset="0"/>
              </a:defRPr>
            </a:lvl3pPr>
            <a:lvl4pPr marL="1657350" indent="-285750">
              <a:buFont typeface="Arial" panose="020B0604020202020204" pitchFamily="34" charset="0"/>
              <a:buChar char="•"/>
              <a:defRPr sz="1800" b="0" i="0">
                <a:solidFill>
                  <a:schemeClr val="tx2"/>
                </a:solidFill>
                <a:latin typeface="Figtree" pitchFamily="2" charset="0"/>
              </a:defRPr>
            </a:lvl4pPr>
            <a:lvl5pPr marL="2114550" indent="-285750">
              <a:buFont typeface="Arial" panose="020B0604020202020204" pitchFamily="34" charset="0"/>
              <a:buChar char="•"/>
              <a:defRPr sz="1800" b="0" i="0">
                <a:solidFill>
                  <a:schemeClr val="tx2"/>
                </a:solidFill>
                <a:latin typeface="Figtree" pitchFamily="2" charset="0"/>
              </a:defRPr>
            </a:lvl5pPr>
          </a:lstStyle>
          <a:p>
            <a:pPr lvl="0"/>
            <a:r>
              <a:rPr lang="en-US" err="1"/>
              <a:t>Click</a:t>
            </a:r>
            <a:r>
              <a:rPr lang="en-US"/>
              <a:t>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F355BC-998E-5A09-3C72-65E885D3B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454130"/>
            <a:ext cx="5257800" cy="228600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C3EAA-1CA5-FCD9-354C-BC491AF39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27D6499-7F82-8950-61E9-B99B5A5DBC7B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A blue and black logo&#10;&#10;AI-generated content may be incorrect.">
            <a:extLst>
              <a:ext uri="{FF2B5EF4-FFF2-40B4-BE49-F238E27FC236}">
                <a16:creationId xmlns:a16="http://schemas.microsoft.com/office/drawing/2014/main" id="{94F72188-A0A9-5F3A-CF20-6B8F5FE585F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597" y="6437960"/>
            <a:ext cx="857522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921217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38C98-750F-B989-E8A2-47D33F5F8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688" y="457200"/>
            <a:ext cx="4602998" cy="1600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4000" b="1" i="0">
                <a:solidFill>
                  <a:schemeClr val="accent2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347A47-ADDB-726A-B2AC-AF6601AB38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00658" y="1"/>
            <a:ext cx="6891342" cy="6858000"/>
          </a:xfrm>
          <a:custGeom>
            <a:avLst/>
            <a:gdLst>
              <a:gd name="connsiteX0" fmla="*/ 2766197 w 6558116"/>
              <a:gd name="connsiteY0" fmla="*/ 0 h 6276807"/>
              <a:gd name="connsiteX1" fmla="*/ 6558116 w 6558116"/>
              <a:gd name="connsiteY1" fmla="*/ 0 h 6276807"/>
              <a:gd name="connsiteX2" fmla="*/ 6558116 w 6558116"/>
              <a:gd name="connsiteY2" fmla="*/ 6276807 h 6276807"/>
              <a:gd name="connsiteX3" fmla="*/ 0 w 6558116"/>
              <a:gd name="connsiteY3" fmla="*/ 6276807 h 6276807"/>
              <a:gd name="connsiteX4" fmla="*/ 0 w 6558116"/>
              <a:gd name="connsiteY4" fmla="*/ 6276241 h 6276807"/>
              <a:gd name="connsiteX0" fmla="*/ 3043116 w 6835035"/>
              <a:gd name="connsiteY0" fmla="*/ 0 h 6276807"/>
              <a:gd name="connsiteX1" fmla="*/ 6835035 w 6835035"/>
              <a:gd name="connsiteY1" fmla="*/ 0 h 6276807"/>
              <a:gd name="connsiteX2" fmla="*/ 6835035 w 6835035"/>
              <a:gd name="connsiteY2" fmla="*/ 6276807 h 6276807"/>
              <a:gd name="connsiteX3" fmla="*/ 276919 w 6835035"/>
              <a:gd name="connsiteY3" fmla="*/ 6276807 h 6276807"/>
              <a:gd name="connsiteX4" fmla="*/ 0 w 6835035"/>
              <a:gd name="connsiteY4" fmla="*/ 6244460 h 6276807"/>
              <a:gd name="connsiteX5" fmla="*/ 3043116 w 6835035"/>
              <a:gd name="connsiteY5" fmla="*/ 0 h 6276807"/>
              <a:gd name="connsiteX0" fmla="*/ 3077731 w 6869650"/>
              <a:gd name="connsiteY0" fmla="*/ 0 h 6286835"/>
              <a:gd name="connsiteX1" fmla="*/ 6869650 w 6869650"/>
              <a:gd name="connsiteY1" fmla="*/ 0 h 6286835"/>
              <a:gd name="connsiteX2" fmla="*/ 6869650 w 6869650"/>
              <a:gd name="connsiteY2" fmla="*/ 6276807 h 6286835"/>
              <a:gd name="connsiteX3" fmla="*/ 311534 w 6869650"/>
              <a:gd name="connsiteY3" fmla="*/ 6276807 h 6286835"/>
              <a:gd name="connsiteX4" fmla="*/ 0 w 6869650"/>
              <a:gd name="connsiteY4" fmla="*/ 6286835 h 6286835"/>
              <a:gd name="connsiteX5" fmla="*/ 3077731 w 6869650"/>
              <a:gd name="connsiteY5" fmla="*/ 0 h 6286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69650" h="6286835">
                <a:moveTo>
                  <a:pt x="3077731" y="0"/>
                </a:moveTo>
                <a:lnTo>
                  <a:pt x="6869650" y="0"/>
                </a:lnTo>
                <a:lnTo>
                  <a:pt x="6869650" y="6276807"/>
                </a:lnTo>
                <a:lnTo>
                  <a:pt x="311534" y="6276807"/>
                </a:lnTo>
                <a:lnTo>
                  <a:pt x="0" y="6286835"/>
                </a:lnTo>
                <a:cubicBezTo>
                  <a:pt x="922066" y="4194755"/>
                  <a:pt x="2155665" y="2092080"/>
                  <a:pt x="3077731" y="0"/>
                </a:cubicBezTo>
                <a:close/>
              </a:path>
            </a:pathLst>
          </a:custGeom>
          <a:pattFill prst="weave">
            <a:fgClr>
              <a:schemeClr val="bg2"/>
            </a:fgClr>
            <a:bgClr>
              <a:schemeClr val="bg1"/>
            </a:bgClr>
          </a:pattFill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Figtree Medium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2D103-5877-6749-18AE-0555B8B45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688" y="2425490"/>
            <a:ext cx="4602997" cy="33321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Figtree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27B69F9-398F-2D7E-E260-B1CEDB7E7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454130"/>
            <a:ext cx="5257800" cy="228600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9B28ACF-39D2-C671-C9B4-9D48311B4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blue and black logo&#10;&#10;AI-generated content may be incorrect.">
            <a:extLst>
              <a:ext uri="{FF2B5EF4-FFF2-40B4-BE49-F238E27FC236}">
                <a16:creationId xmlns:a16="http://schemas.microsoft.com/office/drawing/2014/main" id="{FB6BC089-6024-60CC-51A6-E270462E81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597" y="6437960"/>
            <a:ext cx="857522" cy="243268"/>
          </a:xfrm>
          <a:prstGeom prst="rect">
            <a:avLst/>
          </a:prstGeom>
        </p:spPr>
      </p:pic>
      <p:sp>
        <p:nvSpPr>
          <p:cNvPr id="17" name="Freeform 16">
            <a:extLst>
              <a:ext uri="{FF2B5EF4-FFF2-40B4-BE49-F238E27FC236}">
                <a16:creationId xmlns:a16="http://schemas.microsoft.com/office/drawing/2014/main" id="{43C4FB2F-E7D0-EBC7-4DDB-6CC86298818F}"/>
              </a:ext>
            </a:extLst>
          </p:cNvPr>
          <p:cNvSpPr/>
          <p:nvPr userDrawn="1"/>
        </p:nvSpPr>
        <p:spPr>
          <a:xfrm>
            <a:off x="4809511" y="-5"/>
            <a:ext cx="3605100" cy="6858005"/>
          </a:xfrm>
          <a:custGeom>
            <a:avLst/>
            <a:gdLst>
              <a:gd name="connsiteX0" fmla="*/ 0 w 3200400"/>
              <a:gd name="connsiteY0" fmla="*/ 6276813 h 6276813"/>
              <a:gd name="connsiteX1" fmla="*/ 891153 w 3200400"/>
              <a:gd name="connsiteY1" fmla="*/ 6276813 h 6276813"/>
              <a:gd name="connsiteX2" fmla="*/ 3200400 w 3200400"/>
              <a:gd name="connsiteY2" fmla="*/ 0 h 6276813"/>
              <a:gd name="connsiteX3" fmla="*/ 3115159 w 3200400"/>
              <a:gd name="connsiteY3" fmla="*/ 0 h 6276813"/>
              <a:gd name="connsiteX4" fmla="*/ 0 w 3200400"/>
              <a:gd name="connsiteY4" fmla="*/ 6276813 h 6276813"/>
              <a:gd name="connsiteX0" fmla="*/ 0 w 3254644"/>
              <a:gd name="connsiteY0" fmla="*/ 6284563 h 6284563"/>
              <a:gd name="connsiteX1" fmla="*/ 945397 w 3254644"/>
              <a:gd name="connsiteY1" fmla="*/ 6276813 h 6284563"/>
              <a:gd name="connsiteX2" fmla="*/ 3254644 w 3254644"/>
              <a:gd name="connsiteY2" fmla="*/ 0 h 6284563"/>
              <a:gd name="connsiteX3" fmla="*/ 3169403 w 3254644"/>
              <a:gd name="connsiteY3" fmla="*/ 0 h 6284563"/>
              <a:gd name="connsiteX4" fmla="*/ 0 w 3254644"/>
              <a:gd name="connsiteY4" fmla="*/ 6284563 h 6284563"/>
              <a:gd name="connsiteX0" fmla="*/ 0 w 3285640"/>
              <a:gd name="connsiteY0" fmla="*/ 6284563 h 6284563"/>
              <a:gd name="connsiteX1" fmla="*/ 976393 w 3285640"/>
              <a:gd name="connsiteY1" fmla="*/ 6276813 h 6284563"/>
              <a:gd name="connsiteX2" fmla="*/ 3285640 w 3285640"/>
              <a:gd name="connsiteY2" fmla="*/ 0 h 6284563"/>
              <a:gd name="connsiteX3" fmla="*/ 3200399 w 3285640"/>
              <a:gd name="connsiteY3" fmla="*/ 0 h 6284563"/>
              <a:gd name="connsiteX4" fmla="*/ 0 w 3285640"/>
              <a:gd name="connsiteY4" fmla="*/ 6284563 h 6284563"/>
              <a:gd name="connsiteX0" fmla="*/ 0 w 2812941"/>
              <a:gd name="connsiteY0" fmla="*/ 6292312 h 6292312"/>
              <a:gd name="connsiteX1" fmla="*/ 503694 w 2812941"/>
              <a:gd name="connsiteY1" fmla="*/ 6276813 h 6292312"/>
              <a:gd name="connsiteX2" fmla="*/ 2812941 w 2812941"/>
              <a:gd name="connsiteY2" fmla="*/ 0 h 6292312"/>
              <a:gd name="connsiteX3" fmla="*/ 2727700 w 2812941"/>
              <a:gd name="connsiteY3" fmla="*/ 0 h 6292312"/>
              <a:gd name="connsiteX4" fmla="*/ 0 w 2812941"/>
              <a:gd name="connsiteY4" fmla="*/ 6292312 h 6292312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24525 w 2809766"/>
              <a:gd name="connsiteY3" fmla="*/ 0 h 6276813"/>
              <a:gd name="connsiteX4" fmla="*/ 0 w 2809766"/>
              <a:gd name="connsiteY4" fmla="*/ 6276437 h 6276813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68975 w 2809766"/>
              <a:gd name="connsiteY3" fmla="*/ 6350 h 6276813"/>
              <a:gd name="connsiteX4" fmla="*/ 0 w 2809766"/>
              <a:gd name="connsiteY4" fmla="*/ 6276437 h 6276813"/>
              <a:gd name="connsiteX0" fmla="*/ 0 w 3264621"/>
              <a:gd name="connsiteY0" fmla="*/ 6270087 h 6270463"/>
              <a:gd name="connsiteX1" fmla="*/ 500519 w 3264621"/>
              <a:gd name="connsiteY1" fmla="*/ 6270463 h 6270463"/>
              <a:gd name="connsiteX2" fmla="*/ 3264621 w 3264621"/>
              <a:gd name="connsiteY2" fmla="*/ 3028 h 6270463"/>
              <a:gd name="connsiteX3" fmla="*/ 2768975 w 3264621"/>
              <a:gd name="connsiteY3" fmla="*/ 0 h 6270463"/>
              <a:gd name="connsiteX4" fmla="*/ 0 w 3264621"/>
              <a:gd name="connsiteY4" fmla="*/ 6270087 h 6270463"/>
              <a:gd name="connsiteX0" fmla="*/ 0 w 3264621"/>
              <a:gd name="connsiteY0" fmla="*/ 6267059 h 6267435"/>
              <a:gd name="connsiteX1" fmla="*/ 500519 w 3264621"/>
              <a:gd name="connsiteY1" fmla="*/ 6267435 h 6267435"/>
              <a:gd name="connsiteX2" fmla="*/ 3264621 w 3264621"/>
              <a:gd name="connsiteY2" fmla="*/ 0 h 6267435"/>
              <a:gd name="connsiteX3" fmla="*/ 3214452 w 3264621"/>
              <a:gd name="connsiteY3" fmla="*/ 1661 h 6267435"/>
              <a:gd name="connsiteX4" fmla="*/ 0 w 3264621"/>
              <a:gd name="connsiteY4" fmla="*/ 6267059 h 626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4621" h="6267435">
                <a:moveTo>
                  <a:pt x="0" y="6267059"/>
                </a:moveTo>
                <a:lnTo>
                  <a:pt x="500519" y="6267435"/>
                </a:lnTo>
                <a:lnTo>
                  <a:pt x="3264621" y="0"/>
                </a:lnTo>
                <a:lnTo>
                  <a:pt x="3214452" y="1661"/>
                </a:lnTo>
                <a:lnTo>
                  <a:pt x="0" y="6267059"/>
                </a:lnTo>
                <a:close/>
              </a:path>
            </a:pathLst>
          </a:custGeom>
          <a:gradFill>
            <a:gsLst>
              <a:gs pos="49000">
                <a:schemeClr val="accent2"/>
              </a:gs>
              <a:gs pos="90000">
                <a:schemeClr val="tx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92772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Pl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38C98-750F-B989-E8A2-47D33F5F8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688" y="457200"/>
            <a:ext cx="4602998" cy="1600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4000" b="1" i="0">
                <a:solidFill>
                  <a:schemeClr val="accent2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347A47-ADDB-726A-B2AC-AF6601AB38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00658" y="1"/>
            <a:ext cx="6891342" cy="6857996"/>
          </a:xfrm>
          <a:custGeom>
            <a:avLst/>
            <a:gdLst>
              <a:gd name="connsiteX0" fmla="*/ 2766197 w 6558116"/>
              <a:gd name="connsiteY0" fmla="*/ 0 h 6276807"/>
              <a:gd name="connsiteX1" fmla="*/ 6558116 w 6558116"/>
              <a:gd name="connsiteY1" fmla="*/ 0 h 6276807"/>
              <a:gd name="connsiteX2" fmla="*/ 6558116 w 6558116"/>
              <a:gd name="connsiteY2" fmla="*/ 6276807 h 6276807"/>
              <a:gd name="connsiteX3" fmla="*/ 0 w 6558116"/>
              <a:gd name="connsiteY3" fmla="*/ 6276807 h 6276807"/>
              <a:gd name="connsiteX4" fmla="*/ 0 w 6558116"/>
              <a:gd name="connsiteY4" fmla="*/ 6276241 h 6276807"/>
              <a:gd name="connsiteX0" fmla="*/ 3043116 w 6835035"/>
              <a:gd name="connsiteY0" fmla="*/ 0 h 6276807"/>
              <a:gd name="connsiteX1" fmla="*/ 6835035 w 6835035"/>
              <a:gd name="connsiteY1" fmla="*/ 0 h 6276807"/>
              <a:gd name="connsiteX2" fmla="*/ 6835035 w 6835035"/>
              <a:gd name="connsiteY2" fmla="*/ 6276807 h 6276807"/>
              <a:gd name="connsiteX3" fmla="*/ 276919 w 6835035"/>
              <a:gd name="connsiteY3" fmla="*/ 6276807 h 6276807"/>
              <a:gd name="connsiteX4" fmla="*/ 0 w 6835035"/>
              <a:gd name="connsiteY4" fmla="*/ 6244460 h 6276807"/>
              <a:gd name="connsiteX5" fmla="*/ 3043116 w 6835035"/>
              <a:gd name="connsiteY5" fmla="*/ 0 h 6276807"/>
              <a:gd name="connsiteX0" fmla="*/ 3077731 w 6869650"/>
              <a:gd name="connsiteY0" fmla="*/ 0 h 6286835"/>
              <a:gd name="connsiteX1" fmla="*/ 6869650 w 6869650"/>
              <a:gd name="connsiteY1" fmla="*/ 0 h 6286835"/>
              <a:gd name="connsiteX2" fmla="*/ 6869650 w 6869650"/>
              <a:gd name="connsiteY2" fmla="*/ 6276807 h 6286835"/>
              <a:gd name="connsiteX3" fmla="*/ 311534 w 6869650"/>
              <a:gd name="connsiteY3" fmla="*/ 6276807 h 6286835"/>
              <a:gd name="connsiteX4" fmla="*/ 0 w 6869650"/>
              <a:gd name="connsiteY4" fmla="*/ 6286835 h 6286835"/>
              <a:gd name="connsiteX5" fmla="*/ 3077731 w 6869650"/>
              <a:gd name="connsiteY5" fmla="*/ 0 h 6286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69650" h="6286835">
                <a:moveTo>
                  <a:pt x="3077731" y="0"/>
                </a:moveTo>
                <a:lnTo>
                  <a:pt x="6869650" y="0"/>
                </a:lnTo>
                <a:lnTo>
                  <a:pt x="6869650" y="6276807"/>
                </a:lnTo>
                <a:lnTo>
                  <a:pt x="311534" y="6276807"/>
                </a:lnTo>
                <a:lnTo>
                  <a:pt x="0" y="6286835"/>
                </a:lnTo>
                <a:cubicBezTo>
                  <a:pt x="922066" y="4194755"/>
                  <a:pt x="2155665" y="2092080"/>
                  <a:pt x="3077731" y="0"/>
                </a:cubicBezTo>
                <a:close/>
              </a:path>
            </a:pathLst>
          </a:custGeom>
          <a:pattFill prst="weave">
            <a:fgClr>
              <a:schemeClr val="bg2"/>
            </a:fgClr>
            <a:bgClr>
              <a:schemeClr val="bg1"/>
            </a:bgClr>
          </a:pattFill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Figtree Medium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2D103-5877-6749-18AE-0555B8B45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688" y="2425490"/>
            <a:ext cx="4602997" cy="33321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Figtree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27B69F9-398F-2D7E-E260-B1CEDB7E7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454130"/>
            <a:ext cx="5257800" cy="228600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9B28ACF-39D2-C671-C9B4-9D48311B4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blue and black logo&#10;&#10;AI-generated content may be incorrect.">
            <a:extLst>
              <a:ext uri="{FF2B5EF4-FFF2-40B4-BE49-F238E27FC236}">
                <a16:creationId xmlns:a16="http://schemas.microsoft.com/office/drawing/2014/main" id="{FB6BC089-6024-60CC-51A6-E270462E81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597" y="6437960"/>
            <a:ext cx="857522" cy="243268"/>
          </a:xfrm>
          <a:prstGeom prst="rect">
            <a:avLst/>
          </a:prstGeom>
        </p:spPr>
      </p:pic>
      <p:sp>
        <p:nvSpPr>
          <p:cNvPr id="3" name="Freeform 2">
            <a:extLst>
              <a:ext uri="{FF2B5EF4-FFF2-40B4-BE49-F238E27FC236}">
                <a16:creationId xmlns:a16="http://schemas.microsoft.com/office/drawing/2014/main" id="{63078809-296D-371D-64D3-36C8022650B2}"/>
              </a:ext>
            </a:extLst>
          </p:cNvPr>
          <p:cNvSpPr/>
          <p:nvPr userDrawn="1"/>
        </p:nvSpPr>
        <p:spPr>
          <a:xfrm>
            <a:off x="4847709" y="-5"/>
            <a:ext cx="3566902" cy="6858001"/>
          </a:xfrm>
          <a:custGeom>
            <a:avLst/>
            <a:gdLst>
              <a:gd name="connsiteX0" fmla="*/ 0 w 3200400"/>
              <a:gd name="connsiteY0" fmla="*/ 6276813 h 6276813"/>
              <a:gd name="connsiteX1" fmla="*/ 891153 w 3200400"/>
              <a:gd name="connsiteY1" fmla="*/ 6276813 h 6276813"/>
              <a:gd name="connsiteX2" fmla="*/ 3200400 w 3200400"/>
              <a:gd name="connsiteY2" fmla="*/ 0 h 6276813"/>
              <a:gd name="connsiteX3" fmla="*/ 3115159 w 3200400"/>
              <a:gd name="connsiteY3" fmla="*/ 0 h 6276813"/>
              <a:gd name="connsiteX4" fmla="*/ 0 w 3200400"/>
              <a:gd name="connsiteY4" fmla="*/ 6276813 h 6276813"/>
              <a:gd name="connsiteX0" fmla="*/ 0 w 3254644"/>
              <a:gd name="connsiteY0" fmla="*/ 6284563 h 6284563"/>
              <a:gd name="connsiteX1" fmla="*/ 945397 w 3254644"/>
              <a:gd name="connsiteY1" fmla="*/ 6276813 h 6284563"/>
              <a:gd name="connsiteX2" fmla="*/ 3254644 w 3254644"/>
              <a:gd name="connsiteY2" fmla="*/ 0 h 6284563"/>
              <a:gd name="connsiteX3" fmla="*/ 3169403 w 3254644"/>
              <a:gd name="connsiteY3" fmla="*/ 0 h 6284563"/>
              <a:gd name="connsiteX4" fmla="*/ 0 w 3254644"/>
              <a:gd name="connsiteY4" fmla="*/ 6284563 h 6284563"/>
              <a:gd name="connsiteX0" fmla="*/ 0 w 3285640"/>
              <a:gd name="connsiteY0" fmla="*/ 6284563 h 6284563"/>
              <a:gd name="connsiteX1" fmla="*/ 976393 w 3285640"/>
              <a:gd name="connsiteY1" fmla="*/ 6276813 h 6284563"/>
              <a:gd name="connsiteX2" fmla="*/ 3285640 w 3285640"/>
              <a:gd name="connsiteY2" fmla="*/ 0 h 6284563"/>
              <a:gd name="connsiteX3" fmla="*/ 3200399 w 3285640"/>
              <a:gd name="connsiteY3" fmla="*/ 0 h 6284563"/>
              <a:gd name="connsiteX4" fmla="*/ 0 w 3285640"/>
              <a:gd name="connsiteY4" fmla="*/ 6284563 h 6284563"/>
              <a:gd name="connsiteX0" fmla="*/ 0 w 2812941"/>
              <a:gd name="connsiteY0" fmla="*/ 6292312 h 6292312"/>
              <a:gd name="connsiteX1" fmla="*/ 503694 w 2812941"/>
              <a:gd name="connsiteY1" fmla="*/ 6276813 h 6292312"/>
              <a:gd name="connsiteX2" fmla="*/ 2812941 w 2812941"/>
              <a:gd name="connsiteY2" fmla="*/ 0 h 6292312"/>
              <a:gd name="connsiteX3" fmla="*/ 2727700 w 2812941"/>
              <a:gd name="connsiteY3" fmla="*/ 0 h 6292312"/>
              <a:gd name="connsiteX4" fmla="*/ 0 w 2812941"/>
              <a:gd name="connsiteY4" fmla="*/ 6292312 h 6292312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24525 w 2809766"/>
              <a:gd name="connsiteY3" fmla="*/ 0 h 6276813"/>
              <a:gd name="connsiteX4" fmla="*/ 0 w 2809766"/>
              <a:gd name="connsiteY4" fmla="*/ 6276437 h 6276813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68975 w 2809766"/>
              <a:gd name="connsiteY3" fmla="*/ 6350 h 6276813"/>
              <a:gd name="connsiteX4" fmla="*/ 0 w 2809766"/>
              <a:gd name="connsiteY4" fmla="*/ 6276437 h 6276813"/>
              <a:gd name="connsiteX0" fmla="*/ 0 w 3264621"/>
              <a:gd name="connsiteY0" fmla="*/ 6270087 h 6270463"/>
              <a:gd name="connsiteX1" fmla="*/ 500519 w 3264621"/>
              <a:gd name="connsiteY1" fmla="*/ 6270463 h 6270463"/>
              <a:gd name="connsiteX2" fmla="*/ 3264621 w 3264621"/>
              <a:gd name="connsiteY2" fmla="*/ 3028 h 6270463"/>
              <a:gd name="connsiteX3" fmla="*/ 2768975 w 3264621"/>
              <a:gd name="connsiteY3" fmla="*/ 0 h 6270463"/>
              <a:gd name="connsiteX4" fmla="*/ 0 w 3264621"/>
              <a:gd name="connsiteY4" fmla="*/ 6270087 h 6270463"/>
              <a:gd name="connsiteX0" fmla="*/ 0 w 3264621"/>
              <a:gd name="connsiteY0" fmla="*/ 6267059 h 6267435"/>
              <a:gd name="connsiteX1" fmla="*/ 500519 w 3264621"/>
              <a:gd name="connsiteY1" fmla="*/ 6267435 h 6267435"/>
              <a:gd name="connsiteX2" fmla="*/ 3264621 w 3264621"/>
              <a:gd name="connsiteY2" fmla="*/ 0 h 6267435"/>
              <a:gd name="connsiteX3" fmla="*/ 3214452 w 3264621"/>
              <a:gd name="connsiteY3" fmla="*/ 1661 h 6267435"/>
              <a:gd name="connsiteX4" fmla="*/ 0 w 3264621"/>
              <a:gd name="connsiteY4" fmla="*/ 6267059 h 626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4621" h="6267435">
                <a:moveTo>
                  <a:pt x="0" y="6267059"/>
                </a:moveTo>
                <a:lnTo>
                  <a:pt x="500519" y="6267435"/>
                </a:lnTo>
                <a:lnTo>
                  <a:pt x="3264621" y="0"/>
                </a:lnTo>
                <a:lnTo>
                  <a:pt x="3214452" y="1661"/>
                </a:lnTo>
                <a:lnTo>
                  <a:pt x="0" y="6267059"/>
                </a:lnTo>
                <a:close/>
              </a:path>
            </a:pathLst>
          </a:custGeom>
          <a:gradFill>
            <a:gsLst>
              <a:gs pos="45000">
                <a:schemeClr val="accent3"/>
              </a:gs>
              <a:gs pos="89000">
                <a:schemeClr val="accent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113267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38C98-750F-B989-E8A2-47D33F5F8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688" y="457200"/>
            <a:ext cx="4602998" cy="1600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4000" b="1" i="0">
                <a:solidFill>
                  <a:schemeClr val="accent2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347A47-ADDB-726A-B2AC-AF6601AB38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00658" y="1"/>
            <a:ext cx="6891342" cy="6868952"/>
          </a:xfrm>
          <a:custGeom>
            <a:avLst/>
            <a:gdLst>
              <a:gd name="connsiteX0" fmla="*/ 2766197 w 6558116"/>
              <a:gd name="connsiteY0" fmla="*/ 0 h 6276807"/>
              <a:gd name="connsiteX1" fmla="*/ 6558116 w 6558116"/>
              <a:gd name="connsiteY1" fmla="*/ 0 h 6276807"/>
              <a:gd name="connsiteX2" fmla="*/ 6558116 w 6558116"/>
              <a:gd name="connsiteY2" fmla="*/ 6276807 h 6276807"/>
              <a:gd name="connsiteX3" fmla="*/ 0 w 6558116"/>
              <a:gd name="connsiteY3" fmla="*/ 6276807 h 6276807"/>
              <a:gd name="connsiteX4" fmla="*/ 0 w 6558116"/>
              <a:gd name="connsiteY4" fmla="*/ 6276241 h 6276807"/>
              <a:gd name="connsiteX0" fmla="*/ 3043116 w 6835035"/>
              <a:gd name="connsiteY0" fmla="*/ 0 h 6276807"/>
              <a:gd name="connsiteX1" fmla="*/ 6835035 w 6835035"/>
              <a:gd name="connsiteY1" fmla="*/ 0 h 6276807"/>
              <a:gd name="connsiteX2" fmla="*/ 6835035 w 6835035"/>
              <a:gd name="connsiteY2" fmla="*/ 6276807 h 6276807"/>
              <a:gd name="connsiteX3" fmla="*/ 276919 w 6835035"/>
              <a:gd name="connsiteY3" fmla="*/ 6276807 h 6276807"/>
              <a:gd name="connsiteX4" fmla="*/ 0 w 6835035"/>
              <a:gd name="connsiteY4" fmla="*/ 6244460 h 6276807"/>
              <a:gd name="connsiteX5" fmla="*/ 3043116 w 6835035"/>
              <a:gd name="connsiteY5" fmla="*/ 0 h 6276807"/>
              <a:gd name="connsiteX0" fmla="*/ 3077731 w 6869650"/>
              <a:gd name="connsiteY0" fmla="*/ 0 h 6286835"/>
              <a:gd name="connsiteX1" fmla="*/ 6869650 w 6869650"/>
              <a:gd name="connsiteY1" fmla="*/ 0 h 6286835"/>
              <a:gd name="connsiteX2" fmla="*/ 6869650 w 6869650"/>
              <a:gd name="connsiteY2" fmla="*/ 6276807 h 6286835"/>
              <a:gd name="connsiteX3" fmla="*/ 311534 w 6869650"/>
              <a:gd name="connsiteY3" fmla="*/ 6276807 h 6286835"/>
              <a:gd name="connsiteX4" fmla="*/ 0 w 6869650"/>
              <a:gd name="connsiteY4" fmla="*/ 6286835 h 6286835"/>
              <a:gd name="connsiteX5" fmla="*/ 3077731 w 6869650"/>
              <a:gd name="connsiteY5" fmla="*/ 0 h 6286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69650" h="6286835">
                <a:moveTo>
                  <a:pt x="3077731" y="0"/>
                </a:moveTo>
                <a:lnTo>
                  <a:pt x="6869650" y="0"/>
                </a:lnTo>
                <a:lnTo>
                  <a:pt x="6869650" y="6276807"/>
                </a:lnTo>
                <a:lnTo>
                  <a:pt x="311534" y="6276807"/>
                </a:lnTo>
                <a:lnTo>
                  <a:pt x="0" y="6286835"/>
                </a:lnTo>
                <a:cubicBezTo>
                  <a:pt x="922066" y="4194755"/>
                  <a:pt x="2155665" y="2092080"/>
                  <a:pt x="3077731" y="0"/>
                </a:cubicBezTo>
                <a:close/>
              </a:path>
            </a:pathLst>
          </a:custGeom>
          <a:pattFill prst="weave">
            <a:fgClr>
              <a:schemeClr val="bg2"/>
            </a:fgClr>
            <a:bgClr>
              <a:schemeClr val="bg1"/>
            </a:bgClr>
          </a:pattFill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Figtree Medium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2D103-5877-6749-18AE-0555B8B45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688" y="2425490"/>
            <a:ext cx="4602997" cy="33321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Figtree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27B69F9-398F-2D7E-E260-B1CEDB7E7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454130"/>
            <a:ext cx="5257800" cy="228600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9B28ACF-39D2-C671-C9B4-9D48311B4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blue and black logo&#10;&#10;AI-generated content may be incorrect.">
            <a:extLst>
              <a:ext uri="{FF2B5EF4-FFF2-40B4-BE49-F238E27FC236}">
                <a16:creationId xmlns:a16="http://schemas.microsoft.com/office/drawing/2014/main" id="{FB6BC089-6024-60CC-51A6-E270462E81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597" y="6437960"/>
            <a:ext cx="857522" cy="243268"/>
          </a:xfrm>
          <a:prstGeom prst="rect">
            <a:avLst/>
          </a:prstGeom>
        </p:spPr>
      </p:pic>
      <p:sp>
        <p:nvSpPr>
          <p:cNvPr id="5" name="Freeform 4">
            <a:extLst>
              <a:ext uri="{FF2B5EF4-FFF2-40B4-BE49-F238E27FC236}">
                <a16:creationId xmlns:a16="http://schemas.microsoft.com/office/drawing/2014/main" id="{F06610B9-8C48-9789-3124-8DB88AA039B6}"/>
              </a:ext>
            </a:extLst>
          </p:cNvPr>
          <p:cNvSpPr/>
          <p:nvPr userDrawn="1"/>
        </p:nvSpPr>
        <p:spPr>
          <a:xfrm>
            <a:off x="4855811" y="-5"/>
            <a:ext cx="3558800" cy="6868957"/>
          </a:xfrm>
          <a:custGeom>
            <a:avLst/>
            <a:gdLst>
              <a:gd name="connsiteX0" fmla="*/ 0 w 3200400"/>
              <a:gd name="connsiteY0" fmla="*/ 6276813 h 6276813"/>
              <a:gd name="connsiteX1" fmla="*/ 891153 w 3200400"/>
              <a:gd name="connsiteY1" fmla="*/ 6276813 h 6276813"/>
              <a:gd name="connsiteX2" fmla="*/ 3200400 w 3200400"/>
              <a:gd name="connsiteY2" fmla="*/ 0 h 6276813"/>
              <a:gd name="connsiteX3" fmla="*/ 3115159 w 3200400"/>
              <a:gd name="connsiteY3" fmla="*/ 0 h 6276813"/>
              <a:gd name="connsiteX4" fmla="*/ 0 w 3200400"/>
              <a:gd name="connsiteY4" fmla="*/ 6276813 h 6276813"/>
              <a:gd name="connsiteX0" fmla="*/ 0 w 3254644"/>
              <a:gd name="connsiteY0" fmla="*/ 6284563 h 6284563"/>
              <a:gd name="connsiteX1" fmla="*/ 945397 w 3254644"/>
              <a:gd name="connsiteY1" fmla="*/ 6276813 h 6284563"/>
              <a:gd name="connsiteX2" fmla="*/ 3254644 w 3254644"/>
              <a:gd name="connsiteY2" fmla="*/ 0 h 6284563"/>
              <a:gd name="connsiteX3" fmla="*/ 3169403 w 3254644"/>
              <a:gd name="connsiteY3" fmla="*/ 0 h 6284563"/>
              <a:gd name="connsiteX4" fmla="*/ 0 w 3254644"/>
              <a:gd name="connsiteY4" fmla="*/ 6284563 h 6284563"/>
              <a:gd name="connsiteX0" fmla="*/ 0 w 3285640"/>
              <a:gd name="connsiteY0" fmla="*/ 6284563 h 6284563"/>
              <a:gd name="connsiteX1" fmla="*/ 976393 w 3285640"/>
              <a:gd name="connsiteY1" fmla="*/ 6276813 h 6284563"/>
              <a:gd name="connsiteX2" fmla="*/ 3285640 w 3285640"/>
              <a:gd name="connsiteY2" fmla="*/ 0 h 6284563"/>
              <a:gd name="connsiteX3" fmla="*/ 3200399 w 3285640"/>
              <a:gd name="connsiteY3" fmla="*/ 0 h 6284563"/>
              <a:gd name="connsiteX4" fmla="*/ 0 w 3285640"/>
              <a:gd name="connsiteY4" fmla="*/ 6284563 h 6284563"/>
              <a:gd name="connsiteX0" fmla="*/ 0 w 2812941"/>
              <a:gd name="connsiteY0" fmla="*/ 6292312 h 6292312"/>
              <a:gd name="connsiteX1" fmla="*/ 503694 w 2812941"/>
              <a:gd name="connsiteY1" fmla="*/ 6276813 h 6292312"/>
              <a:gd name="connsiteX2" fmla="*/ 2812941 w 2812941"/>
              <a:gd name="connsiteY2" fmla="*/ 0 h 6292312"/>
              <a:gd name="connsiteX3" fmla="*/ 2727700 w 2812941"/>
              <a:gd name="connsiteY3" fmla="*/ 0 h 6292312"/>
              <a:gd name="connsiteX4" fmla="*/ 0 w 2812941"/>
              <a:gd name="connsiteY4" fmla="*/ 6292312 h 6292312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24525 w 2809766"/>
              <a:gd name="connsiteY3" fmla="*/ 0 h 6276813"/>
              <a:gd name="connsiteX4" fmla="*/ 0 w 2809766"/>
              <a:gd name="connsiteY4" fmla="*/ 6276437 h 6276813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68975 w 2809766"/>
              <a:gd name="connsiteY3" fmla="*/ 6350 h 6276813"/>
              <a:gd name="connsiteX4" fmla="*/ 0 w 2809766"/>
              <a:gd name="connsiteY4" fmla="*/ 6276437 h 6276813"/>
              <a:gd name="connsiteX0" fmla="*/ 0 w 3264621"/>
              <a:gd name="connsiteY0" fmla="*/ 6270087 h 6270463"/>
              <a:gd name="connsiteX1" fmla="*/ 500519 w 3264621"/>
              <a:gd name="connsiteY1" fmla="*/ 6270463 h 6270463"/>
              <a:gd name="connsiteX2" fmla="*/ 3264621 w 3264621"/>
              <a:gd name="connsiteY2" fmla="*/ 3028 h 6270463"/>
              <a:gd name="connsiteX3" fmla="*/ 2768975 w 3264621"/>
              <a:gd name="connsiteY3" fmla="*/ 0 h 6270463"/>
              <a:gd name="connsiteX4" fmla="*/ 0 w 3264621"/>
              <a:gd name="connsiteY4" fmla="*/ 6270087 h 6270463"/>
              <a:gd name="connsiteX0" fmla="*/ 0 w 3264621"/>
              <a:gd name="connsiteY0" fmla="*/ 6267059 h 6267435"/>
              <a:gd name="connsiteX1" fmla="*/ 500519 w 3264621"/>
              <a:gd name="connsiteY1" fmla="*/ 6267435 h 6267435"/>
              <a:gd name="connsiteX2" fmla="*/ 3264621 w 3264621"/>
              <a:gd name="connsiteY2" fmla="*/ 0 h 6267435"/>
              <a:gd name="connsiteX3" fmla="*/ 3214452 w 3264621"/>
              <a:gd name="connsiteY3" fmla="*/ 1661 h 6267435"/>
              <a:gd name="connsiteX4" fmla="*/ 0 w 3264621"/>
              <a:gd name="connsiteY4" fmla="*/ 6267059 h 626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4621" h="6267435">
                <a:moveTo>
                  <a:pt x="0" y="6267059"/>
                </a:moveTo>
                <a:lnTo>
                  <a:pt x="500519" y="6267435"/>
                </a:lnTo>
                <a:lnTo>
                  <a:pt x="3264621" y="0"/>
                </a:lnTo>
                <a:lnTo>
                  <a:pt x="3214452" y="1661"/>
                </a:lnTo>
                <a:lnTo>
                  <a:pt x="0" y="6267059"/>
                </a:lnTo>
                <a:close/>
              </a:path>
            </a:pathLst>
          </a:custGeom>
          <a:gradFill>
            <a:gsLst>
              <a:gs pos="52000">
                <a:schemeClr val="accent4"/>
              </a:gs>
              <a:gs pos="90000">
                <a:schemeClr val="accent6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698627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347A47-ADDB-726A-B2AC-AF6601AB38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13820" y="0"/>
            <a:ext cx="6891342" cy="6868957"/>
          </a:xfrm>
          <a:custGeom>
            <a:avLst/>
            <a:gdLst>
              <a:gd name="connsiteX0" fmla="*/ 2766197 w 6558116"/>
              <a:gd name="connsiteY0" fmla="*/ 0 h 6276807"/>
              <a:gd name="connsiteX1" fmla="*/ 6558116 w 6558116"/>
              <a:gd name="connsiteY1" fmla="*/ 0 h 6276807"/>
              <a:gd name="connsiteX2" fmla="*/ 6558116 w 6558116"/>
              <a:gd name="connsiteY2" fmla="*/ 6276807 h 6276807"/>
              <a:gd name="connsiteX3" fmla="*/ 0 w 6558116"/>
              <a:gd name="connsiteY3" fmla="*/ 6276807 h 6276807"/>
              <a:gd name="connsiteX4" fmla="*/ 0 w 6558116"/>
              <a:gd name="connsiteY4" fmla="*/ 6276241 h 6276807"/>
              <a:gd name="connsiteX0" fmla="*/ 3043116 w 6835035"/>
              <a:gd name="connsiteY0" fmla="*/ 0 h 6276807"/>
              <a:gd name="connsiteX1" fmla="*/ 6835035 w 6835035"/>
              <a:gd name="connsiteY1" fmla="*/ 0 h 6276807"/>
              <a:gd name="connsiteX2" fmla="*/ 6835035 w 6835035"/>
              <a:gd name="connsiteY2" fmla="*/ 6276807 h 6276807"/>
              <a:gd name="connsiteX3" fmla="*/ 276919 w 6835035"/>
              <a:gd name="connsiteY3" fmla="*/ 6276807 h 6276807"/>
              <a:gd name="connsiteX4" fmla="*/ 0 w 6835035"/>
              <a:gd name="connsiteY4" fmla="*/ 6244460 h 6276807"/>
              <a:gd name="connsiteX5" fmla="*/ 3043116 w 6835035"/>
              <a:gd name="connsiteY5" fmla="*/ 0 h 6276807"/>
              <a:gd name="connsiteX0" fmla="*/ 3077731 w 6869650"/>
              <a:gd name="connsiteY0" fmla="*/ 0 h 6286835"/>
              <a:gd name="connsiteX1" fmla="*/ 6869650 w 6869650"/>
              <a:gd name="connsiteY1" fmla="*/ 0 h 6286835"/>
              <a:gd name="connsiteX2" fmla="*/ 6869650 w 6869650"/>
              <a:gd name="connsiteY2" fmla="*/ 6276807 h 6286835"/>
              <a:gd name="connsiteX3" fmla="*/ 311534 w 6869650"/>
              <a:gd name="connsiteY3" fmla="*/ 6276807 h 6286835"/>
              <a:gd name="connsiteX4" fmla="*/ 0 w 6869650"/>
              <a:gd name="connsiteY4" fmla="*/ 6286835 h 6286835"/>
              <a:gd name="connsiteX5" fmla="*/ 3077731 w 6869650"/>
              <a:gd name="connsiteY5" fmla="*/ 0 h 6286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69650" h="6286835">
                <a:moveTo>
                  <a:pt x="3077731" y="0"/>
                </a:moveTo>
                <a:lnTo>
                  <a:pt x="6869650" y="0"/>
                </a:lnTo>
                <a:lnTo>
                  <a:pt x="6869650" y="6276807"/>
                </a:lnTo>
                <a:lnTo>
                  <a:pt x="311534" y="6276807"/>
                </a:lnTo>
                <a:lnTo>
                  <a:pt x="0" y="6286835"/>
                </a:lnTo>
                <a:cubicBezTo>
                  <a:pt x="922066" y="4194755"/>
                  <a:pt x="2155665" y="2092080"/>
                  <a:pt x="3077731" y="0"/>
                </a:cubicBezTo>
                <a:close/>
              </a:path>
            </a:pathLst>
          </a:custGeom>
          <a:pattFill prst="weave">
            <a:fgClr>
              <a:schemeClr val="bg2"/>
            </a:fgClr>
            <a:bgClr>
              <a:schemeClr val="bg1"/>
            </a:bgClr>
          </a:pattFill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Figtree Medium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938C98-750F-B989-E8A2-47D33F5F8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688" y="457200"/>
            <a:ext cx="4602998" cy="1600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4000" b="1" i="0">
                <a:solidFill>
                  <a:schemeClr val="accent2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2D103-5877-6749-18AE-0555B8B45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688" y="2425490"/>
            <a:ext cx="4602997" cy="33321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Figtree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27B69F9-398F-2D7E-E260-B1CEDB7E7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454130"/>
            <a:ext cx="5257800" cy="228600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9B28ACF-39D2-C671-C9B4-9D48311B4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blue and black logo&#10;&#10;AI-generated content may be incorrect.">
            <a:extLst>
              <a:ext uri="{FF2B5EF4-FFF2-40B4-BE49-F238E27FC236}">
                <a16:creationId xmlns:a16="http://schemas.microsoft.com/office/drawing/2014/main" id="{FB6BC089-6024-60CC-51A6-E270462E81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597" y="6437960"/>
            <a:ext cx="857522" cy="243268"/>
          </a:xfrm>
          <a:prstGeom prst="rect">
            <a:avLst/>
          </a:prstGeom>
        </p:spPr>
      </p:pic>
      <p:sp>
        <p:nvSpPr>
          <p:cNvPr id="3" name="Freeform 2">
            <a:extLst>
              <a:ext uri="{FF2B5EF4-FFF2-40B4-BE49-F238E27FC236}">
                <a16:creationId xmlns:a16="http://schemas.microsoft.com/office/drawing/2014/main" id="{CB73E4F5-5916-13A5-64C5-8C77558117BD}"/>
              </a:ext>
            </a:extLst>
          </p:cNvPr>
          <p:cNvSpPr/>
          <p:nvPr userDrawn="1"/>
        </p:nvSpPr>
        <p:spPr>
          <a:xfrm>
            <a:off x="4809511" y="-5"/>
            <a:ext cx="3605100" cy="6868957"/>
          </a:xfrm>
          <a:custGeom>
            <a:avLst/>
            <a:gdLst>
              <a:gd name="connsiteX0" fmla="*/ 0 w 3200400"/>
              <a:gd name="connsiteY0" fmla="*/ 6276813 h 6276813"/>
              <a:gd name="connsiteX1" fmla="*/ 891153 w 3200400"/>
              <a:gd name="connsiteY1" fmla="*/ 6276813 h 6276813"/>
              <a:gd name="connsiteX2" fmla="*/ 3200400 w 3200400"/>
              <a:gd name="connsiteY2" fmla="*/ 0 h 6276813"/>
              <a:gd name="connsiteX3" fmla="*/ 3115159 w 3200400"/>
              <a:gd name="connsiteY3" fmla="*/ 0 h 6276813"/>
              <a:gd name="connsiteX4" fmla="*/ 0 w 3200400"/>
              <a:gd name="connsiteY4" fmla="*/ 6276813 h 6276813"/>
              <a:gd name="connsiteX0" fmla="*/ 0 w 3254644"/>
              <a:gd name="connsiteY0" fmla="*/ 6284563 h 6284563"/>
              <a:gd name="connsiteX1" fmla="*/ 945397 w 3254644"/>
              <a:gd name="connsiteY1" fmla="*/ 6276813 h 6284563"/>
              <a:gd name="connsiteX2" fmla="*/ 3254644 w 3254644"/>
              <a:gd name="connsiteY2" fmla="*/ 0 h 6284563"/>
              <a:gd name="connsiteX3" fmla="*/ 3169403 w 3254644"/>
              <a:gd name="connsiteY3" fmla="*/ 0 h 6284563"/>
              <a:gd name="connsiteX4" fmla="*/ 0 w 3254644"/>
              <a:gd name="connsiteY4" fmla="*/ 6284563 h 6284563"/>
              <a:gd name="connsiteX0" fmla="*/ 0 w 3285640"/>
              <a:gd name="connsiteY0" fmla="*/ 6284563 h 6284563"/>
              <a:gd name="connsiteX1" fmla="*/ 976393 w 3285640"/>
              <a:gd name="connsiteY1" fmla="*/ 6276813 h 6284563"/>
              <a:gd name="connsiteX2" fmla="*/ 3285640 w 3285640"/>
              <a:gd name="connsiteY2" fmla="*/ 0 h 6284563"/>
              <a:gd name="connsiteX3" fmla="*/ 3200399 w 3285640"/>
              <a:gd name="connsiteY3" fmla="*/ 0 h 6284563"/>
              <a:gd name="connsiteX4" fmla="*/ 0 w 3285640"/>
              <a:gd name="connsiteY4" fmla="*/ 6284563 h 6284563"/>
              <a:gd name="connsiteX0" fmla="*/ 0 w 2812941"/>
              <a:gd name="connsiteY0" fmla="*/ 6292312 h 6292312"/>
              <a:gd name="connsiteX1" fmla="*/ 503694 w 2812941"/>
              <a:gd name="connsiteY1" fmla="*/ 6276813 h 6292312"/>
              <a:gd name="connsiteX2" fmla="*/ 2812941 w 2812941"/>
              <a:gd name="connsiteY2" fmla="*/ 0 h 6292312"/>
              <a:gd name="connsiteX3" fmla="*/ 2727700 w 2812941"/>
              <a:gd name="connsiteY3" fmla="*/ 0 h 6292312"/>
              <a:gd name="connsiteX4" fmla="*/ 0 w 2812941"/>
              <a:gd name="connsiteY4" fmla="*/ 6292312 h 6292312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24525 w 2809766"/>
              <a:gd name="connsiteY3" fmla="*/ 0 h 6276813"/>
              <a:gd name="connsiteX4" fmla="*/ 0 w 2809766"/>
              <a:gd name="connsiteY4" fmla="*/ 6276437 h 6276813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68975 w 2809766"/>
              <a:gd name="connsiteY3" fmla="*/ 6350 h 6276813"/>
              <a:gd name="connsiteX4" fmla="*/ 0 w 2809766"/>
              <a:gd name="connsiteY4" fmla="*/ 6276437 h 6276813"/>
              <a:gd name="connsiteX0" fmla="*/ 0 w 3264621"/>
              <a:gd name="connsiteY0" fmla="*/ 6270087 h 6270463"/>
              <a:gd name="connsiteX1" fmla="*/ 500519 w 3264621"/>
              <a:gd name="connsiteY1" fmla="*/ 6270463 h 6270463"/>
              <a:gd name="connsiteX2" fmla="*/ 3264621 w 3264621"/>
              <a:gd name="connsiteY2" fmla="*/ 3028 h 6270463"/>
              <a:gd name="connsiteX3" fmla="*/ 2768975 w 3264621"/>
              <a:gd name="connsiteY3" fmla="*/ 0 h 6270463"/>
              <a:gd name="connsiteX4" fmla="*/ 0 w 3264621"/>
              <a:gd name="connsiteY4" fmla="*/ 6270087 h 6270463"/>
              <a:gd name="connsiteX0" fmla="*/ 0 w 3264621"/>
              <a:gd name="connsiteY0" fmla="*/ 6267059 h 6267435"/>
              <a:gd name="connsiteX1" fmla="*/ 500519 w 3264621"/>
              <a:gd name="connsiteY1" fmla="*/ 6267435 h 6267435"/>
              <a:gd name="connsiteX2" fmla="*/ 3264621 w 3264621"/>
              <a:gd name="connsiteY2" fmla="*/ 0 h 6267435"/>
              <a:gd name="connsiteX3" fmla="*/ 3214452 w 3264621"/>
              <a:gd name="connsiteY3" fmla="*/ 1661 h 6267435"/>
              <a:gd name="connsiteX4" fmla="*/ 0 w 3264621"/>
              <a:gd name="connsiteY4" fmla="*/ 6267059 h 626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4621" h="6267435">
                <a:moveTo>
                  <a:pt x="0" y="6267059"/>
                </a:moveTo>
                <a:lnTo>
                  <a:pt x="500519" y="6267435"/>
                </a:lnTo>
                <a:lnTo>
                  <a:pt x="3264621" y="0"/>
                </a:lnTo>
                <a:lnTo>
                  <a:pt x="3214452" y="1661"/>
                </a:lnTo>
                <a:lnTo>
                  <a:pt x="0" y="6267059"/>
                </a:lnTo>
                <a:close/>
              </a:path>
            </a:pathLst>
          </a:custGeom>
          <a:gradFill>
            <a:gsLst>
              <a:gs pos="44000">
                <a:schemeClr val="accent5"/>
              </a:gs>
              <a:gs pos="81000">
                <a:schemeClr val="accent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085910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38C98-750F-B989-E8A2-47D33F5F8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688" y="457200"/>
            <a:ext cx="4602998" cy="1600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4000" b="1" i="0">
                <a:solidFill>
                  <a:schemeClr val="accent2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347A47-ADDB-726A-B2AC-AF6601AB38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00658" y="1"/>
            <a:ext cx="6891342" cy="6868952"/>
          </a:xfrm>
          <a:custGeom>
            <a:avLst/>
            <a:gdLst>
              <a:gd name="connsiteX0" fmla="*/ 2766197 w 6558116"/>
              <a:gd name="connsiteY0" fmla="*/ 0 h 6276807"/>
              <a:gd name="connsiteX1" fmla="*/ 6558116 w 6558116"/>
              <a:gd name="connsiteY1" fmla="*/ 0 h 6276807"/>
              <a:gd name="connsiteX2" fmla="*/ 6558116 w 6558116"/>
              <a:gd name="connsiteY2" fmla="*/ 6276807 h 6276807"/>
              <a:gd name="connsiteX3" fmla="*/ 0 w 6558116"/>
              <a:gd name="connsiteY3" fmla="*/ 6276807 h 6276807"/>
              <a:gd name="connsiteX4" fmla="*/ 0 w 6558116"/>
              <a:gd name="connsiteY4" fmla="*/ 6276241 h 6276807"/>
              <a:gd name="connsiteX0" fmla="*/ 3043116 w 6835035"/>
              <a:gd name="connsiteY0" fmla="*/ 0 h 6276807"/>
              <a:gd name="connsiteX1" fmla="*/ 6835035 w 6835035"/>
              <a:gd name="connsiteY1" fmla="*/ 0 h 6276807"/>
              <a:gd name="connsiteX2" fmla="*/ 6835035 w 6835035"/>
              <a:gd name="connsiteY2" fmla="*/ 6276807 h 6276807"/>
              <a:gd name="connsiteX3" fmla="*/ 276919 w 6835035"/>
              <a:gd name="connsiteY3" fmla="*/ 6276807 h 6276807"/>
              <a:gd name="connsiteX4" fmla="*/ 0 w 6835035"/>
              <a:gd name="connsiteY4" fmla="*/ 6244460 h 6276807"/>
              <a:gd name="connsiteX5" fmla="*/ 3043116 w 6835035"/>
              <a:gd name="connsiteY5" fmla="*/ 0 h 6276807"/>
              <a:gd name="connsiteX0" fmla="*/ 3077731 w 6869650"/>
              <a:gd name="connsiteY0" fmla="*/ 0 h 6286835"/>
              <a:gd name="connsiteX1" fmla="*/ 6869650 w 6869650"/>
              <a:gd name="connsiteY1" fmla="*/ 0 h 6286835"/>
              <a:gd name="connsiteX2" fmla="*/ 6869650 w 6869650"/>
              <a:gd name="connsiteY2" fmla="*/ 6276807 h 6286835"/>
              <a:gd name="connsiteX3" fmla="*/ 311534 w 6869650"/>
              <a:gd name="connsiteY3" fmla="*/ 6276807 h 6286835"/>
              <a:gd name="connsiteX4" fmla="*/ 0 w 6869650"/>
              <a:gd name="connsiteY4" fmla="*/ 6286835 h 6286835"/>
              <a:gd name="connsiteX5" fmla="*/ 3077731 w 6869650"/>
              <a:gd name="connsiteY5" fmla="*/ 0 h 6286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69650" h="6286835">
                <a:moveTo>
                  <a:pt x="3077731" y="0"/>
                </a:moveTo>
                <a:lnTo>
                  <a:pt x="6869650" y="0"/>
                </a:lnTo>
                <a:lnTo>
                  <a:pt x="6869650" y="6276807"/>
                </a:lnTo>
                <a:lnTo>
                  <a:pt x="311534" y="6276807"/>
                </a:lnTo>
                <a:lnTo>
                  <a:pt x="0" y="6286835"/>
                </a:lnTo>
                <a:cubicBezTo>
                  <a:pt x="922066" y="4194755"/>
                  <a:pt x="2155665" y="2092080"/>
                  <a:pt x="3077731" y="0"/>
                </a:cubicBezTo>
                <a:close/>
              </a:path>
            </a:pathLst>
          </a:custGeom>
          <a:pattFill prst="weave">
            <a:fgClr>
              <a:schemeClr val="bg2"/>
            </a:fgClr>
            <a:bgClr>
              <a:schemeClr val="bg1"/>
            </a:bgClr>
          </a:pattFill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Figtree Medium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2D103-5877-6749-18AE-0555B8B45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688" y="2425490"/>
            <a:ext cx="4602997" cy="33321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Figtree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27B69F9-398F-2D7E-E260-B1CEDB7E7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454130"/>
            <a:ext cx="5257800" cy="228600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9B28ACF-39D2-C671-C9B4-9D48311B4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blue and black logo&#10;&#10;AI-generated content may be incorrect.">
            <a:extLst>
              <a:ext uri="{FF2B5EF4-FFF2-40B4-BE49-F238E27FC236}">
                <a16:creationId xmlns:a16="http://schemas.microsoft.com/office/drawing/2014/main" id="{FB6BC089-6024-60CC-51A6-E270462E81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597" y="6437960"/>
            <a:ext cx="857522" cy="243268"/>
          </a:xfrm>
          <a:prstGeom prst="rect">
            <a:avLst/>
          </a:prstGeom>
        </p:spPr>
      </p:pic>
      <p:sp>
        <p:nvSpPr>
          <p:cNvPr id="5" name="Freeform 4">
            <a:extLst>
              <a:ext uri="{FF2B5EF4-FFF2-40B4-BE49-F238E27FC236}">
                <a16:creationId xmlns:a16="http://schemas.microsoft.com/office/drawing/2014/main" id="{CFD3A720-686E-513F-0664-2531C8B0201E}"/>
              </a:ext>
            </a:extLst>
          </p:cNvPr>
          <p:cNvSpPr/>
          <p:nvPr userDrawn="1"/>
        </p:nvSpPr>
        <p:spPr>
          <a:xfrm>
            <a:off x="4809511" y="-5"/>
            <a:ext cx="3605100" cy="6868957"/>
          </a:xfrm>
          <a:custGeom>
            <a:avLst/>
            <a:gdLst>
              <a:gd name="connsiteX0" fmla="*/ 0 w 3200400"/>
              <a:gd name="connsiteY0" fmla="*/ 6276813 h 6276813"/>
              <a:gd name="connsiteX1" fmla="*/ 891153 w 3200400"/>
              <a:gd name="connsiteY1" fmla="*/ 6276813 h 6276813"/>
              <a:gd name="connsiteX2" fmla="*/ 3200400 w 3200400"/>
              <a:gd name="connsiteY2" fmla="*/ 0 h 6276813"/>
              <a:gd name="connsiteX3" fmla="*/ 3115159 w 3200400"/>
              <a:gd name="connsiteY3" fmla="*/ 0 h 6276813"/>
              <a:gd name="connsiteX4" fmla="*/ 0 w 3200400"/>
              <a:gd name="connsiteY4" fmla="*/ 6276813 h 6276813"/>
              <a:gd name="connsiteX0" fmla="*/ 0 w 3254644"/>
              <a:gd name="connsiteY0" fmla="*/ 6284563 h 6284563"/>
              <a:gd name="connsiteX1" fmla="*/ 945397 w 3254644"/>
              <a:gd name="connsiteY1" fmla="*/ 6276813 h 6284563"/>
              <a:gd name="connsiteX2" fmla="*/ 3254644 w 3254644"/>
              <a:gd name="connsiteY2" fmla="*/ 0 h 6284563"/>
              <a:gd name="connsiteX3" fmla="*/ 3169403 w 3254644"/>
              <a:gd name="connsiteY3" fmla="*/ 0 h 6284563"/>
              <a:gd name="connsiteX4" fmla="*/ 0 w 3254644"/>
              <a:gd name="connsiteY4" fmla="*/ 6284563 h 6284563"/>
              <a:gd name="connsiteX0" fmla="*/ 0 w 3285640"/>
              <a:gd name="connsiteY0" fmla="*/ 6284563 h 6284563"/>
              <a:gd name="connsiteX1" fmla="*/ 976393 w 3285640"/>
              <a:gd name="connsiteY1" fmla="*/ 6276813 h 6284563"/>
              <a:gd name="connsiteX2" fmla="*/ 3285640 w 3285640"/>
              <a:gd name="connsiteY2" fmla="*/ 0 h 6284563"/>
              <a:gd name="connsiteX3" fmla="*/ 3200399 w 3285640"/>
              <a:gd name="connsiteY3" fmla="*/ 0 h 6284563"/>
              <a:gd name="connsiteX4" fmla="*/ 0 w 3285640"/>
              <a:gd name="connsiteY4" fmla="*/ 6284563 h 6284563"/>
              <a:gd name="connsiteX0" fmla="*/ 0 w 2812941"/>
              <a:gd name="connsiteY0" fmla="*/ 6292312 h 6292312"/>
              <a:gd name="connsiteX1" fmla="*/ 503694 w 2812941"/>
              <a:gd name="connsiteY1" fmla="*/ 6276813 h 6292312"/>
              <a:gd name="connsiteX2" fmla="*/ 2812941 w 2812941"/>
              <a:gd name="connsiteY2" fmla="*/ 0 h 6292312"/>
              <a:gd name="connsiteX3" fmla="*/ 2727700 w 2812941"/>
              <a:gd name="connsiteY3" fmla="*/ 0 h 6292312"/>
              <a:gd name="connsiteX4" fmla="*/ 0 w 2812941"/>
              <a:gd name="connsiteY4" fmla="*/ 6292312 h 6292312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24525 w 2809766"/>
              <a:gd name="connsiteY3" fmla="*/ 0 h 6276813"/>
              <a:gd name="connsiteX4" fmla="*/ 0 w 2809766"/>
              <a:gd name="connsiteY4" fmla="*/ 6276437 h 6276813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68975 w 2809766"/>
              <a:gd name="connsiteY3" fmla="*/ 6350 h 6276813"/>
              <a:gd name="connsiteX4" fmla="*/ 0 w 2809766"/>
              <a:gd name="connsiteY4" fmla="*/ 6276437 h 6276813"/>
              <a:gd name="connsiteX0" fmla="*/ 0 w 3264621"/>
              <a:gd name="connsiteY0" fmla="*/ 6270087 h 6270463"/>
              <a:gd name="connsiteX1" fmla="*/ 500519 w 3264621"/>
              <a:gd name="connsiteY1" fmla="*/ 6270463 h 6270463"/>
              <a:gd name="connsiteX2" fmla="*/ 3264621 w 3264621"/>
              <a:gd name="connsiteY2" fmla="*/ 3028 h 6270463"/>
              <a:gd name="connsiteX3" fmla="*/ 2768975 w 3264621"/>
              <a:gd name="connsiteY3" fmla="*/ 0 h 6270463"/>
              <a:gd name="connsiteX4" fmla="*/ 0 w 3264621"/>
              <a:gd name="connsiteY4" fmla="*/ 6270087 h 6270463"/>
              <a:gd name="connsiteX0" fmla="*/ 0 w 3264621"/>
              <a:gd name="connsiteY0" fmla="*/ 6267059 h 6267435"/>
              <a:gd name="connsiteX1" fmla="*/ 500519 w 3264621"/>
              <a:gd name="connsiteY1" fmla="*/ 6267435 h 6267435"/>
              <a:gd name="connsiteX2" fmla="*/ 3264621 w 3264621"/>
              <a:gd name="connsiteY2" fmla="*/ 0 h 6267435"/>
              <a:gd name="connsiteX3" fmla="*/ 3214452 w 3264621"/>
              <a:gd name="connsiteY3" fmla="*/ 1661 h 6267435"/>
              <a:gd name="connsiteX4" fmla="*/ 0 w 3264621"/>
              <a:gd name="connsiteY4" fmla="*/ 6267059 h 626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4621" h="6267435">
                <a:moveTo>
                  <a:pt x="0" y="6267059"/>
                </a:moveTo>
                <a:lnTo>
                  <a:pt x="500519" y="6267435"/>
                </a:lnTo>
                <a:lnTo>
                  <a:pt x="3264621" y="0"/>
                </a:lnTo>
                <a:lnTo>
                  <a:pt x="3214452" y="1661"/>
                </a:lnTo>
                <a:lnTo>
                  <a:pt x="0" y="6267059"/>
                </a:lnTo>
                <a:close/>
              </a:path>
            </a:pathLst>
          </a:custGeom>
          <a:gradFill>
            <a:gsLst>
              <a:gs pos="49000">
                <a:schemeClr val="accent6"/>
              </a:gs>
              <a:gs pos="87000">
                <a:schemeClr val="accent3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190366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6E160181-F020-3F03-9EDF-F40CFE13B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454130"/>
            <a:ext cx="5257800" cy="228600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8CCF58C-6D75-29B7-7B8C-B77608243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A1374A-4FD1-F1A4-3B49-EFD13560F1C3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A blue and black logo&#10;&#10;AI-generated content may be incorrect.">
            <a:extLst>
              <a:ext uri="{FF2B5EF4-FFF2-40B4-BE49-F238E27FC236}">
                <a16:creationId xmlns:a16="http://schemas.microsoft.com/office/drawing/2014/main" id="{2FEB4F50-7FD4-5B00-02DD-264E75D45C3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597" y="6437960"/>
            <a:ext cx="857522" cy="243268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728F9DD8-18B8-E17F-4A81-93C4DD686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597" y="365125"/>
            <a:ext cx="11491993" cy="1207953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>
              <a:lnSpc>
                <a:spcPct val="80000"/>
              </a:lnSpc>
              <a:defRPr b="1" i="0">
                <a:solidFill>
                  <a:schemeClr val="accent2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1098237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6E160181-F020-3F03-9EDF-F40CFE13B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454130"/>
            <a:ext cx="5257800" cy="228600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8CCF58C-6D75-29B7-7B8C-B77608243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A1374A-4FD1-F1A4-3B49-EFD13560F1C3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0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A blue and black logo&#10;&#10;AI-generated content may be incorrect.">
            <a:extLst>
              <a:ext uri="{FF2B5EF4-FFF2-40B4-BE49-F238E27FC236}">
                <a16:creationId xmlns:a16="http://schemas.microsoft.com/office/drawing/2014/main" id="{2FEB4F50-7FD4-5B00-02DD-264E75D45C3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597" y="6437960"/>
            <a:ext cx="857522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987467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2410914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bg>
      <p:bgPr>
        <a:gradFill>
          <a:gsLst>
            <a:gs pos="0">
              <a:schemeClr val="accent2"/>
            </a:gs>
            <a:gs pos="54000">
              <a:schemeClr val="tx2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8C7F35EF-1610-E5B0-B764-FC143C8BAA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97660" y="1509339"/>
            <a:ext cx="6294340" cy="53486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D8A0025-EFEF-20BF-C80C-85AC36F306C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7607" y="637104"/>
            <a:ext cx="1771864" cy="11158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F48F0EC-82D2-3C68-E213-5327A1828CFA}"/>
              </a:ext>
            </a:extLst>
          </p:cNvPr>
          <p:cNvSpPr txBox="1"/>
          <p:nvPr userDrawn="1"/>
        </p:nvSpPr>
        <p:spPr>
          <a:xfrm>
            <a:off x="831850" y="6492875"/>
            <a:ext cx="461665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000" b="1" i="0">
                <a:solidFill>
                  <a:schemeClr val="bg1"/>
                </a:solidFill>
                <a:latin typeface="Figtree SemiBold" pitchFamily="2" charset="0"/>
              </a:rPr>
              <a:t>aiaa.org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674F01-5FF3-D372-A30F-3AA70A84088C}"/>
              </a:ext>
            </a:extLst>
          </p:cNvPr>
          <p:cNvSpPr txBox="1"/>
          <p:nvPr userDrawn="1"/>
        </p:nvSpPr>
        <p:spPr>
          <a:xfrm>
            <a:off x="777607" y="4118432"/>
            <a:ext cx="4456348" cy="110799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7200" b="1" i="0">
                <a:solidFill>
                  <a:schemeClr val="bg1"/>
                </a:solidFill>
                <a:latin typeface="Figtree" pitchFamily="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6146207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bg>
      <p:bgPr>
        <a:gradFill>
          <a:gsLst>
            <a:gs pos="0">
              <a:schemeClr val="accent2"/>
            </a:gs>
            <a:gs pos="60000">
              <a:schemeClr val="tx2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8C7F35EF-1610-E5B0-B764-FC143C8BAAE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7339" b="33231"/>
          <a:stretch/>
        </p:blipFill>
        <p:spPr>
          <a:xfrm>
            <a:off x="5897661" y="1509339"/>
            <a:ext cx="6294340" cy="534866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BA0A17DC-774F-3210-530A-47E7C3473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2355743"/>
            <a:ext cx="8017683" cy="2445200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80000"/>
              </a:lnSpc>
              <a:defRPr sz="6000" b="1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BBBDC11-29FC-667E-0F89-DBB03CF052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49" y="5017003"/>
            <a:ext cx="8017683" cy="49766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Figtree Light" pitchFamily="2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" descr="A white letters on a black background&#10;&#10;AI-generated content may be incorrect.">
            <a:extLst>
              <a:ext uri="{FF2B5EF4-FFF2-40B4-BE49-F238E27FC236}">
                <a16:creationId xmlns:a16="http://schemas.microsoft.com/office/drawing/2014/main" id="{31241472-1619-5F10-102F-682E29E56B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851" y="705080"/>
            <a:ext cx="3398627" cy="944553"/>
          </a:xfrm>
          <a:prstGeom prst="rect">
            <a:avLst/>
          </a:prstGeom>
        </p:spPr>
      </p:pic>
      <p:pic>
        <p:nvPicPr>
          <p:cNvPr id="4" name="Picture 3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A99F799A-08AA-7FCE-CB4F-6222F344339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7339" b="33231"/>
          <a:stretch/>
        </p:blipFill>
        <p:spPr>
          <a:xfrm>
            <a:off x="5897661" y="1509339"/>
            <a:ext cx="6294340" cy="5348660"/>
          </a:xfrm>
          <a:prstGeom prst="rect">
            <a:avLst/>
          </a:prstGeom>
        </p:spPr>
      </p:pic>
      <p:pic>
        <p:nvPicPr>
          <p:cNvPr id="5" name="Picture 4" descr="A white letters on a black background&#10;&#10;AI-generated content may be incorrect.">
            <a:extLst>
              <a:ext uri="{FF2B5EF4-FFF2-40B4-BE49-F238E27FC236}">
                <a16:creationId xmlns:a16="http://schemas.microsoft.com/office/drawing/2014/main" id="{CA0325AF-D2D0-C6FD-DEC0-028611C03D9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31851" y="705080"/>
            <a:ext cx="3398627" cy="944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373987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ivider (Navy)">
    <p:bg>
      <p:bgPr>
        <a:gradFill>
          <a:gsLst>
            <a:gs pos="0">
              <a:schemeClr val="accent2"/>
            </a:gs>
            <a:gs pos="60000">
              <a:schemeClr val="tx2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0E47ED36-DE2D-02CA-3151-94658797C72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7339" b="33231"/>
          <a:stretch/>
        </p:blipFill>
        <p:spPr>
          <a:xfrm>
            <a:off x="5897661" y="1509339"/>
            <a:ext cx="6294340" cy="53486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4286E4-0185-F5C7-1A34-42944A5E9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446126"/>
            <a:ext cx="10515600" cy="2852737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90000"/>
              </a:lnSpc>
              <a:defRPr sz="6000"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F87F5B-E6CA-3D49-EEDE-A4FC382F34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463371"/>
            <a:ext cx="10515600" cy="7775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Figtree" pitchFamily="2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E0A20CF-1575-8C64-8E6F-319EBEB89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70011EF-BAE9-8319-9C4B-A0136ED34F1F}"/>
              </a:ext>
            </a:extLst>
          </p:cNvPr>
          <p:cNvCxnSpPr>
            <a:cxnSpLocks/>
          </p:cNvCxnSpPr>
          <p:nvPr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FED0390E-9CED-12AA-C621-F40B86459E8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  <p:pic>
        <p:nvPicPr>
          <p:cNvPr id="4" name="Picture 3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798F9058-C159-D5BD-AC5D-4ADAACCFE2A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7339" b="33231"/>
          <a:stretch/>
        </p:blipFill>
        <p:spPr>
          <a:xfrm>
            <a:off x="5897661" y="1509339"/>
            <a:ext cx="6294340" cy="534866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9670D17-24E2-4E0A-5375-6C3DFC6018C2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02DA3430-7087-80A4-076B-0A9E6C2DD9A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143121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ivider (Blue)">
    <p:bg>
      <p:bgPr>
        <a:gradFill>
          <a:gsLst>
            <a:gs pos="0">
              <a:schemeClr val="tx2"/>
            </a:gs>
            <a:gs pos="52000">
              <a:schemeClr val="accent2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73C2AF56-22FA-B24C-961E-DCF6032B059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7339" b="33231"/>
          <a:stretch/>
        </p:blipFill>
        <p:spPr>
          <a:xfrm>
            <a:off x="5897661" y="1509339"/>
            <a:ext cx="6294340" cy="53486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4286E4-0185-F5C7-1A34-42944A5E9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446126"/>
            <a:ext cx="10515600" cy="2852737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90000"/>
              </a:lnSpc>
              <a:defRPr sz="6000"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F87F5B-E6CA-3D49-EEDE-A4FC382F34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463371"/>
            <a:ext cx="10515600" cy="7775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Figtree" pitchFamily="2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E0A20CF-1575-8C64-8E6F-319EBEB89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70011EF-BAE9-8319-9C4B-A0136ED34F1F}"/>
              </a:ext>
            </a:extLst>
          </p:cNvPr>
          <p:cNvCxnSpPr>
            <a:cxnSpLocks/>
          </p:cNvCxnSpPr>
          <p:nvPr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FED0390E-9CED-12AA-C621-F40B86459E8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  <p:pic>
        <p:nvPicPr>
          <p:cNvPr id="4" name="Picture 3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D238ABAD-3898-50B6-C64A-13984887686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7339" b="33231"/>
          <a:stretch/>
        </p:blipFill>
        <p:spPr>
          <a:xfrm>
            <a:off x="5897661" y="1509339"/>
            <a:ext cx="6294340" cy="5348660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BAABFB3-7386-3E9C-18B2-C43C4987A041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F06E7771-8361-C51E-BC0F-20E2A211AF9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709890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ivider (Plum)">
    <p:bg>
      <p:bgPr>
        <a:gradFill>
          <a:gsLst>
            <a:gs pos="0">
              <a:schemeClr val="accent2"/>
            </a:gs>
            <a:gs pos="60000">
              <a:schemeClr val="accent3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D2903859-44FB-9388-776B-28F8C4D4252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7339" b="33231"/>
          <a:stretch/>
        </p:blipFill>
        <p:spPr>
          <a:xfrm>
            <a:off x="5897661" y="1509339"/>
            <a:ext cx="6294340" cy="53486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4286E4-0185-F5C7-1A34-42944A5E9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446126"/>
            <a:ext cx="10515600" cy="2852737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90000"/>
              </a:lnSpc>
              <a:defRPr sz="6000"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F87F5B-E6CA-3D49-EEDE-A4FC382F34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463371"/>
            <a:ext cx="10515600" cy="7775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Figtree" pitchFamily="2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E0A20CF-1575-8C64-8E6F-319EBEB89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70011EF-BAE9-8319-9C4B-A0136ED34F1F}"/>
              </a:ext>
            </a:extLst>
          </p:cNvPr>
          <p:cNvCxnSpPr>
            <a:cxnSpLocks/>
          </p:cNvCxnSpPr>
          <p:nvPr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FED0390E-9CED-12AA-C621-F40B86459E8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  <p:pic>
        <p:nvPicPr>
          <p:cNvPr id="4" name="Picture 3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4B8321AA-424B-160D-9AF6-53A8E8E0084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7339" b="33231"/>
          <a:stretch/>
        </p:blipFill>
        <p:spPr>
          <a:xfrm>
            <a:off x="5897661" y="1509339"/>
            <a:ext cx="6294340" cy="5348660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C9A1D33-F8AF-E211-4741-0F0429D8890D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EBF2A3A8-DB6C-5A71-82A4-3F158D8618F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850526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ivider (Gold)">
    <p:bg>
      <p:bgPr>
        <a:gradFill>
          <a:gsLst>
            <a:gs pos="0">
              <a:schemeClr val="accent6"/>
            </a:gs>
            <a:gs pos="54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D7892FEC-EC22-36F7-8617-D9A11538518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7339" b="33231"/>
          <a:stretch/>
        </p:blipFill>
        <p:spPr>
          <a:xfrm>
            <a:off x="5897661" y="1509339"/>
            <a:ext cx="6294340" cy="53486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4286E4-0185-F5C7-1A34-42944A5E9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446126"/>
            <a:ext cx="10515600" cy="2852737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90000"/>
              </a:lnSpc>
              <a:defRPr sz="6000" b="1" i="0">
                <a:solidFill>
                  <a:schemeClr val="tx2">
                    <a:lumMod val="50000"/>
                  </a:schemeClr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F87F5B-E6CA-3D49-EEDE-A4FC382F34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463371"/>
            <a:ext cx="10515600" cy="7775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0" i="0">
                <a:solidFill>
                  <a:schemeClr val="tx2">
                    <a:lumMod val="50000"/>
                  </a:schemeClr>
                </a:solidFill>
                <a:latin typeface="Figtree" pitchFamily="2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E0A20CF-1575-8C64-8E6F-319EBEB89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70011EF-BAE9-8319-9C4B-A0136ED34F1F}"/>
              </a:ext>
            </a:extLst>
          </p:cNvPr>
          <p:cNvCxnSpPr>
            <a:cxnSpLocks/>
          </p:cNvCxnSpPr>
          <p:nvPr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FED0390E-9CED-12AA-C621-F40B86459E8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  <p:pic>
        <p:nvPicPr>
          <p:cNvPr id="4" name="Picture 3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90C792A5-FBAF-1440-F376-0051AFB2B70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7339" b="33231"/>
          <a:stretch/>
        </p:blipFill>
        <p:spPr>
          <a:xfrm>
            <a:off x="5897661" y="1509339"/>
            <a:ext cx="6294340" cy="5348660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DB5A154-A6D7-1924-655B-3E1E2287019A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D5872519-4A14-0A0A-6063-14178EF1A5D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945178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ivider (Green)">
    <p:bg>
      <p:bgPr>
        <a:gradFill>
          <a:gsLst>
            <a:gs pos="0">
              <a:schemeClr val="accent2"/>
            </a:gs>
            <a:gs pos="54000">
              <a:schemeClr val="accent5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F8558375-69BD-2093-A170-A82E307F81A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7339" b="33231"/>
          <a:stretch/>
        </p:blipFill>
        <p:spPr>
          <a:xfrm>
            <a:off x="5897661" y="1509339"/>
            <a:ext cx="6294340" cy="53486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4286E4-0185-F5C7-1A34-42944A5E9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446126"/>
            <a:ext cx="10515600" cy="2852737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90000"/>
              </a:lnSpc>
              <a:defRPr sz="6000"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F87F5B-E6CA-3D49-EEDE-A4FC382F34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463371"/>
            <a:ext cx="10515600" cy="7775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Figtree" pitchFamily="2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E0A20CF-1575-8C64-8E6F-319EBEB89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70011EF-BAE9-8319-9C4B-A0136ED34F1F}"/>
              </a:ext>
            </a:extLst>
          </p:cNvPr>
          <p:cNvCxnSpPr>
            <a:cxnSpLocks/>
          </p:cNvCxnSpPr>
          <p:nvPr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FED0390E-9CED-12AA-C621-F40B86459E8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  <p:pic>
        <p:nvPicPr>
          <p:cNvPr id="4" name="Picture 3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6F77077F-418C-C008-ED0E-BE3C190299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7339" b="33231"/>
          <a:stretch/>
        </p:blipFill>
        <p:spPr>
          <a:xfrm>
            <a:off x="5897661" y="1509339"/>
            <a:ext cx="6294340" cy="5348660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4E082F3-39F2-2D92-28C2-EC78C81699DD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589DF846-716E-AE82-3F21-0B724BAF3DF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321557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ivider (Orange)">
    <p:bg>
      <p:bgPr>
        <a:gradFill>
          <a:gsLst>
            <a:gs pos="0">
              <a:schemeClr val="accent3"/>
            </a:gs>
            <a:gs pos="54000">
              <a:schemeClr val="accent6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04F190B7-3ED6-8872-7F8C-4E5A01527E9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7339" b="33231"/>
          <a:stretch/>
        </p:blipFill>
        <p:spPr>
          <a:xfrm>
            <a:off x="5897661" y="1509339"/>
            <a:ext cx="6294340" cy="53486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4286E4-0185-F5C7-1A34-42944A5E9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446126"/>
            <a:ext cx="10515600" cy="2852737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ct val="90000"/>
              </a:lnSpc>
              <a:defRPr sz="6000"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F87F5B-E6CA-3D49-EEDE-A4FC382F34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463371"/>
            <a:ext cx="10515600" cy="7775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Figtree" pitchFamily="2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E0A20CF-1575-8C64-8E6F-319EBEB89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70011EF-BAE9-8319-9C4B-A0136ED34F1F}"/>
              </a:ext>
            </a:extLst>
          </p:cNvPr>
          <p:cNvCxnSpPr>
            <a:cxnSpLocks/>
          </p:cNvCxnSpPr>
          <p:nvPr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FED0390E-9CED-12AA-C621-F40B86459E8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  <p:pic>
        <p:nvPicPr>
          <p:cNvPr id="4" name="Picture 3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91665A1C-71A1-3EE7-F50E-A08FA0F7B15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7339" b="33231"/>
          <a:stretch/>
        </p:blipFill>
        <p:spPr>
          <a:xfrm>
            <a:off x="5897661" y="1509339"/>
            <a:ext cx="6294340" cy="5348660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1BF1A6F-7D42-FA3B-BD5A-3493043F594B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3E95DF0C-D270-BEA7-10B0-E6E753EE4E2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842302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Content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6009C2D0-8476-5C7C-3698-64F13A93B82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7339" b="33231"/>
          <a:stretch/>
        </p:blipFill>
        <p:spPr>
          <a:xfrm>
            <a:off x="5897661" y="1509339"/>
            <a:ext cx="6294340" cy="53486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BD38FA1-D8E9-0B4D-6720-EFD5DD0BA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9" y="447042"/>
            <a:ext cx="11491993" cy="1169207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>
              <a:lnSpc>
                <a:spcPct val="80000"/>
              </a:lnSpc>
              <a:defRPr sz="4000"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3389C-B1D7-C694-57D5-6C711FC198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" y="1825624"/>
            <a:ext cx="10515600" cy="412572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800" b="0" i="0">
                <a:solidFill>
                  <a:schemeClr val="bg1"/>
                </a:solidFill>
                <a:latin typeface="Figtree" pitchFamily="2" charset="0"/>
              </a:defRPr>
            </a:lvl1pPr>
            <a:lvl2pPr marL="742932" indent="-285744">
              <a:buFont typeface="Arial" panose="020B0604020202020204" pitchFamily="34" charset="0"/>
              <a:buChar char="•"/>
              <a:defRPr sz="1800" b="0" i="0">
                <a:solidFill>
                  <a:schemeClr val="bg1"/>
                </a:solidFill>
                <a:latin typeface="Figtree" pitchFamily="2" charset="0"/>
              </a:defRPr>
            </a:lvl2pPr>
            <a:lvl3pPr marL="1200121" indent="-285744">
              <a:buFont typeface="Arial" panose="020B0604020202020204" pitchFamily="34" charset="0"/>
              <a:buChar char="•"/>
              <a:defRPr sz="1800" b="0" i="0">
                <a:solidFill>
                  <a:schemeClr val="bg1"/>
                </a:solidFill>
                <a:latin typeface="Figtree" pitchFamily="2" charset="0"/>
              </a:defRPr>
            </a:lvl3pPr>
            <a:lvl4pPr marL="1657309" indent="-285744">
              <a:buFont typeface="Arial" panose="020B0604020202020204" pitchFamily="34" charset="0"/>
              <a:buChar char="•"/>
              <a:defRPr sz="1800" b="0" i="0">
                <a:solidFill>
                  <a:schemeClr val="bg1"/>
                </a:solidFill>
                <a:latin typeface="Figtree" pitchFamily="2" charset="0"/>
              </a:defRPr>
            </a:lvl4pPr>
            <a:lvl5pPr marL="2114498" indent="-285744">
              <a:buFont typeface="Arial" panose="020B0604020202020204" pitchFamily="34" charset="0"/>
              <a:buChar char="•"/>
              <a:defRPr sz="1800" b="0" i="0">
                <a:solidFill>
                  <a:schemeClr val="bg1"/>
                </a:solidFill>
                <a:latin typeface="Figtree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C3EAA-1CA5-FCD9-354C-BC491AF39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27D6499-7F82-8950-61E9-B99B5A5DBC7B}"/>
              </a:ext>
            </a:extLst>
          </p:cNvPr>
          <p:cNvCxnSpPr>
            <a:cxnSpLocks/>
          </p:cNvCxnSpPr>
          <p:nvPr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94F72188-A0A9-5F3A-CF20-6B8F5FE585F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  <p:pic>
        <p:nvPicPr>
          <p:cNvPr id="5" name="Picture 4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C484C669-BBD9-50FA-3420-55FDCF4B6F7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7339" b="33231"/>
          <a:stretch/>
        </p:blipFill>
        <p:spPr>
          <a:xfrm>
            <a:off x="5897661" y="1509339"/>
            <a:ext cx="6294340" cy="534866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2FB1A57-C9CC-115F-C325-C95F8CA0EF9F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1CF23098-19B3-ED51-7772-90AF586CF91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480614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+ Image Blue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347A47-ADDB-726A-B2AC-AF6601AB38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29381" y="1"/>
            <a:ext cx="6862619" cy="6866620"/>
          </a:xfrm>
          <a:custGeom>
            <a:avLst/>
            <a:gdLst>
              <a:gd name="connsiteX0" fmla="*/ 2766197 w 6558116"/>
              <a:gd name="connsiteY0" fmla="*/ 0 h 6276807"/>
              <a:gd name="connsiteX1" fmla="*/ 6558116 w 6558116"/>
              <a:gd name="connsiteY1" fmla="*/ 0 h 6276807"/>
              <a:gd name="connsiteX2" fmla="*/ 6558116 w 6558116"/>
              <a:gd name="connsiteY2" fmla="*/ 6276807 h 6276807"/>
              <a:gd name="connsiteX3" fmla="*/ 0 w 6558116"/>
              <a:gd name="connsiteY3" fmla="*/ 6276807 h 6276807"/>
              <a:gd name="connsiteX4" fmla="*/ 0 w 6558116"/>
              <a:gd name="connsiteY4" fmla="*/ 6276241 h 6276807"/>
              <a:gd name="connsiteX0" fmla="*/ 2939983 w 6731902"/>
              <a:gd name="connsiteY0" fmla="*/ 0 h 6276807"/>
              <a:gd name="connsiteX1" fmla="*/ 6731902 w 6731902"/>
              <a:gd name="connsiteY1" fmla="*/ 0 h 6276807"/>
              <a:gd name="connsiteX2" fmla="*/ 6731902 w 6731902"/>
              <a:gd name="connsiteY2" fmla="*/ 6276807 h 6276807"/>
              <a:gd name="connsiteX3" fmla="*/ 173786 w 6731902"/>
              <a:gd name="connsiteY3" fmla="*/ 6276807 h 6276807"/>
              <a:gd name="connsiteX4" fmla="*/ 0 w 6731902"/>
              <a:gd name="connsiteY4" fmla="*/ 6242427 h 6276807"/>
              <a:gd name="connsiteX5" fmla="*/ 2939983 w 6731902"/>
              <a:gd name="connsiteY5" fmla="*/ 0 h 6276807"/>
              <a:gd name="connsiteX0" fmla="*/ 2949130 w 6731902"/>
              <a:gd name="connsiteY0" fmla="*/ 0 h 6276807"/>
              <a:gd name="connsiteX1" fmla="*/ 6731902 w 6731902"/>
              <a:gd name="connsiteY1" fmla="*/ 0 h 6276807"/>
              <a:gd name="connsiteX2" fmla="*/ 6731902 w 6731902"/>
              <a:gd name="connsiteY2" fmla="*/ 6276807 h 6276807"/>
              <a:gd name="connsiteX3" fmla="*/ 173786 w 6731902"/>
              <a:gd name="connsiteY3" fmla="*/ 6276807 h 6276807"/>
              <a:gd name="connsiteX4" fmla="*/ 0 w 6731902"/>
              <a:gd name="connsiteY4" fmla="*/ 6242427 h 6276807"/>
              <a:gd name="connsiteX5" fmla="*/ 2949130 w 6731902"/>
              <a:gd name="connsiteY5" fmla="*/ 0 h 6276807"/>
              <a:gd name="connsiteX0" fmla="*/ 2967300 w 6750072"/>
              <a:gd name="connsiteY0" fmla="*/ 0 h 6284696"/>
              <a:gd name="connsiteX1" fmla="*/ 6750072 w 6750072"/>
              <a:gd name="connsiteY1" fmla="*/ 0 h 6284696"/>
              <a:gd name="connsiteX2" fmla="*/ 6750072 w 6750072"/>
              <a:gd name="connsiteY2" fmla="*/ 6276807 h 6284696"/>
              <a:gd name="connsiteX3" fmla="*/ 191956 w 6750072"/>
              <a:gd name="connsiteY3" fmla="*/ 6276807 h 6284696"/>
              <a:gd name="connsiteX4" fmla="*/ 0 w 6750072"/>
              <a:gd name="connsiteY4" fmla="*/ 6284696 h 6284696"/>
              <a:gd name="connsiteX5" fmla="*/ 2967300 w 6750072"/>
              <a:gd name="connsiteY5" fmla="*/ 0 h 6284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0072" h="6284696">
                <a:moveTo>
                  <a:pt x="2967300" y="0"/>
                </a:moveTo>
                <a:lnTo>
                  <a:pt x="6750072" y="0"/>
                </a:lnTo>
                <a:lnTo>
                  <a:pt x="6750072" y="6276807"/>
                </a:lnTo>
                <a:lnTo>
                  <a:pt x="191956" y="6276807"/>
                </a:lnTo>
                <a:lnTo>
                  <a:pt x="0" y="6284696"/>
                </a:lnTo>
                <a:cubicBezTo>
                  <a:pt x="922066" y="4192616"/>
                  <a:pt x="2045234" y="2092080"/>
                  <a:pt x="2967300" y="0"/>
                </a:cubicBezTo>
                <a:close/>
              </a:path>
            </a:pathLst>
          </a:custGeom>
          <a:pattFill prst="smConfetti">
            <a:fgClr>
              <a:schemeClr val="bg2"/>
            </a:fgClr>
            <a:bgClr>
              <a:schemeClr val="bg1"/>
            </a:bgClr>
          </a:pattFill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Figtree Medium" pitchFamily="2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938C98-750F-B989-E8A2-47D33F5F8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689" y="457200"/>
            <a:ext cx="4602999" cy="1600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4000"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2D103-5877-6749-18AE-0555B8B45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688" y="2425491"/>
            <a:ext cx="4602997" cy="33321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Figtree" pitchFamily="2" charset="0"/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B6BC089-6024-60CC-51A6-E270462E81F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  <p:sp>
        <p:nvSpPr>
          <p:cNvPr id="3" name="Freeform 2">
            <a:extLst>
              <a:ext uri="{FF2B5EF4-FFF2-40B4-BE49-F238E27FC236}">
                <a16:creationId xmlns:a16="http://schemas.microsoft.com/office/drawing/2014/main" id="{ABE42761-35EA-CA25-0900-63712C3225FA}"/>
              </a:ext>
            </a:extLst>
          </p:cNvPr>
          <p:cNvSpPr/>
          <p:nvPr/>
        </p:nvSpPr>
        <p:spPr>
          <a:xfrm>
            <a:off x="4830121" y="-3"/>
            <a:ext cx="3566904" cy="6858004"/>
          </a:xfrm>
          <a:custGeom>
            <a:avLst/>
            <a:gdLst>
              <a:gd name="connsiteX0" fmla="*/ 0 w 3200400"/>
              <a:gd name="connsiteY0" fmla="*/ 6276813 h 6276813"/>
              <a:gd name="connsiteX1" fmla="*/ 891153 w 3200400"/>
              <a:gd name="connsiteY1" fmla="*/ 6276813 h 6276813"/>
              <a:gd name="connsiteX2" fmla="*/ 3200400 w 3200400"/>
              <a:gd name="connsiteY2" fmla="*/ 0 h 6276813"/>
              <a:gd name="connsiteX3" fmla="*/ 3115159 w 3200400"/>
              <a:gd name="connsiteY3" fmla="*/ 0 h 6276813"/>
              <a:gd name="connsiteX4" fmla="*/ 0 w 3200400"/>
              <a:gd name="connsiteY4" fmla="*/ 6276813 h 6276813"/>
              <a:gd name="connsiteX0" fmla="*/ 0 w 3254644"/>
              <a:gd name="connsiteY0" fmla="*/ 6284563 h 6284563"/>
              <a:gd name="connsiteX1" fmla="*/ 945397 w 3254644"/>
              <a:gd name="connsiteY1" fmla="*/ 6276813 h 6284563"/>
              <a:gd name="connsiteX2" fmla="*/ 3254644 w 3254644"/>
              <a:gd name="connsiteY2" fmla="*/ 0 h 6284563"/>
              <a:gd name="connsiteX3" fmla="*/ 3169403 w 3254644"/>
              <a:gd name="connsiteY3" fmla="*/ 0 h 6284563"/>
              <a:gd name="connsiteX4" fmla="*/ 0 w 3254644"/>
              <a:gd name="connsiteY4" fmla="*/ 6284563 h 6284563"/>
              <a:gd name="connsiteX0" fmla="*/ 0 w 3285640"/>
              <a:gd name="connsiteY0" fmla="*/ 6284563 h 6284563"/>
              <a:gd name="connsiteX1" fmla="*/ 976393 w 3285640"/>
              <a:gd name="connsiteY1" fmla="*/ 6276813 h 6284563"/>
              <a:gd name="connsiteX2" fmla="*/ 3285640 w 3285640"/>
              <a:gd name="connsiteY2" fmla="*/ 0 h 6284563"/>
              <a:gd name="connsiteX3" fmla="*/ 3200399 w 3285640"/>
              <a:gd name="connsiteY3" fmla="*/ 0 h 6284563"/>
              <a:gd name="connsiteX4" fmla="*/ 0 w 3285640"/>
              <a:gd name="connsiteY4" fmla="*/ 6284563 h 6284563"/>
              <a:gd name="connsiteX0" fmla="*/ 0 w 2812941"/>
              <a:gd name="connsiteY0" fmla="*/ 6292312 h 6292312"/>
              <a:gd name="connsiteX1" fmla="*/ 503694 w 2812941"/>
              <a:gd name="connsiteY1" fmla="*/ 6276813 h 6292312"/>
              <a:gd name="connsiteX2" fmla="*/ 2812941 w 2812941"/>
              <a:gd name="connsiteY2" fmla="*/ 0 h 6292312"/>
              <a:gd name="connsiteX3" fmla="*/ 2727700 w 2812941"/>
              <a:gd name="connsiteY3" fmla="*/ 0 h 6292312"/>
              <a:gd name="connsiteX4" fmla="*/ 0 w 2812941"/>
              <a:gd name="connsiteY4" fmla="*/ 6292312 h 6292312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24525 w 2809766"/>
              <a:gd name="connsiteY3" fmla="*/ 0 h 6276813"/>
              <a:gd name="connsiteX4" fmla="*/ 0 w 2809766"/>
              <a:gd name="connsiteY4" fmla="*/ 6276437 h 6276813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68975 w 2809766"/>
              <a:gd name="connsiteY3" fmla="*/ 6350 h 6276813"/>
              <a:gd name="connsiteX4" fmla="*/ 0 w 2809766"/>
              <a:gd name="connsiteY4" fmla="*/ 6276437 h 6276813"/>
              <a:gd name="connsiteX0" fmla="*/ 0 w 3264621"/>
              <a:gd name="connsiteY0" fmla="*/ 6270087 h 6270463"/>
              <a:gd name="connsiteX1" fmla="*/ 500519 w 3264621"/>
              <a:gd name="connsiteY1" fmla="*/ 6270463 h 6270463"/>
              <a:gd name="connsiteX2" fmla="*/ 3264621 w 3264621"/>
              <a:gd name="connsiteY2" fmla="*/ 3028 h 6270463"/>
              <a:gd name="connsiteX3" fmla="*/ 2768975 w 3264621"/>
              <a:gd name="connsiteY3" fmla="*/ 0 h 6270463"/>
              <a:gd name="connsiteX4" fmla="*/ 0 w 3264621"/>
              <a:gd name="connsiteY4" fmla="*/ 6270087 h 6270463"/>
              <a:gd name="connsiteX0" fmla="*/ 0 w 3264621"/>
              <a:gd name="connsiteY0" fmla="*/ 6267059 h 6267435"/>
              <a:gd name="connsiteX1" fmla="*/ 500519 w 3264621"/>
              <a:gd name="connsiteY1" fmla="*/ 6267435 h 6267435"/>
              <a:gd name="connsiteX2" fmla="*/ 3264621 w 3264621"/>
              <a:gd name="connsiteY2" fmla="*/ 0 h 6267435"/>
              <a:gd name="connsiteX3" fmla="*/ 3214452 w 3264621"/>
              <a:gd name="connsiteY3" fmla="*/ 1661 h 6267435"/>
              <a:gd name="connsiteX4" fmla="*/ 0 w 3264621"/>
              <a:gd name="connsiteY4" fmla="*/ 6267059 h 626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4621" h="6267435">
                <a:moveTo>
                  <a:pt x="0" y="6267059"/>
                </a:moveTo>
                <a:lnTo>
                  <a:pt x="500519" y="6267435"/>
                </a:lnTo>
                <a:lnTo>
                  <a:pt x="3264621" y="0"/>
                </a:lnTo>
                <a:lnTo>
                  <a:pt x="3214452" y="1661"/>
                </a:lnTo>
                <a:lnTo>
                  <a:pt x="0" y="6267059"/>
                </a:lnTo>
                <a:close/>
              </a:path>
            </a:pathLst>
          </a:custGeom>
          <a:gradFill>
            <a:gsLst>
              <a:gs pos="49000">
                <a:schemeClr val="accent2"/>
              </a:gs>
              <a:gs pos="90000">
                <a:schemeClr val="tx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9B28ACF-39D2-C671-C9B4-9D48311B4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DC6E9646-0773-63D6-3562-8964A218F5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  <p:sp>
        <p:nvSpPr>
          <p:cNvPr id="6" name="Freeform 5">
            <a:extLst>
              <a:ext uri="{FF2B5EF4-FFF2-40B4-BE49-F238E27FC236}">
                <a16:creationId xmlns:a16="http://schemas.microsoft.com/office/drawing/2014/main" id="{166AA6E9-6E6E-CD83-0AEE-1EA01280BFA0}"/>
              </a:ext>
            </a:extLst>
          </p:cNvPr>
          <p:cNvSpPr/>
          <p:nvPr userDrawn="1"/>
        </p:nvSpPr>
        <p:spPr>
          <a:xfrm>
            <a:off x="4830121" y="-3"/>
            <a:ext cx="3566904" cy="6858004"/>
          </a:xfrm>
          <a:custGeom>
            <a:avLst/>
            <a:gdLst>
              <a:gd name="connsiteX0" fmla="*/ 0 w 3200400"/>
              <a:gd name="connsiteY0" fmla="*/ 6276813 h 6276813"/>
              <a:gd name="connsiteX1" fmla="*/ 891153 w 3200400"/>
              <a:gd name="connsiteY1" fmla="*/ 6276813 h 6276813"/>
              <a:gd name="connsiteX2" fmla="*/ 3200400 w 3200400"/>
              <a:gd name="connsiteY2" fmla="*/ 0 h 6276813"/>
              <a:gd name="connsiteX3" fmla="*/ 3115159 w 3200400"/>
              <a:gd name="connsiteY3" fmla="*/ 0 h 6276813"/>
              <a:gd name="connsiteX4" fmla="*/ 0 w 3200400"/>
              <a:gd name="connsiteY4" fmla="*/ 6276813 h 6276813"/>
              <a:gd name="connsiteX0" fmla="*/ 0 w 3254644"/>
              <a:gd name="connsiteY0" fmla="*/ 6284563 h 6284563"/>
              <a:gd name="connsiteX1" fmla="*/ 945397 w 3254644"/>
              <a:gd name="connsiteY1" fmla="*/ 6276813 h 6284563"/>
              <a:gd name="connsiteX2" fmla="*/ 3254644 w 3254644"/>
              <a:gd name="connsiteY2" fmla="*/ 0 h 6284563"/>
              <a:gd name="connsiteX3" fmla="*/ 3169403 w 3254644"/>
              <a:gd name="connsiteY3" fmla="*/ 0 h 6284563"/>
              <a:gd name="connsiteX4" fmla="*/ 0 w 3254644"/>
              <a:gd name="connsiteY4" fmla="*/ 6284563 h 6284563"/>
              <a:gd name="connsiteX0" fmla="*/ 0 w 3285640"/>
              <a:gd name="connsiteY0" fmla="*/ 6284563 h 6284563"/>
              <a:gd name="connsiteX1" fmla="*/ 976393 w 3285640"/>
              <a:gd name="connsiteY1" fmla="*/ 6276813 h 6284563"/>
              <a:gd name="connsiteX2" fmla="*/ 3285640 w 3285640"/>
              <a:gd name="connsiteY2" fmla="*/ 0 h 6284563"/>
              <a:gd name="connsiteX3" fmla="*/ 3200399 w 3285640"/>
              <a:gd name="connsiteY3" fmla="*/ 0 h 6284563"/>
              <a:gd name="connsiteX4" fmla="*/ 0 w 3285640"/>
              <a:gd name="connsiteY4" fmla="*/ 6284563 h 6284563"/>
              <a:gd name="connsiteX0" fmla="*/ 0 w 2812941"/>
              <a:gd name="connsiteY0" fmla="*/ 6292312 h 6292312"/>
              <a:gd name="connsiteX1" fmla="*/ 503694 w 2812941"/>
              <a:gd name="connsiteY1" fmla="*/ 6276813 h 6292312"/>
              <a:gd name="connsiteX2" fmla="*/ 2812941 w 2812941"/>
              <a:gd name="connsiteY2" fmla="*/ 0 h 6292312"/>
              <a:gd name="connsiteX3" fmla="*/ 2727700 w 2812941"/>
              <a:gd name="connsiteY3" fmla="*/ 0 h 6292312"/>
              <a:gd name="connsiteX4" fmla="*/ 0 w 2812941"/>
              <a:gd name="connsiteY4" fmla="*/ 6292312 h 6292312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24525 w 2809766"/>
              <a:gd name="connsiteY3" fmla="*/ 0 h 6276813"/>
              <a:gd name="connsiteX4" fmla="*/ 0 w 2809766"/>
              <a:gd name="connsiteY4" fmla="*/ 6276437 h 6276813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68975 w 2809766"/>
              <a:gd name="connsiteY3" fmla="*/ 6350 h 6276813"/>
              <a:gd name="connsiteX4" fmla="*/ 0 w 2809766"/>
              <a:gd name="connsiteY4" fmla="*/ 6276437 h 6276813"/>
              <a:gd name="connsiteX0" fmla="*/ 0 w 3264621"/>
              <a:gd name="connsiteY0" fmla="*/ 6270087 h 6270463"/>
              <a:gd name="connsiteX1" fmla="*/ 500519 w 3264621"/>
              <a:gd name="connsiteY1" fmla="*/ 6270463 h 6270463"/>
              <a:gd name="connsiteX2" fmla="*/ 3264621 w 3264621"/>
              <a:gd name="connsiteY2" fmla="*/ 3028 h 6270463"/>
              <a:gd name="connsiteX3" fmla="*/ 2768975 w 3264621"/>
              <a:gd name="connsiteY3" fmla="*/ 0 h 6270463"/>
              <a:gd name="connsiteX4" fmla="*/ 0 w 3264621"/>
              <a:gd name="connsiteY4" fmla="*/ 6270087 h 6270463"/>
              <a:gd name="connsiteX0" fmla="*/ 0 w 3264621"/>
              <a:gd name="connsiteY0" fmla="*/ 6267059 h 6267435"/>
              <a:gd name="connsiteX1" fmla="*/ 500519 w 3264621"/>
              <a:gd name="connsiteY1" fmla="*/ 6267435 h 6267435"/>
              <a:gd name="connsiteX2" fmla="*/ 3264621 w 3264621"/>
              <a:gd name="connsiteY2" fmla="*/ 0 h 6267435"/>
              <a:gd name="connsiteX3" fmla="*/ 3214452 w 3264621"/>
              <a:gd name="connsiteY3" fmla="*/ 1661 h 6267435"/>
              <a:gd name="connsiteX4" fmla="*/ 0 w 3264621"/>
              <a:gd name="connsiteY4" fmla="*/ 6267059 h 626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4621" h="6267435">
                <a:moveTo>
                  <a:pt x="0" y="6267059"/>
                </a:moveTo>
                <a:lnTo>
                  <a:pt x="500519" y="6267435"/>
                </a:lnTo>
                <a:lnTo>
                  <a:pt x="3264621" y="0"/>
                </a:lnTo>
                <a:lnTo>
                  <a:pt x="3214452" y="1661"/>
                </a:lnTo>
                <a:lnTo>
                  <a:pt x="0" y="6267059"/>
                </a:lnTo>
                <a:close/>
              </a:path>
            </a:pathLst>
          </a:custGeom>
          <a:gradFill>
            <a:gsLst>
              <a:gs pos="49000">
                <a:schemeClr val="accent2"/>
              </a:gs>
              <a:gs pos="90000">
                <a:schemeClr val="tx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F2EEB74-B485-BF4C-1614-B05DDC97F95E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9181107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+ Image Plum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347A47-ADDB-726A-B2AC-AF6601AB38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29381" y="1"/>
            <a:ext cx="6862619" cy="6866620"/>
          </a:xfrm>
          <a:custGeom>
            <a:avLst/>
            <a:gdLst>
              <a:gd name="connsiteX0" fmla="*/ 2766197 w 6558116"/>
              <a:gd name="connsiteY0" fmla="*/ 0 h 6276807"/>
              <a:gd name="connsiteX1" fmla="*/ 6558116 w 6558116"/>
              <a:gd name="connsiteY1" fmla="*/ 0 h 6276807"/>
              <a:gd name="connsiteX2" fmla="*/ 6558116 w 6558116"/>
              <a:gd name="connsiteY2" fmla="*/ 6276807 h 6276807"/>
              <a:gd name="connsiteX3" fmla="*/ 0 w 6558116"/>
              <a:gd name="connsiteY3" fmla="*/ 6276807 h 6276807"/>
              <a:gd name="connsiteX4" fmla="*/ 0 w 6558116"/>
              <a:gd name="connsiteY4" fmla="*/ 6276241 h 6276807"/>
              <a:gd name="connsiteX0" fmla="*/ 2939983 w 6731902"/>
              <a:gd name="connsiteY0" fmla="*/ 0 h 6276807"/>
              <a:gd name="connsiteX1" fmla="*/ 6731902 w 6731902"/>
              <a:gd name="connsiteY1" fmla="*/ 0 h 6276807"/>
              <a:gd name="connsiteX2" fmla="*/ 6731902 w 6731902"/>
              <a:gd name="connsiteY2" fmla="*/ 6276807 h 6276807"/>
              <a:gd name="connsiteX3" fmla="*/ 173786 w 6731902"/>
              <a:gd name="connsiteY3" fmla="*/ 6276807 h 6276807"/>
              <a:gd name="connsiteX4" fmla="*/ 0 w 6731902"/>
              <a:gd name="connsiteY4" fmla="*/ 6242427 h 6276807"/>
              <a:gd name="connsiteX5" fmla="*/ 2939983 w 6731902"/>
              <a:gd name="connsiteY5" fmla="*/ 0 h 6276807"/>
              <a:gd name="connsiteX0" fmla="*/ 2949130 w 6731902"/>
              <a:gd name="connsiteY0" fmla="*/ 0 h 6276807"/>
              <a:gd name="connsiteX1" fmla="*/ 6731902 w 6731902"/>
              <a:gd name="connsiteY1" fmla="*/ 0 h 6276807"/>
              <a:gd name="connsiteX2" fmla="*/ 6731902 w 6731902"/>
              <a:gd name="connsiteY2" fmla="*/ 6276807 h 6276807"/>
              <a:gd name="connsiteX3" fmla="*/ 173786 w 6731902"/>
              <a:gd name="connsiteY3" fmla="*/ 6276807 h 6276807"/>
              <a:gd name="connsiteX4" fmla="*/ 0 w 6731902"/>
              <a:gd name="connsiteY4" fmla="*/ 6242427 h 6276807"/>
              <a:gd name="connsiteX5" fmla="*/ 2949130 w 6731902"/>
              <a:gd name="connsiteY5" fmla="*/ 0 h 6276807"/>
              <a:gd name="connsiteX0" fmla="*/ 2967300 w 6750072"/>
              <a:gd name="connsiteY0" fmla="*/ 0 h 6284696"/>
              <a:gd name="connsiteX1" fmla="*/ 6750072 w 6750072"/>
              <a:gd name="connsiteY1" fmla="*/ 0 h 6284696"/>
              <a:gd name="connsiteX2" fmla="*/ 6750072 w 6750072"/>
              <a:gd name="connsiteY2" fmla="*/ 6276807 h 6284696"/>
              <a:gd name="connsiteX3" fmla="*/ 191956 w 6750072"/>
              <a:gd name="connsiteY3" fmla="*/ 6276807 h 6284696"/>
              <a:gd name="connsiteX4" fmla="*/ 0 w 6750072"/>
              <a:gd name="connsiteY4" fmla="*/ 6284696 h 6284696"/>
              <a:gd name="connsiteX5" fmla="*/ 2967300 w 6750072"/>
              <a:gd name="connsiteY5" fmla="*/ 0 h 6284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0072" h="6284696">
                <a:moveTo>
                  <a:pt x="2967300" y="0"/>
                </a:moveTo>
                <a:lnTo>
                  <a:pt x="6750072" y="0"/>
                </a:lnTo>
                <a:lnTo>
                  <a:pt x="6750072" y="6276807"/>
                </a:lnTo>
                <a:lnTo>
                  <a:pt x="191956" y="6276807"/>
                </a:lnTo>
                <a:lnTo>
                  <a:pt x="0" y="6284696"/>
                </a:lnTo>
                <a:cubicBezTo>
                  <a:pt x="922066" y="4192616"/>
                  <a:pt x="2045234" y="2092080"/>
                  <a:pt x="2967300" y="0"/>
                </a:cubicBezTo>
                <a:close/>
              </a:path>
            </a:pathLst>
          </a:custGeom>
          <a:pattFill prst="smConfetti">
            <a:fgClr>
              <a:schemeClr val="bg2"/>
            </a:fgClr>
            <a:bgClr>
              <a:schemeClr val="bg1"/>
            </a:bgClr>
          </a:pattFill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Figtree Medium" pitchFamily="2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938C98-750F-B989-E8A2-47D33F5F8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689" y="457200"/>
            <a:ext cx="4602999" cy="1600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4000"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2D103-5877-6749-18AE-0555B8B45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688" y="2425491"/>
            <a:ext cx="4602997" cy="33321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Figtree" pitchFamily="2" charset="0"/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B6BC089-6024-60CC-51A6-E270462E81F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9B28ACF-39D2-C671-C9B4-9D48311B4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reeform 4">
            <a:extLst>
              <a:ext uri="{FF2B5EF4-FFF2-40B4-BE49-F238E27FC236}">
                <a16:creationId xmlns:a16="http://schemas.microsoft.com/office/drawing/2014/main" id="{5673909B-51BC-79F1-247B-509034849961}"/>
              </a:ext>
            </a:extLst>
          </p:cNvPr>
          <p:cNvSpPr/>
          <p:nvPr/>
        </p:nvSpPr>
        <p:spPr>
          <a:xfrm>
            <a:off x="4830121" y="-8623"/>
            <a:ext cx="3566904" cy="6858004"/>
          </a:xfrm>
          <a:custGeom>
            <a:avLst/>
            <a:gdLst>
              <a:gd name="connsiteX0" fmla="*/ 0 w 3200400"/>
              <a:gd name="connsiteY0" fmla="*/ 6276813 h 6276813"/>
              <a:gd name="connsiteX1" fmla="*/ 891153 w 3200400"/>
              <a:gd name="connsiteY1" fmla="*/ 6276813 h 6276813"/>
              <a:gd name="connsiteX2" fmla="*/ 3200400 w 3200400"/>
              <a:gd name="connsiteY2" fmla="*/ 0 h 6276813"/>
              <a:gd name="connsiteX3" fmla="*/ 3115159 w 3200400"/>
              <a:gd name="connsiteY3" fmla="*/ 0 h 6276813"/>
              <a:gd name="connsiteX4" fmla="*/ 0 w 3200400"/>
              <a:gd name="connsiteY4" fmla="*/ 6276813 h 6276813"/>
              <a:gd name="connsiteX0" fmla="*/ 0 w 3254644"/>
              <a:gd name="connsiteY0" fmla="*/ 6284563 h 6284563"/>
              <a:gd name="connsiteX1" fmla="*/ 945397 w 3254644"/>
              <a:gd name="connsiteY1" fmla="*/ 6276813 h 6284563"/>
              <a:gd name="connsiteX2" fmla="*/ 3254644 w 3254644"/>
              <a:gd name="connsiteY2" fmla="*/ 0 h 6284563"/>
              <a:gd name="connsiteX3" fmla="*/ 3169403 w 3254644"/>
              <a:gd name="connsiteY3" fmla="*/ 0 h 6284563"/>
              <a:gd name="connsiteX4" fmla="*/ 0 w 3254644"/>
              <a:gd name="connsiteY4" fmla="*/ 6284563 h 6284563"/>
              <a:gd name="connsiteX0" fmla="*/ 0 w 3285640"/>
              <a:gd name="connsiteY0" fmla="*/ 6284563 h 6284563"/>
              <a:gd name="connsiteX1" fmla="*/ 976393 w 3285640"/>
              <a:gd name="connsiteY1" fmla="*/ 6276813 h 6284563"/>
              <a:gd name="connsiteX2" fmla="*/ 3285640 w 3285640"/>
              <a:gd name="connsiteY2" fmla="*/ 0 h 6284563"/>
              <a:gd name="connsiteX3" fmla="*/ 3200399 w 3285640"/>
              <a:gd name="connsiteY3" fmla="*/ 0 h 6284563"/>
              <a:gd name="connsiteX4" fmla="*/ 0 w 3285640"/>
              <a:gd name="connsiteY4" fmla="*/ 6284563 h 6284563"/>
              <a:gd name="connsiteX0" fmla="*/ 0 w 2812941"/>
              <a:gd name="connsiteY0" fmla="*/ 6292312 h 6292312"/>
              <a:gd name="connsiteX1" fmla="*/ 503694 w 2812941"/>
              <a:gd name="connsiteY1" fmla="*/ 6276813 h 6292312"/>
              <a:gd name="connsiteX2" fmla="*/ 2812941 w 2812941"/>
              <a:gd name="connsiteY2" fmla="*/ 0 h 6292312"/>
              <a:gd name="connsiteX3" fmla="*/ 2727700 w 2812941"/>
              <a:gd name="connsiteY3" fmla="*/ 0 h 6292312"/>
              <a:gd name="connsiteX4" fmla="*/ 0 w 2812941"/>
              <a:gd name="connsiteY4" fmla="*/ 6292312 h 6292312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24525 w 2809766"/>
              <a:gd name="connsiteY3" fmla="*/ 0 h 6276813"/>
              <a:gd name="connsiteX4" fmla="*/ 0 w 2809766"/>
              <a:gd name="connsiteY4" fmla="*/ 6276437 h 6276813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68975 w 2809766"/>
              <a:gd name="connsiteY3" fmla="*/ 6350 h 6276813"/>
              <a:gd name="connsiteX4" fmla="*/ 0 w 2809766"/>
              <a:gd name="connsiteY4" fmla="*/ 6276437 h 6276813"/>
              <a:gd name="connsiteX0" fmla="*/ 0 w 3264621"/>
              <a:gd name="connsiteY0" fmla="*/ 6270087 h 6270463"/>
              <a:gd name="connsiteX1" fmla="*/ 500519 w 3264621"/>
              <a:gd name="connsiteY1" fmla="*/ 6270463 h 6270463"/>
              <a:gd name="connsiteX2" fmla="*/ 3264621 w 3264621"/>
              <a:gd name="connsiteY2" fmla="*/ 3028 h 6270463"/>
              <a:gd name="connsiteX3" fmla="*/ 2768975 w 3264621"/>
              <a:gd name="connsiteY3" fmla="*/ 0 h 6270463"/>
              <a:gd name="connsiteX4" fmla="*/ 0 w 3264621"/>
              <a:gd name="connsiteY4" fmla="*/ 6270087 h 6270463"/>
              <a:gd name="connsiteX0" fmla="*/ 0 w 3264621"/>
              <a:gd name="connsiteY0" fmla="*/ 6267059 h 6267435"/>
              <a:gd name="connsiteX1" fmla="*/ 500519 w 3264621"/>
              <a:gd name="connsiteY1" fmla="*/ 6267435 h 6267435"/>
              <a:gd name="connsiteX2" fmla="*/ 3264621 w 3264621"/>
              <a:gd name="connsiteY2" fmla="*/ 0 h 6267435"/>
              <a:gd name="connsiteX3" fmla="*/ 3214452 w 3264621"/>
              <a:gd name="connsiteY3" fmla="*/ 1661 h 6267435"/>
              <a:gd name="connsiteX4" fmla="*/ 0 w 3264621"/>
              <a:gd name="connsiteY4" fmla="*/ 6267059 h 626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4621" h="6267435">
                <a:moveTo>
                  <a:pt x="0" y="6267059"/>
                </a:moveTo>
                <a:lnTo>
                  <a:pt x="500519" y="6267435"/>
                </a:lnTo>
                <a:lnTo>
                  <a:pt x="3264621" y="0"/>
                </a:lnTo>
                <a:lnTo>
                  <a:pt x="3214452" y="1661"/>
                </a:lnTo>
                <a:lnTo>
                  <a:pt x="0" y="6267059"/>
                </a:lnTo>
                <a:close/>
              </a:path>
            </a:pathLst>
          </a:custGeom>
          <a:gradFill>
            <a:gsLst>
              <a:gs pos="45000">
                <a:schemeClr val="accent3"/>
              </a:gs>
              <a:gs pos="89000">
                <a:schemeClr val="accent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33FE9D-4F57-5194-3D43-E75A937807F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17A2E63-6756-8D24-F0FA-2F0B72445094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Freeform 6">
            <a:extLst>
              <a:ext uri="{FF2B5EF4-FFF2-40B4-BE49-F238E27FC236}">
                <a16:creationId xmlns:a16="http://schemas.microsoft.com/office/drawing/2014/main" id="{966A7F6B-FE8D-823E-2A8D-45DF07A1A702}"/>
              </a:ext>
            </a:extLst>
          </p:cNvPr>
          <p:cNvSpPr/>
          <p:nvPr userDrawn="1"/>
        </p:nvSpPr>
        <p:spPr>
          <a:xfrm>
            <a:off x="4830121" y="-8623"/>
            <a:ext cx="3566904" cy="6858004"/>
          </a:xfrm>
          <a:custGeom>
            <a:avLst/>
            <a:gdLst>
              <a:gd name="connsiteX0" fmla="*/ 0 w 3200400"/>
              <a:gd name="connsiteY0" fmla="*/ 6276813 h 6276813"/>
              <a:gd name="connsiteX1" fmla="*/ 891153 w 3200400"/>
              <a:gd name="connsiteY1" fmla="*/ 6276813 h 6276813"/>
              <a:gd name="connsiteX2" fmla="*/ 3200400 w 3200400"/>
              <a:gd name="connsiteY2" fmla="*/ 0 h 6276813"/>
              <a:gd name="connsiteX3" fmla="*/ 3115159 w 3200400"/>
              <a:gd name="connsiteY3" fmla="*/ 0 h 6276813"/>
              <a:gd name="connsiteX4" fmla="*/ 0 w 3200400"/>
              <a:gd name="connsiteY4" fmla="*/ 6276813 h 6276813"/>
              <a:gd name="connsiteX0" fmla="*/ 0 w 3254644"/>
              <a:gd name="connsiteY0" fmla="*/ 6284563 h 6284563"/>
              <a:gd name="connsiteX1" fmla="*/ 945397 w 3254644"/>
              <a:gd name="connsiteY1" fmla="*/ 6276813 h 6284563"/>
              <a:gd name="connsiteX2" fmla="*/ 3254644 w 3254644"/>
              <a:gd name="connsiteY2" fmla="*/ 0 h 6284563"/>
              <a:gd name="connsiteX3" fmla="*/ 3169403 w 3254644"/>
              <a:gd name="connsiteY3" fmla="*/ 0 h 6284563"/>
              <a:gd name="connsiteX4" fmla="*/ 0 w 3254644"/>
              <a:gd name="connsiteY4" fmla="*/ 6284563 h 6284563"/>
              <a:gd name="connsiteX0" fmla="*/ 0 w 3285640"/>
              <a:gd name="connsiteY0" fmla="*/ 6284563 h 6284563"/>
              <a:gd name="connsiteX1" fmla="*/ 976393 w 3285640"/>
              <a:gd name="connsiteY1" fmla="*/ 6276813 h 6284563"/>
              <a:gd name="connsiteX2" fmla="*/ 3285640 w 3285640"/>
              <a:gd name="connsiteY2" fmla="*/ 0 h 6284563"/>
              <a:gd name="connsiteX3" fmla="*/ 3200399 w 3285640"/>
              <a:gd name="connsiteY3" fmla="*/ 0 h 6284563"/>
              <a:gd name="connsiteX4" fmla="*/ 0 w 3285640"/>
              <a:gd name="connsiteY4" fmla="*/ 6284563 h 6284563"/>
              <a:gd name="connsiteX0" fmla="*/ 0 w 2812941"/>
              <a:gd name="connsiteY0" fmla="*/ 6292312 h 6292312"/>
              <a:gd name="connsiteX1" fmla="*/ 503694 w 2812941"/>
              <a:gd name="connsiteY1" fmla="*/ 6276813 h 6292312"/>
              <a:gd name="connsiteX2" fmla="*/ 2812941 w 2812941"/>
              <a:gd name="connsiteY2" fmla="*/ 0 h 6292312"/>
              <a:gd name="connsiteX3" fmla="*/ 2727700 w 2812941"/>
              <a:gd name="connsiteY3" fmla="*/ 0 h 6292312"/>
              <a:gd name="connsiteX4" fmla="*/ 0 w 2812941"/>
              <a:gd name="connsiteY4" fmla="*/ 6292312 h 6292312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24525 w 2809766"/>
              <a:gd name="connsiteY3" fmla="*/ 0 h 6276813"/>
              <a:gd name="connsiteX4" fmla="*/ 0 w 2809766"/>
              <a:gd name="connsiteY4" fmla="*/ 6276437 h 6276813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68975 w 2809766"/>
              <a:gd name="connsiteY3" fmla="*/ 6350 h 6276813"/>
              <a:gd name="connsiteX4" fmla="*/ 0 w 2809766"/>
              <a:gd name="connsiteY4" fmla="*/ 6276437 h 6276813"/>
              <a:gd name="connsiteX0" fmla="*/ 0 w 3264621"/>
              <a:gd name="connsiteY0" fmla="*/ 6270087 h 6270463"/>
              <a:gd name="connsiteX1" fmla="*/ 500519 w 3264621"/>
              <a:gd name="connsiteY1" fmla="*/ 6270463 h 6270463"/>
              <a:gd name="connsiteX2" fmla="*/ 3264621 w 3264621"/>
              <a:gd name="connsiteY2" fmla="*/ 3028 h 6270463"/>
              <a:gd name="connsiteX3" fmla="*/ 2768975 w 3264621"/>
              <a:gd name="connsiteY3" fmla="*/ 0 h 6270463"/>
              <a:gd name="connsiteX4" fmla="*/ 0 w 3264621"/>
              <a:gd name="connsiteY4" fmla="*/ 6270087 h 6270463"/>
              <a:gd name="connsiteX0" fmla="*/ 0 w 3264621"/>
              <a:gd name="connsiteY0" fmla="*/ 6267059 h 6267435"/>
              <a:gd name="connsiteX1" fmla="*/ 500519 w 3264621"/>
              <a:gd name="connsiteY1" fmla="*/ 6267435 h 6267435"/>
              <a:gd name="connsiteX2" fmla="*/ 3264621 w 3264621"/>
              <a:gd name="connsiteY2" fmla="*/ 0 h 6267435"/>
              <a:gd name="connsiteX3" fmla="*/ 3214452 w 3264621"/>
              <a:gd name="connsiteY3" fmla="*/ 1661 h 6267435"/>
              <a:gd name="connsiteX4" fmla="*/ 0 w 3264621"/>
              <a:gd name="connsiteY4" fmla="*/ 6267059 h 626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4621" h="6267435">
                <a:moveTo>
                  <a:pt x="0" y="6267059"/>
                </a:moveTo>
                <a:lnTo>
                  <a:pt x="500519" y="6267435"/>
                </a:lnTo>
                <a:lnTo>
                  <a:pt x="3264621" y="0"/>
                </a:lnTo>
                <a:lnTo>
                  <a:pt x="3214452" y="1661"/>
                </a:lnTo>
                <a:lnTo>
                  <a:pt x="0" y="6267059"/>
                </a:lnTo>
                <a:close/>
              </a:path>
            </a:pathLst>
          </a:custGeom>
          <a:gradFill>
            <a:gsLst>
              <a:gs pos="45000">
                <a:schemeClr val="accent3"/>
              </a:gs>
              <a:gs pos="89000">
                <a:schemeClr val="accent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666838628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+ Image Gold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347A47-ADDB-726A-B2AC-AF6601AB38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29381" y="1"/>
            <a:ext cx="6862619" cy="6866620"/>
          </a:xfrm>
          <a:custGeom>
            <a:avLst/>
            <a:gdLst>
              <a:gd name="connsiteX0" fmla="*/ 2766197 w 6558116"/>
              <a:gd name="connsiteY0" fmla="*/ 0 h 6276807"/>
              <a:gd name="connsiteX1" fmla="*/ 6558116 w 6558116"/>
              <a:gd name="connsiteY1" fmla="*/ 0 h 6276807"/>
              <a:gd name="connsiteX2" fmla="*/ 6558116 w 6558116"/>
              <a:gd name="connsiteY2" fmla="*/ 6276807 h 6276807"/>
              <a:gd name="connsiteX3" fmla="*/ 0 w 6558116"/>
              <a:gd name="connsiteY3" fmla="*/ 6276807 h 6276807"/>
              <a:gd name="connsiteX4" fmla="*/ 0 w 6558116"/>
              <a:gd name="connsiteY4" fmla="*/ 6276241 h 6276807"/>
              <a:gd name="connsiteX0" fmla="*/ 2939983 w 6731902"/>
              <a:gd name="connsiteY0" fmla="*/ 0 h 6276807"/>
              <a:gd name="connsiteX1" fmla="*/ 6731902 w 6731902"/>
              <a:gd name="connsiteY1" fmla="*/ 0 h 6276807"/>
              <a:gd name="connsiteX2" fmla="*/ 6731902 w 6731902"/>
              <a:gd name="connsiteY2" fmla="*/ 6276807 h 6276807"/>
              <a:gd name="connsiteX3" fmla="*/ 173786 w 6731902"/>
              <a:gd name="connsiteY3" fmla="*/ 6276807 h 6276807"/>
              <a:gd name="connsiteX4" fmla="*/ 0 w 6731902"/>
              <a:gd name="connsiteY4" fmla="*/ 6242427 h 6276807"/>
              <a:gd name="connsiteX5" fmla="*/ 2939983 w 6731902"/>
              <a:gd name="connsiteY5" fmla="*/ 0 h 6276807"/>
              <a:gd name="connsiteX0" fmla="*/ 2949130 w 6731902"/>
              <a:gd name="connsiteY0" fmla="*/ 0 h 6276807"/>
              <a:gd name="connsiteX1" fmla="*/ 6731902 w 6731902"/>
              <a:gd name="connsiteY1" fmla="*/ 0 h 6276807"/>
              <a:gd name="connsiteX2" fmla="*/ 6731902 w 6731902"/>
              <a:gd name="connsiteY2" fmla="*/ 6276807 h 6276807"/>
              <a:gd name="connsiteX3" fmla="*/ 173786 w 6731902"/>
              <a:gd name="connsiteY3" fmla="*/ 6276807 h 6276807"/>
              <a:gd name="connsiteX4" fmla="*/ 0 w 6731902"/>
              <a:gd name="connsiteY4" fmla="*/ 6242427 h 6276807"/>
              <a:gd name="connsiteX5" fmla="*/ 2949130 w 6731902"/>
              <a:gd name="connsiteY5" fmla="*/ 0 h 6276807"/>
              <a:gd name="connsiteX0" fmla="*/ 2967300 w 6750072"/>
              <a:gd name="connsiteY0" fmla="*/ 0 h 6284696"/>
              <a:gd name="connsiteX1" fmla="*/ 6750072 w 6750072"/>
              <a:gd name="connsiteY1" fmla="*/ 0 h 6284696"/>
              <a:gd name="connsiteX2" fmla="*/ 6750072 w 6750072"/>
              <a:gd name="connsiteY2" fmla="*/ 6276807 h 6284696"/>
              <a:gd name="connsiteX3" fmla="*/ 191956 w 6750072"/>
              <a:gd name="connsiteY3" fmla="*/ 6276807 h 6284696"/>
              <a:gd name="connsiteX4" fmla="*/ 0 w 6750072"/>
              <a:gd name="connsiteY4" fmla="*/ 6284696 h 6284696"/>
              <a:gd name="connsiteX5" fmla="*/ 2967300 w 6750072"/>
              <a:gd name="connsiteY5" fmla="*/ 0 h 6284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0072" h="6284696">
                <a:moveTo>
                  <a:pt x="2967300" y="0"/>
                </a:moveTo>
                <a:lnTo>
                  <a:pt x="6750072" y="0"/>
                </a:lnTo>
                <a:lnTo>
                  <a:pt x="6750072" y="6276807"/>
                </a:lnTo>
                <a:lnTo>
                  <a:pt x="191956" y="6276807"/>
                </a:lnTo>
                <a:lnTo>
                  <a:pt x="0" y="6284696"/>
                </a:lnTo>
                <a:cubicBezTo>
                  <a:pt x="922066" y="4192616"/>
                  <a:pt x="2045234" y="2092080"/>
                  <a:pt x="2967300" y="0"/>
                </a:cubicBezTo>
                <a:close/>
              </a:path>
            </a:pathLst>
          </a:custGeom>
          <a:pattFill prst="smConfetti">
            <a:fgClr>
              <a:schemeClr val="bg2"/>
            </a:fgClr>
            <a:bgClr>
              <a:schemeClr val="bg1"/>
            </a:bgClr>
          </a:pattFill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Figtree Medium" pitchFamily="2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938C98-750F-B989-E8A2-47D33F5F8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689" y="457200"/>
            <a:ext cx="4602999" cy="1600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4000"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2D103-5877-6749-18AE-0555B8B45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688" y="2425491"/>
            <a:ext cx="4602997" cy="33321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Figtree" pitchFamily="2" charset="0"/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B6BC089-6024-60CC-51A6-E270462E81F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9B28ACF-39D2-C671-C9B4-9D48311B4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reeform 5">
            <a:extLst>
              <a:ext uri="{FF2B5EF4-FFF2-40B4-BE49-F238E27FC236}">
                <a16:creationId xmlns:a16="http://schemas.microsoft.com/office/drawing/2014/main" id="{2FFD7DA3-43D8-D09F-83E0-0AEAB25439B7}"/>
              </a:ext>
            </a:extLst>
          </p:cNvPr>
          <p:cNvSpPr/>
          <p:nvPr/>
        </p:nvSpPr>
        <p:spPr>
          <a:xfrm>
            <a:off x="4830121" y="-3"/>
            <a:ext cx="3566904" cy="6858004"/>
          </a:xfrm>
          <a:custGeom>
            <a:avLst/>
            <a:gdLst>
              <a:gd name="connsiteX0" fmla="*/ 0 w 3200400"/>
              <a:gd name="connsiteY0" fmla="*/ 6276813 h 6276813"/>
              <a:gd name="connsiteX1" fmla="*/ 891153 w 3200400"/>
              <a:gd name="connsiteY1" fmla="*/ 6276813 h 6276813"/>
              <a:gd name="connsiteX2" fmla="*/ 3200400 w 3200400"/>
              <a:gd name="connsiteY2" fmla="*/ 0 h 6276813"/>
              <a:gd name="connsiteX3" fmla="*/ 3115159 w 3200400"/>
              <a:gd name="connsiteY3" fmla="*/ 0 h 6276813"/>
              <a:gd name="connsiteX4" fmla="*/ 0 w 3200400"/>
              <a:gd name="connsiteY4" fmla="*/ 6276813 h 6276813"/>
              <a:gd name="connsiteX0" fmla="*/ 0 w 3254644"/>
              <a:gd name="connsiteY0" fmla="*/ 6284563 h 6284563"/>
              <a:gd name="connsiteX1" fmla="*/ 945397 w 3254644"/>
              <a:gd name="connsiteY1" fmla="*/ 6276813 h 6284563"/>
              <a:gd name="connsiteX2" fmla="*/ 3254644 w 3254644"/>
              <a:gd name="connsiteY2" fmla="*/ 0 h 6284563"/>
              <a:gd name="connsiteX3" fmla="*/ 3169403 w 3254644"/>
              <a:gd name="connsiteY3" fmla="*/ 0 h 6284563"/>
              <a:gd name="connsiteX4" fmla="*/ 0 w 3254644"/>
              <a:gd name="connsiteY4" fmla="*/ 6284563 h 6284563"/>
              <a:gd name="connsiteX0" fmla="*/ 0 w 3285640"/>
              <a:gd name="connsiteY0" fmla="*/ 6284563 h 6284563"/>
              <a:gd name="connsiteX1" fmla="*/ 976393 w 3285640"/>
              <a:gd name="connsiteY1" fmla="*/ 6276813 h 6284563"/>
              <a:gd name="connsiteX2" fmla="*/ 3285640 w 3285640"/>
              <a:gd name="connsiteY2" fmla="*/ 0 h 6284563"/>
              <a:gd name="connsiteX3" fmla="*/ 3200399 w 3285640"/>
              <a:gd name="connsiteY3" fmla="*/ 0 h 6284563"/>
              <a:gd name="connsiteX4" fmla="*/ 0 w 3285640"/>
              <a:gd name="connsiteY4" fmla="*/ 6284563 h 6284563"/>
              <a:gd name="connsiteX0" fmla="*/ 0 w 2812941"/>
              <a:gd name="connsiteY0" fmla="*/ 6292312 h 6292312"/>
              <a:gd name="connsiteX1" fmla="*/ 503694 w 2812941"/>
              <a:gd name="connsiteY1" fmla="*/ 6276813 h 6292312"/>
              <a:gd name="connsiteX2" fmla="*/ 2812941 w 2812941"/>
              <a:gd name="connsiteY2" fmla="*/ 0 h 6292312"/>
              <a:gd name="connsiteX3" fmla="*/ 2727700 w 2812941"/>
              <a:gd name="connsiteY3" fmla="*/ 0 h 6292312"/>
              <a:gd name="connsiteX4" fmla="*/ 0 w 2812941"/>
              <a:gd name="connsiteY4" fmla="*/ 6292312 h 6292312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24525 w 2809766"/>
              <a:gd name="connsiteY3" fmla="*/ 0 h 6276813"/>
              <a:gd name="connsiteX4" fmla="*/ 0 w 2809766"/>
              <a:gd name="connsiteY4" fmla="*/ 6276437 h 6276813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68975 w 2809766"/>
              <a:gd name="connsiteY3" fmla="*/ 6350 h 6276813"/>
              <a:gd name="connsiteX4" fmla="*/ 0 w 2809766"/>
              <a:gd name="connsiteY4" fmla="*/ 6276437 h 6276813"/>
              <a:gd name="connsiteX0" fmla="*/ 0 w 3264621"/>
              <a:gd name="connsiteY0" fmla="*/ 6270087 h 6270463"/>
              <a:gd name="connsiteX1" fmla="*/ 500519 w 3264621"/>
              <a:gd name="connsiteY1" fmla="*/ 6270463 h 6270463"/>
              <a:gd name="connsiteX2" fmla="*/ 3264621 w 3264621"/>
              <a:gd name="connsiteY2" fmla="*/ 3028 h 6270463"/>
              <a:gd name="connsiteX3" fmla="*/ 2768975 w 3264621"/>
              <a:gd name="connsiteY3" fmla="*/ 0 h 6270463"/>
              <a:gd name="connsiteX4" fmla="*/ 0 w 3264621"/>
              <a:gd name="connsiteY4" fmla="*/ 6270087 h 6270463"/>
              <a:gd name="connsiteX0" fmla="*/ 0 w 3264621"/>
              <a:gd name="connsiteY0" fmla="*/ 6267059 h 6267435"/>
              <a:gd name="connsiteX1" fmla="*/ 500519 w 3264621"/>
              <a:gd name="connsiteY1" fmla="*/ 6267435 h 6267435"/>
              <a:gd name="connsiteX2" fmla="*/ 3264621 w 3264621"/>
              <a:gd name="connsiteY2" fmla="*/ 0 h 6267435"/>
              <a:gd name="connsiteX3" fmla="*/ 3214452 w 3264621"/>
              <a:gd name="connsiteY3" fmla="*/ 1661 h 6267435"/>
              <a:gd name="connsiteX4" fmla="*/ 0 w 3264621"/>
              <a:gd name="connsiteY4" fmla="*/ 6267059 h 626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4621" h="6267435">
                <a:moveTo>
                  <a:pt x="0" y="6267059"/>
                </a:moveTo>
                <a:lnTo>
                  <a:pt x="500519" y="6267435"/>
                </a:lnTo>
                <a:lnTo>
                  <a:pt x="3264621" y="0"/>
                </a:lnTo>
                <a:lnTo>
                  <a:pt x="3214452" y="1661"/>
                </a:lnTo>
                <a:lnTo>
                  <a:pt x="0" y="6267059"/>
                </a:lnTo>
                <a:close/>
              </a:path>
            </a:pathLst>
          </a:custGeom>
          <a:gradFill>
            <a:gsLst>
              <a:gs pos="52000">
                <a:schemeClr val="accent4"/>
              </a:gs>
              <a:gs pos="90000">
                <a:schemeClr val="accent6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CFA18D-DA29-BDC1-5ACF-07C62EC2C9E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8610D5A-7842-DCBF-E36C-71BF86070E2C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Freeform 6">
            <a:extLst>
              <a:ext uri="{FF2B5EF4-FFF2-40B4-BE49-F238E27FC236}">
                <a16:creationId xmlns:a16="http://schemas.microsoft.com/office/drawing/2014/main" id="{7002CE02-A9AF-E942-0AA6-F3D26A719EF0}"/>
              </a:ext>
            </a:extLst>
          </p:cNvPr>
          <p:cNvSpPr/>
          <p:nvPr userDrawn="1"/>
        </p:nvSpPr>
        <p:spPr>
          <a:xfrm>
            <a:off x="4830121" y="-3"/>
            <a:ext cx="3566904" cy="6858004"/>
          </a:xfrm>
          <a:custGeom>
            <a:avLst/>
            <a:gdLst>
              <a:gd name="connsiteX0" fmla="*/ 0 w 3200400"/>
              <a:gd name="connsiteY0" fmla="*/ 6276813 h 6276813"/>
              <a:gd name="connsiteX1" fmla="*/ 891153 w 3200400"/>
              <a:gd name="connsiteY1" fmla="*/ 6276813 h 6276813"/>
              <a:gd name="connsiteX2" fmla="*/ 3200400 w 3200400"/>
              <a:gd name="connsiteY2" fmla="*/ 0 h 6276813"/>
              <a:gd name="connsiteX3" fmla="*/ 3115159 w 3200400"/>
              <a:gd name="connsiteY3" fmla="*/ 0 h 6276813"/>
              <a:gd name="connsiteX4" fmla="*/ 0 w 3200400"/>
              <a:gd name="connsiteY4" fmla="*/ 6276813 h 6276813"/>
              <a:gd name="connsiteX0" fmla="*/ 0 w 3254644"/>
              <a:gd name="connsiteY0" fmla="*/ 6284563 h 6284563"/>
              <a:gd name="connsiteX1" fmla="*/ 945397 w 3254644"/>
              <a:gd name="connsiteY1" fmla="*/ 6276813 h 6284563"/>
              <a:gd name="connsiteX2" fmla="*/ 3254644 w 3254644"/>
              <a:gd name="connsiteY2" fmla="*/ 0 h 6284563"/>
              <a:gd name="connsiteX3" fmla="*/ 3169403 w 3254644"/>
              <a:gd name="connsiteY3" fmla="*/ 0 h 6284563"/>
              <a:gd name="connsiteX4" fmla="*/ 0 w 3254644"/>
              <a:gd name="connsiteY4" fmla="*/ 6284563 h 6284563"/>
              <a:gd name="connsiteX0" fmla="*/ 0 w 3285640"/>
              <a:gd name="connsiteY0" fmla="*/ 6284563 h 6284563"/>
              <a:gd name="connsiteX1" fmla="*/ 976393 w 3285640"/>
              <a:gd name="connsiteY1" fmla="*/ 6276813 h 6284563"/>
              <a:gd name="connsiteX2" fmla="*/ 3285640 w 3285640"/>
              <a:gd name="connsiteY2" fmla="*/ 0 h 6284563"/>
              <a:gd name="connsiteX3" fmla="*/ 3200399 w 3285640"/>
              <a:gd name="connsiteY3" fmla="*/ 0 h 6284563"/>
              <a:gd name="connsiteX4" fmla="*/ 0 w 3285640"/>
              <a:gd name="connsiteY4" fmla="*/ 6284563 h 6284563"/>
              <a:gd name="connsiteX0" fmla="*/ 0 w 2812941"/>
              <a:gd name="connsiteY0" fmla="*/ 6292312 h 6292312"/>
              <a:gd name="connsiteX1" fmla="*/ 503694 w 2812941"/>
              <a:gd name="connsiteY1" fmla="*/ 6276813 h 6292312"/>
              <a:gd name="connsiteX2" fmla="*/ 2812941 w 2812941"/>
              <a:gd name="connsiteY2" fmla="*/ 0 h 6292312"/>
              <a:gd name="connsiteX3" fmla="*/ 2727700 w 2812941"/>
              <a:gd name="connsiteY3" fmla="*/ 0 h 6292312"/>
              <a:gd name="connsiteX4" fmla="*/ 0 w 2812941"/>
              <a:gd name="connsiteY4" fmla="*/ 6292312 h 6292312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24525 w 2809766"/>
              <a:gd name="connsiteY3" fmla="*/ 0 h 6276813"/>
              <a:gd name="connsiteX4" fmla="*/ 0 w 2809766"/>
              <a:gd name="connsiteY4" fmla="*/ 6276437 h 6276813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68975 w 2809766"/>
              <a:gd name="connsiteY3" fmla="*/ 6350 h 6276813"/>
              <a:gd name="connsiteX4" fmla="*/ 0 w 2809766"/>
              <a:gd name="connsiteY4" fmla="*/ 6276437 h 6276813"/>
              <a:gd name="connsiteX0" fmla="*/ 0 w 3264621"/>
              <a:gd name="connsiteY0" fmla="*/ 6270087 h 6270463"/>
              <a:gd name="connsiteX1" fmla="*/ 500519 w 3264621"/>
              <a:gd name="connsiteY1" fmla="*/ 6270463 h 6270463"/>
              <a:gd name="connsiteX2" fmla="*/ 3264621 w 3264621"/>
              <a:gd name="connsiteY2" fmla="*/ 3028 h 6270463"/>
              <a:gd name="connsiteX3" fmla="*/ 2768975 w 3264621"/>
              <a:gd name="connsiteY3" fmla="*/ 0 h 6270463"/>
              <a:gd name="connsiteX4" fmla="*/ 0 w 3264621"/>
              <a:gd name="connsiteY4" fmla="*/ 6270087 h 6270463"/>
              <a:gd name="connsiteX0" fmla="*/ 0 w 3264621"/>
              <a:gd name="connsiteY0" fmla="*/ 6267059 h 6267435"/>
              <a:gd name="connsiteX1" fmla="*/ 500519 w 3264621"/>
              <a:gd name="connsiteY1" fmla="*/ 6267435 h 6267435"/>
              <a:gd name="connsiteX2" fmla="*/ 3264621 w 3264621"/>
              <a:gd name="connsiteY2" fmla="*/ 0 h 6267435"/>
              <a:gd name="connsiteX3" fmla="*/ 3214452 w 3264621"/>
              <a:gd name="connsiteY3" fmla="*/ 1661 h 6267435"/>
              <a:gd name="connsiteX4" fmla="*/ 0 w 3264621"/>
              <a:gd name="connsiteY4" fmla="*/ 6267059 h 626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4621" h="6267435">
                <a:moveTo>
                  <a:pt x="0" y="6267059"/>
                </a:moveTo>
                <a:lnTo>
                  <a:pt x="500519" y="6267435"/>
                </a:lnTo>
                <a:lnTo>
                  <a:pt x="3264621" y="0"/>
                </a:lnTo>
                <a:lnTo>
                  <a:pt x="3214452" y="1661"/>
                </a:lnTo>
                <a:lnTo>
                  <a:pt x="0" y="6267059"/>
                </a:lnTo>
                <a:close/>
              </a:path>
            </a:pathLst>
          </a:custGeom>
          <a:gradFill>
            <a:gsLst>
              <a:gs pos="52000">
                <a:schemeClr val="accent4"/>
              </a:gs>
              <a:gs pos="90000">
                <a:schemeClr val="accent6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377245697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+ Image Green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347A47-ADDB-726A-B2AC-AF6601AB38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29381" y="1"/>
            <a:ext cx="6862619" cy="6866620"/>
          </a:xfrm>
          <a:custGeom>
            <a:avLst/>
            <a:gdLst>
              <a:gd name="connsiteX0" fmla="*/ 2766197 w 6558116"/>
              <a:gd name="connsiteY0" fmla="*/ 0 h 6276807"/>
              <a:gd name="connsiteX1" fmla="*/ 6558116 w 6558116"/>
              <a:gd name="connsiteY1" fmla="*/ 0 h 6276807"/>
              <a:gd name="connsiteX2" fmla="*/ 6558116 w 6558116"/>
              <a:gd name="connsiteY2" fmla="*/ 6276807 h 6276807"/>
              <a:gd name="connsiteX3" fmla="*/ 0 w 6558116"/>
              <a:gd name="connsiteY3" fmla="*/ 6276807 h 6276807"/>
              <a:gd name="connsiteX4" fmla="*/ 0 w 6558116"/>
              <a:gd name="connsiteY4" fmla="*/ 6276241 h 6276807"/>
              <a:gd name="connsiteX0" fmla="*/ 2939983 w 6731902"/>
              <a:gd name="connsiteY0" fmla="*/ 0 h 6276807"/>
              <a:gd name="connsiteX1" fmla="*/ 6731902 w 6731902"/>
              <a:gd name="connsiteY1" fmla="*/ 0 h 6276807"/>
              <a:gd name="connsiteX2" fmla="*/ 6731902 w 6731902"/>
              <a:gd name="connsiteY2" fmla="*/ 6276807 h 6276807"/>
              <a:gd name="connsiteX3" fmla="*/ 173786 w 6731902"/>
              <a:gd name="connsiteY3" fmla="*/ 6276807 h 6276807"/>
              <a:gd name="connsiteX4" fmla="*/ 0 w 6731902"/>
              <a:gd name="connsiteY4" fmla="*/ 6242427 h 6276807"/>
              <a:gd name="connsiteX5" fmla="*/ 2939983 w 6731902"/>
              <a:gd name="connsiteY5" fmla="*/ 0 h 6276807"/>
              <a:gd name="connsiteX0" fmla="*/ 2949130 w 6731902"/>
              <a:gd name="connsiteY0" fmla="*/ 0 h 6276807"/>
              <a:gd name="connsiteX1" fmla="*/ 6731902 w 6731902"/>
              <a:gd name="connsiteY1" fmla="*/ 0 h 6276807"/>
              <a:gd name="connsiteX2" fmla="*/ 6731902 w 6731902"/>
              <a:gd name="connsiteY2" fmla="*/ 6276807 h 6276807"/>
              <a:gd name="connsiteX3" fmla="*/ 173786 w 6731902"/>
              <a:gd name="connsiteY3" fmla="*/ 6276807 h 6276807"/>
              <a:gd name="connsiteX4" fmla="*/ 0 w 6731902"/>
              <a:gd name="connsiteY4" fmla="*/ 6242427 h 6276807"/>
              <a:gd name="connsiteX5" fmla="*/ 2949130 w 6731902"/>
              <a:gd name="connsiteY5" fmla="*/ 0 h 6276807"/>
              <a:gd name="connsiteX0" fmla="*/ 2967300 w 6750072"/>
              <a:gd name="connsiteY0" fmla="*/ 0 h 6284696"/>
              <a:gd name="connsiteX1" fmla="*/ 6750072 w 6750072"/>
              <a:gd name="connsiteY1" fmla="*/ 0 h 6284696"/>
              <a:gd name="connsiteX2" fmla="*/ 6750072 w 6750072"/>
              <a:gd name="connsiteY2" fmla="*/ 6276807 h 6284696"/>
              <a:gd name="connsiteX3" fmla="*/ 191956 w 6750072"/>
              <a:gd name="connsiteY3" fmla="*/ 6276807 h 6284696"/>
              <a:gd name="connsiteX4" fmla="*/ 0 w 6750072"/>
              <a:gd name="connsiteY4" fmla="*/ 6284696 h 6284696"/>
              <a:gd name="connsiteX5" fmla="*/ 2967300 w 6750072"/>
              <a:gd name="connsiteY5" fmla="*/ 0 h 6284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0072" h="6284696">
                <a:moveTo>
                  <a:pt x="2967300" y="0"/>
                </a:moveTo>
                <a:lnTo>
                  <a:pt x="6750072" y="0"/>
                </a:lnTo>
                <a:lnTo>
                  <a:pt x="6750072" y="6276807"/>
                </a:lnTo>
                <a:lnTo>
                  <a:pt x="191956" y="6276807"/>
                </a:lnTo>
                <a:lnTo>
                  <a:pt x="0" y="6284696"/>
                </a:lnTo>
                <a:cubicBezTo>
                  <a:pt x="922066" y="4192616"/>
                  <a:pt x="2045234" y="2092080"/>
                  <a:pt x="2967300" y="0"/>
                </a:cubicBezTo>
                <a:close/>
              </a:path>
            </a:pathLst>
          </a:custGeom>
          <a:pattFill prst="smConfetti">
            <a:fgClr>
              <a:schemeClr val="bg2"/>
            </a:fgClr>
            <a:bgClr>
              <a:schemeClr val="bg1"/>
            </a:bgClr>
          </a:pattFill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Figtree Medium" pitchFamily="2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938C98-750F-B989-E8A2-47D33F5F8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689" y="457200"/>
            <a:ext cx="4602999" cy="1600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4000"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2D103-5877-6749-18AE-0555B8B45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688" y="2425491"/>
            <a:ext cx="4602997" cy="33321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Figtree" pitchFamily="2" charset="0"/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B6BC089-6024-60CC-51A6-E270462E81F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9B28ACF-39D2-C671-C9B4-9D48311B4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Freeform 2">
            <a:extLst>
              <a:ext uri="{FF2B5EF4-FFF2-40B4-BE49-F238E27FC236}">
                <a16:creationId xmlns:a16="http://schemas.microsoft.com/office/drawing/2014/main" id="{FC5B0D56-4627-AC4F-11C1-0BC865D7A1E5}"/>
              </a:ext>
            </a:extLst>
          </p:cNvPr>
          <p:cNvSpPr/>
          <p:nvPr/>
        </p:nvSpPr>
        <p:spPr>
          <a:xfrm>
            <a:off x="4830121" y="-5"/>
            <a:ext cx="3566904" cy="6858005"/>
          </a:xfrm>
          <a:custGeom>
            <a:avLst/>
            <a:gdLst>
              <a:gd name="connsiteX0" fmla="*/ 0 w 3200400"/>
              <a:gd name="connsiteY0" fmla="*/ 6276813 h 6276813"/>
              <a:gd name="connsiteX1" fmla="*/ 891153 w 3200400"/>
              <a:gd name="connsiteY1" fmla="*/ 6276813 h 6276813"/>
              <a:gd name="connsiteX2" fmla="*/ 3200400 w 3200400"/>
              <a:gd name="connsiteY2" fmla="*/ 0 h 6276813"/>
              <a:gd name="connsiteX3" fmla="*/ 3115159 w 3200400"/>
              <a:gd name="connsiteY3" fmla="*/ 0 h 6276813"/>
              <a:gd name="connsiteX4" fmla="*/ 0 w 3200400"/>
              <a:gd name="connsiteY4" fmla="*/ 6276813 h 6276813"/>
              <a:gd name="connsiteX0" fmla="*/ 0 w 3254644"/>
              <a:gd name="connsiteY0" fmla="*/ 6284563 h 6284563"/>
              <a:gd name="connsiteX1" fmla="*/ 945397 w 3254644"/>
              <a:gd name="connsiteY1" fmla="*/ 6276813 h 6284563"/>
              <a:gd name="connsiteX2" fmla="*/ 3254644 w 3254644"/>
              <a:gd name="connsiteY2" fmla="*/ 0 h 6284563"/>
              <a:gd name="connsiteX3" fmla="*/ 3169403 w 3254644"/>
              <a:gd name="connsiteY3" fmla="*/ 0 h 6284563"/>
              <a:gd name="connsiteX4" fmla="*/ 0 w 3254644"/>
              <a:gd name="connsiteY4" fmla="*/ 6284563 h 6284563"/>
              <a:gd name="connsiteX0" fmla="*/ 0 w 3285640"/>
              <a:gd name="connsiteY0" fmla="*/ 6284563 h 6284563"/>
              <a:gd name="connsiteX1" fmla="*/ 976393 w 3285640"/>
              <a:gd name="connsiteY1" fmla="*/ 6276813 h 6284563"/>
              <a:gd name="connsiteX2" fmla="*/ 3285640 w 3285640"/>
              <a:gd name="connsiteY2" fmla="*/ 0 h 6284563"/>
              <a:gd name="connsiteX3" fmla="*/ 3200399 w 3285640"/>
              <a:gd name="connsiteY3" fmla="*/ 0 h 6284563"/>
              <a:gd name="connsiteX4" fmla="*/ 0 w 3285640"/>
              <a:gd name="connsiteY4" fmla="*/ 6284563 h 6284563"/>
              <a:gd name="connsiteX0" fmla="*/ 0 w 2812941"/>
              <a:gd name="connsiteY0" fmla="*/ 6292312 h 6292312"/>
              <a:gd name="connsiteX1" fmla="*/ 503694 w 2812941"/>
              <a:gd name="connsiteY1" fmla="*/ 6276813 h 6292312"/>
              <a:gd name="connsiteX2" fmla="*/ 2812941 w 2812941"/>
              <a:gd name="connsiteY2" fmla="*/ 0 h 6292312"/>
              <a:gd name="connsiteX3" fmla="*/ 2727700 w 2812941"/>
              <a:gd name="connsiteY3" fmla="*/ 0 h 6292312"/>
              <a:gd name="connsiteX4" fmla="*/ 0 w 2812941"/>
              <a:gd name="connsiteY4" fmla="*/ 6292312 h 6292312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24525 w 2809766"/>
              <a:gd name="connsiteY3" fmla="*/ 0 h 6276813"/>
              <a:gd name="connsiteX4" fmla="*/ 0 w 2809766"/>
              <a:gd name="connsiteY4" fmla="*/ 6276437 h 6276813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68975 w 2809766"/>
              <a:gd name="connsiteY3" fmla="*/ 6350 h 6276813"/>
              <a:gd name="connsiteX4" fmla="*/ 0 w 2809766"/>
              <a:gd name="connsiteY4" fmla="*/ 6276437 h 6276813"/>
              <a:gd name="connsiteX0" fmla="*/ 0 w 3264621"/>
              <a:gd name="connsiteY0" fmla="*/ 6270087 h 6270463"/>
              <a:gd name="connsiteX1" fmla="*/ 500519 w 3264621"/>
              <a:gd name="connsiteY1" fmla="*/ 6270463 h 6270463"/>
              <a:gd name="connsiteX2" fmla="*/ 3264621 w 3264621"/>
              <a:gd name="connsiteY2" fmla="*/ 3028 h 6270463"/>
              <a:gd name="connsiteX3" fmla="*/ 2768975 w 3264621"/>
              <a:gd name="connsiteY3" fmla="*/ 0 h 6270463"/>
              <a:gd name="connsiteX4" fmla="*/ 0 w 3264621"/>
              <a:gd name="connsiteY4" fmla="*/ 6270087 h 6270463"/>
              <a:gd name="connsiteX0" fmla="*/ 0 w 3264621"/>
              <a:gd name="connsiteY0" fmla="*/ 6267059 h 6267435"/>
              <a:gd name="connsiteX1" fmla="*/ 500519 w 3264621"/>
              <a:gd name="connsiteY1" fmla="*/ 6267435 h 6267435"/>
              <a:gd name="connsiteX2" fmla="*/ 3264621 w 3264621"/>
              <a:gd name="connsiteY2" fmla="*/ 0 h 6267435"/>
              <a:gd name="connsiteX3" fmla="*/ 3214452 w 3264621"/>
              <a:gd name="connsiteY3" fmla="*/ 1661 h 6267435"/>
              <a:gd name="connsiteX4" fmla="*/ 0 w 3264621"/>
              <a:gd name="connsiteY4" fmla="*/ 6267059 h 626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4621" h="6267435">
                <a:moveTo>
                  <a:pt x="0" y="6267059"/>
                </a:moveTo>
                <a:lnTo>
                  <a:pt x="500519" y="6267435"/>
                </a:lnTo>
                <a:lnTo>
                  <a:pt x="3264621" y="0"/>
                </a:lnTo>
                <a:lnTo>
                  <a:pt x="3214452" y="1661"/>
                </a:lnTo>
                <a:lnTo>
                  <a:pt x="0" y="6267059"/>
                </a:lnTo>
                <a:close/>
              </a:path>
            </a:pathLst>
          </a:custGeom>
          <a:gradFill>
            <a:gsLst>
              <a:gs pos="44000">
                <a:schemeClr val="accent5"/>
              </a:gs>
              <a:gs pos="81000">
                <a:schemeClr val="accent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08CC3B-A5B5-B3A7-1555-9B9BD8AA76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01FAAE-1314-3634-644A-EE7559A50427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Freeform 6">
            <a:extLst>
              <a:ext uri="{FF2B5EF4-FFF2-40B4-BE49-F238E27FC236}">
                <a16:creationId xmlns:a16="http://schemas.microsoft.com/office/drawing/2014/main" id="{C6F08C24-0FA8-FF52-02F6-6852BDAAC7D0}"/>
              </a:ext>
            </a:extLst>
          </p:cNvPr>
          <p:cNvSpPr/>
          <p:nvPr userDrawn="1"/>
        </p:nvSpPr>
        <p:spPr>
          <a:xfrm>
            <a:off x="4830121" y="-5"/>
            <a:ext cx="3566904" cy="6858005"/>
          </a:xfrm>
          <a:custGeom>
            <a:avLst/>
            <a:gdLst>
              <a:gd name="connsiteX0" fmla="*/ 0 w 3200400"/>
              <a:gd name="connsiteY0" fmla="*/ 6276813 h 6276813"/>
              <a:gd name="connsiteX1" fmla="*/ 891153 w 3200400"/>
              <a:gd name="connsiteY1" fmla="*/ 6276813 h 6276813"/>
              <a:gd name="connsiteX2" fmla="*/ 3200400 w 3200400"/>
              <a:gd name="connsiteY2" fmla="*/ 0 h 6276813"/>
              <a:gd name="connsiteX3" fmla="*/ 3115159 w 3200400"/>
              <a:gd name="connsiteY3" fmla="*/ 0 h 6276813"/>
              <a:gd name="connsiteX4" fmla="*/ 0 w 3200400"/>
              <a:gd name="connsiteY4" fmla="*/ 6276813 h 6276813"/>
              <a:gd name="connsiteX0" fmla="*/ 0 w 3254644"/>
              <a:gd name="connsiteY0" fmla="*/ 6284563 h 6284563"/>
              <a:gd name="connsiteX1" fmla="*/ 945397 w 3254644"/>
              <a:gd name="connsiteY1" fmla="*/ 6276813 h 6284563"/>
              <a:gd name="connsiteX2" fmla="*/ 3254644 w 3254644"/>
              <a:gd name="connsiteY2" fmla="*/ 0 h 6284563"/>
              <a:gd name="connsiteX3" fmla="*/ 3169403 w 3254644"/>
              <a:gd name="connsiteY3" fmla="*/ 0 h 6284563"/>
              <a:gd name="connsiteX4" fmla="*/ 0 w 3254644"/>
              <a:gd name="connsiteY4" fmla="*/ 6284563 h 6284563"/>
              <a:gd name="connsiteX0" fmla="*/ 0 w 3285640"/>
              <a:gd name="connsiteY0" fmla="*/ 6284563 h 6284563"/>
              <a:gd name="connsiteX1" fmla="*/ 976393 w 3285640"/>
              <a:gd name="connsiteY1" fmla="*/ 6276813 h 6284563"/>
              <a:gd name="connsiteX2" fmla="*/ 3285640 w 3285640"/>
              <a:gd name="connsiteY2" fmla="*/ 0 h 6284563"/>
              <a:gd name="connsiteX3" fmla="*/ 3200399 w 3285640"/>
              <a:gd name="connsiteY3" fmla="*/ 0 h 6284563"/>
              <a:gd name="connsiteX4" fmla="*/ 0 w 3285640"/>
              <a:gd name="connsiteY4" fmla="*/ 6284563 h 6284563"/>
              <a:gd name="connsiteX0" fmla="*/ 0 w 2812941"/>
              <a:gd name="connsiteY0" fmla="*/ 6292312 h 6292312"/>
              <a:gd name="connsiteX1" fmla="*/ 503694 w 2812941"/>
              <a:gd name="connsiteY1" fmla="*/ 6276813 h 6292312"/>
              <a:gd name="connsiteX2" fmla="*/ 2812941 w 2812941"/>
              <a:gd name="connsiteY2" fmla="*/ 0 h 6292312"/>
              <a:gd name="connsiteX3" fmla="*/ 2727700 w 2812941"/>
              <a:gd name="connsiteY3" fmla="*/ 0 h 6292312"/>
              <a:gd name="connsiteX4" fmla="*/ 0 w 2812941"/>
              <a:gd name="connsiteY4" fmla="*/ 6292312 h 6292312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24525 w 2809766"/>
              <a:gd name="connsiteY3" fmla="*/ 0 h 6276813"/>
              <a:gd name="connsiteX4" fmla="*/ 0 w 2809766"/>
              <a:gd name="connsiteY4" fmla="*/ 6276437 h 6276813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68975 w 2809766"/>
              <a:gd name="connsiteY3" fmla="*/ 6350 h 6276813"/>
              <a:gd name="connsiteX4" fmla="*/ 0 w 2809766"/>
              <a:gd name="connsiteY4" fmla="*/ 6276437 h 6276813"/>
              <a:gd name="connsiteX0" fmla="*/ 0 w 3264621"/>
              <a:gd name="connsiteY0" fmla="*/ 6270087 h 6270463"/>
              <a:gd name="connsiteX1" fmla="*/ 500519 w 3264621"/>
              <a:gd name="connsiteY1" fmla="*/ 6270463 h 6270463"/>
              <a:gd name="connsiteX2" fmla="*/ 3264621 w 3264621"/>
              <a:gd name="connsiteY2" fmla="*/ 3028 h 6270463"/>
              <a:gd name="connsiteX3" fmla="*/ 2768975 w 3264621"/>
              <a:gd name="connsiteY3" fmla="*/ 0 h 6270463"/>
              <a:gd name="connsiteX4" fmla="*/ 0 w 3264621"/>
              <a:gd name="connsiteY4" fmla="*/ 6270087 h 6270463"/>
              <a:gd name="connsiteX0" fmla="*/ 0 w 3264621"/>
              <a:gd name="connsiteY0" fmla="*/ 6267059 h 6267435"/>
              <a:gd name="connsiteX1" fmla="*/ 500519 w 3264621"/>
              <a:gd name="connsiteY1" fmla="*/ 6267435 h 6267435"/>
              <a:gd name="connsiteX2" fmla="*/ 3264621 w 3264621"/>
              <a:gd name="connsiteY2" fmla="*/ 0 h 6267435"/>
              <a:gd name="connsiteX3" fmla="*/ 3214452 w 3264621"/>
              <a:gd name="connsiteY3" fmla="*/ 1661 h 6267435"/>
              <a:gd name="connsiteX4" fmla="*/ 0 w 3264621"/>
              <a:gd name="connsiteY4" fmla="*/ 6267059 h 626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4621" h="6267435">
                <a:moveTo>
                  <a:pt x="0" y="6267059"/>
                </a:moveTo>
                <a:lnTo>
                  <a:pt x="500519" y="6267435"/>
                </a:lnTo>
                <a:lnTo>
                  <a:pt x="3264621" y="0"/>
                </a:lnTo>
                <a:lnTo>
                  <a:pt x="3214452" y="1661"/>
                </a:lnTo>
                <a:lnTo>
                  <a:pt x="0" y="6267059"/>
                </a:lnTo>
                <a:close/>
              </a:path>
            </a:pathLst>
          </a:custGeom>
          <a:gradFill>
            <a:gsLst>
              <a:gs pos="44000">
                <a:schemeClr val="accent5"/>
              </a:gs>
              <a:gs pos="81000">
                <a:schemeClr val="accent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57301632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+ Image Gold (Orang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347A47-ADDB-726A-B2AC-AF6601AB38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29381" y="1"/>
            <a:ext cx="6862619" cy="6866620"/>
          </a:xfrm>
          <a:custGeom>
            <a:avLst/>
            <a:gdLst>
              <a:gd name="connsiteX0" fmla="*/ 2766197 w 6558116"/>
              <a:gd name="connsiteY0" fmla="*/ 0 h 6276807"/>
              <a:gd name="connsiteX1" fmla="*/ 6558116 w 6558116"/>
              <a:gd name="connsiteY1" fmla="*/ 0 h 6276807"/>
              <a:gd name="connsiteX2" fmla="*/ 6558116 w 6558116"/>
              <a:gd name="connsiteY2" fmla="*/ 6276807 h 6276807"/>
              <a:gd name="connsiteX3" fmla="*/ 0 w 6558116"/>
              <a:gd name="connsiteY3" fmla="*/ 6276807 h 6276807"/>
              <a:gd name="connsiteX4" fmla="*/ 0 w 6558116"/>
              <a:gd name="connsiteY4" fmla="*/ 6276241 h 6276807"/>
              <a:gd name="connsiteX0" fmla="*/ 2939983 w 6731902"/>
              <a:gd name="connsiteY0" fmla="*/ 0 h 6276807"/>
              <a:gd name="connsiteX1" fmla="*/ 6731902 w 6731902"/>
              <a:gd name="connsiteY1" fmla="*/ 0 h 6276807"/>
              <a:gd name="connsiteX2" fmla="*/ 6731902 w 6731902"/>
              <a:gd name="connsiteY2" fmla="*/ 6276807 h 6276807"/>
              <a:gd name="connsiteX3" fmla="*/ 173786 w 6731902"/>
              <a:gd name="connsiteY3" fmla="*/ 6276807 h 6276807"/>
              <a:gd name="connsiteX4" fmla="*/ 0 w 6731902"/>
              <a:gd name="connsiteY4" fmla="*/ 6242427 h 6276807"/>
              <a:gd name="connsiteX5" fmla="*/ 2939983 w 6731902"/>
              <a:gd name="connsiteY5" fmla="*/ 0 h 6276807"/>
              <a:gd name="connsiteX0" fmla="*/ 2949130 w 6731902"/>
              <a:gd name="connsiteY0" fmla="*/ 0 h 6276807"/>
              <a:gd name="connsiteX1" fmla="*/ 6731902 w 6731902"/>
              <a:gd name="connsiteY1" fmla="*/ 0 h 6276807"/>
              <a:gd name="connsiteX2" fmla="*/ 6731902 w 6731902"/>
              <a:gd name="connsiteY2" fmla="*/ 6276807 h 6276807"/>
              <a:gd name="connsiteX3" fmla="*/ 173786 w 6731902"/>
              <a:gd name="connsiteY3" fmla="*/ 6276807 h 6276807"/>
              <a:gd name="connsiteX4" fmla="*/ 0 w 6731902"/>
              <a:gd name="connsiteY4" fmla="*/ 6242427 h 6276807"/>
              <a:gd name="connsiteX5" fmla="*/ 2949130 w 6731902"/>
              <a:gd name="connsiteY5" fmla="*/ 0 h 6276807"/>
              <a:gd name="connsiteX0" fmla="*/ 2967300 w 6750072"/>
              <a:gd name="connsiteY0" fmla="*/ 0 h 6284696"/>
              <a:gd name="connsiteX1" fmla="*/ 6750072 w 6750072"/>
              <a:gd name="connsiteY1" fmla="*/ 0 h 6284696"/>
              <a:gd name="connsiteX2" fmla="*/ 6750072 w 6750072"/>
              <a:gd name="connsiteY2" fmla="*/ 6276807 h 6284696"/>
              <a:gd name="connsiteX3" fmla="*/ 191956 w 6750072"/>
              <a:gd name="connsiteY3" fmla="*/ 6276807 h 6284696"/>
              <a:gd name="connsiteX4" fmla="*/ 0 w 6750072"/>
              <a:gd name="connsiteY4" fmla="*/ 6284696 h 6284696"/>
              <a:gd name="connsiteX5" fmla="*/ 2967300 w 6750072"/>
              <a:gd name="connsiteY5" fmla="*/ 0 h 6284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0072" h="6284696">
                <a:moveTo>
                  <a:pt x="2967300" y="0"/>
                </a:moveTo>
                <a:lnTo>
                  <a:pt x="6750072" y="0"/>
                </a:lnTo>
                <a:lnTo>
                  <a:pt x="6750072" y="6276807"/>
                </a:lnTo>
                <a:lnTo>
                  <a:pt x="191956" y="6276807"/>
                </a:lnTo>
                <a:lnTo>
                  <a:pt x="0" y="6284696"/>
                </a:lnTo>
                <a:cubicBezTo>
                  <a:pt x="922066" y="4192616"/>
                  <a:pt x="2045234" y="2092080"/>
                  <a:pt x="2967300" y="0"/>
                </a:cubicBezTo>
                <a:close/>
              </a:path>
            </a:pathLst>
          </a:custGeom>
          <a:pattFill prst="smConfetti">
            <a:fgClr>
              <a:schemeClr val="bg2"/>
            </a:fgClr>
            <a:bgClr>
              <a:schemeClr val="bg1"/>
            </a:bgClr>
          </a:pattFill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Figtree Medium" pitchFamily="2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938C98-750F-B989-E8A2-47D33F5F8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689" y="457200"/>
            <a:ext cx="4602999" cy="1600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4000"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2D103-5877-6749-18AE-0555B8B45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688" y="2425491"/>
            <a:ext cx="4602997" cy="33321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Figtree" pitchFamily="2" charset="0"/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B6BC089-6024-60CC-51A6-E270462E81F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9B28ACF-39D2-C671-C9B4-9D48311B4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Freeform 2">
            <a:extLst>
              <a:ext uri="{FF2B5EF4-FFF2-40B4-BE49-F238E27FC236}">
                <a16:creationId xmlns:a16="http://schemas.microsoft.com/office/drawing/2014/main" id="{8CECBD81-6D94-EBB2-5099-28510DA055F7}"/>
              </a:ext>
            </a:extLst>
          </p:cNvPr>
          <p:cNvSpPr/>
          <p:nvPr/>
        </p:nvSpPr>
        <p:spPr>
          <a:xfrm>
            <a:off x="4830121" y="-3"/>
            <a:ext cx="3566904" cy="6858004"/>
          </a:xfrm>
          <a:custGeom>
            <a:avLst/>
            <a:gdLst>
              <a:gd name="connsiteX0" fmla="*/ 0 w 3200400"/>
              <a:gd name="connsiteY0" fmla="*/ 6276813 h 6276813"/>
              <a:gd name="connsiteX1" fmla="*/ 891153 w 3200400"/>
              <a:gd name="connsiteY1" fmla="*/ 6276813 h 6276813"/>
              <a:gd name="connsiteX2" fmla="*/ 3200400 w 3200400"/>
              <a:gd name="connsiteY2" fmla="*/ 0 h 6276813"/>
              <a:gd name="connsiteX3" fmla="*/ 3115159 w 3200400"/>
              <a:gd name="connsiteY3" fmla="*/ 0 h 6276813"/>
              <a:gd name="connsiteX4" fmla="*/ 0 w 3200400"/>
              <a:gd name="connsiteY4" fmla="*/ 6276813 h 6276813"/>
              <a:gd name="connsiteX0" fmla="*/ 0 w 3254644"/>
              <a:gd name="connsiteY0" fmla="*/ 6284563 h 6284563"/>
              <a:gd name="connsiteX1" fmla="*/ 945397 w 3254644"/>
              <a:gd name="connsiteY1" fmla="*/ 6276813 h 6284563"/>
              <a:gd name="connsiteX2" fmla="*/ 3254644 w 3254644"/>
              <a:gd name="connsiteY2" fmla="*/ 0 h 6284563"/>
              <a:gd name="connsiteX3" fmla="*/ 3169403 w 3254644"/>
              <a:gd name="connsiteY3" fmla="*/ 0 h 6284563"/>
              <a:gd name="connsiteX4" fmla="*/ 0 w 3254644"/>
              <a:gd name="connsiteY4" fmla="*/ 6284563 h 6284563"/>
              <a:gd name="connsiteX0" fmla="*/ 0 w 3285640"/>
              <a:gd name="connsiteY0" fmla="*/ 6284563 h 6284563"/>
              <a:gd name="connsiteX1" fmla="*/ 976393 w 3285640"/>
              <a:gd name="connsiteY1" fmla="*/ 6276813 h 6284563"/>
              <a:gd name="connsiteX2" fmla="*/ 3285640 w 3285640"/>
              <a:gd name="connsiteY2" fmla="*/ 0 h 6284563"/>
              <a:gd name="connsiteX3" fmla="*/ 3200399 w 3285640"/>
              <a:gd name="connsiteY3" fmla="*/ 0 h 6284563"/>
              <a:gd name="connsiteX4" fmla="*/ 0 w 3285640"/>
              <a:gd name="connsiteY4" fmla="*/ 6284563 h 6284563"/>
              <a:gd name="connsiteX0" fmla="*/ 0 w 2812941"/>
              <a:gd name="connsiteY0" fmla="*/ 6292312 h 6292312"/>
              <a:gd name="connsiteX1" fmla="*/ 503694 w 2812941"/>
              <a:gd name="connsiteY1" fmla="*/ 6276813 h 6292312"/>
              <a:gd name="connsiteX2" fmla="*/ 2812941 w 2812941"/>
              <a:gd name="connsiteY2" fmla="*/ 0 h 6292312"/>
              <a:gd name="connsiteX3" fmla="*/ 2727700 w 2812941"/>
              <a:gd name="connsiteY3" fmla="*/ 0 h 6292312"/>
              <a:gd name="connsiteX4" fmla="*/ 0 w 2812941"/>
              <a:gd name="connsiteY4" fmla="*/ 6292312 h 6292312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24525 w 2809766"/>
              <a:gd name="connsiteY3" fmla="*/ 0 h 6276813"/>
              <a:gd name="connsiteX4" fmla="*/ 0 w 2809766"/>
              <a:gd name="connsiteY4" fmla="*/ 6276437 h 6276813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68975 w 2809766"/>
              <a:gd name="connsiteY3" fmla="*/ 6350 h 6276813"/>
              <a:gd name="connsiteX4" fmla="*/ 0 w 2809766"/>
              <a:gd name="connsiteY4" fmla="*/ 6276437 h 6276813"/>
              <a:gd name="connsiteX0" fmla="*/ 0 w 3264621"/>
              <a:gd name="connsiteY0" fmla="*/ 6270087 h 6270463"/>
              <a:gd name="connsiteX1" fmla="*/ 500519 w 3264621"/>
              <a:gd name="connsiteY1" fmla="*/ 6270463 h 6270463"/>
              <a:gd name="connsiteX2" fmla="*/ 3264621 w 3264621"/>
              <a:gd name="connsiteY2" fmla="*/ 3028 h 6270463"/>
              <a:gd name="connsiteX3" fmla="*/ 2768975 w 3264621"/>
              <a:gd name="connsiteY3" fmla="*/ 0 h 6270463"/>
              <a:gd name="connsiteX4" fmla="*/ 0 w 3264621"/>
              <a:gd name="connsiteY4" fmla="*/ 6270087 h 6270463"/>
              <a:gd name="connsiteX0" fmla="*/ 0 w 3264621"/>
              <a:gd name="connsiteY0" fmla="*/ 6267059 h 6267435"/>
              <a:gd name="connsiteX1" fmla="*/ 500519 w 3264621"/>
              <a:gd name="connsiteY1" fmla="*/ 6267435 h 6267435"/>
              <a:gd name="connsiteX2" fmla="*/ 3264621 w 3264621"/>
              <a:gd name="connsiteY2" fmla="*/ 0 h 6267435"/>
              <a:gd name="connsiteX3" fmla="*/ 3214452 w 3264621"/>
              <a:gd name="connsiteY3" fmla="*/ 1661 h 6267435"/>
              <a:gd name="connsiteX4" fmla="*/ 0 w 3264621"/>
              <a:gd name="connsiteY4" fmla="*/ 6267059 h 626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4621" h="6267435">
                <a:moveTo>
                  <a:pt x="0" y="6267059"/>
                </a:moveTo>
                <a:lnTo>
                  <a:pt x="500519" y="6267435"/>
                </a:lnTo>
                <a:lnTo>
                  <a:pt x="3264621" y="0"/>
                </a:lnTo>
                <a:lnTo>
                  <a:pt x="3214452" y="1661"/>
                </a:lnTo>
                <a:lnTo>
                  <a:pt x="0" y="6267059"/>
                </a:lnTo>
                <a:close/>
              </a:path>
            </a:pathLst>
          </a:custGeom>
          <a:gradFill>
            <a:gsLst>
              <a:gs pos="49000">
                <a:schemeClr val="accent6"/>
              </a:gs>
              <a:gs pos="87000">
                <a:schemeClr val="accent3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20E1B2-DCD8-9DA9-EB76-4A049098918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57B8D63-5F35-1D93-9D12-F118E97DE37A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Freeform 6">
            <a:extLst>
              <a:ext uri="{FF2B5EF4-FFF2-40B4-BE49-F238E27FC236}">
                <a16:creationId xmlns:a16="http://schemas.microsoft.com/office/drawing/2014/main" id="{25FDCCA8-4B22-37E2-C2AC-F8EAA5318BDC}"/>
              </a:ext>
            </a:extLst>
          </p:cNvPr>
          <p:cNvSpPr/>
          <p:nvPr userDrawn="1"/>
        </p:nvSpPr>
        <p:spPr>
          <a:xfrm>
            <a:off x="4830121" y="-3"/>
            <a:ext cx="3566904" cy="6858004"/>
          </a:xfrm>
          <a:custGeom>
            <a:avLst/>
            <a:gdLst>
              <a:gd name="connsiteX0" fmla="*/ 0 w 3200400"/>
              <a:gd name="connsiteY0" fmla="*/ 6276813 h 6276813"/>
              <a:gd name="connsiteX1" fmla="*/ 891153 w 3200400"/>
              <a:gd name="connsiteY1" fmla="*/ 6276813 h 6276813"/>
              <a:gd name="connsiteX2" fmla="*/ 3200400 w 3200400"/>
              <a:gd name="connsiteY2" fmla="*/ 0 h 6276813"/>
              <a:gd name="connsiteX3" fmla="*/ 3115159 w 3200400"/>
              <a:gd name="connsiteY3" fmla="*/ 0 h 6276813"/>
              <a:gd name="connsiteX4" fmla="*/ 0 w 3200400"/>
              <a:gd name="connsiteY4" fmla="*/ 6276813 h 6276813"/>
              <a:gd name="connsiteX0" fmla="*/ 0 w 3254644"/>
              <a:gd name="connsiteY0" fmla="*/ 6284563 h 6284563"/>
              <a:gd name="connsiteX1" fmla="*/ 945397 w 3254644"/>
              <a:gd name="connsiteY1" fmla="*/ 6276813 h 6284563"/>
              <a:gd name="connsiteX2" fmla="*/ 3254644 w 3254644"/>
              <a:gd name="connsiteY2" fmla="*/ 0 h 6284563"/>
              <a:gd name="connsiteX3" fmla="*/ 3169403 w 3254644"/>
              <a:gd name="connsiteY3" fmla="*/ 0 h 6284563"/>
              <a:gd name="connsiteX4" fmla="*/ 0 w 3254644"/>
              <a:gd name="connsiteY4" fmla="*/ 6284563 h 6284563"/>
              <a:gd name="connsiteX0" fmla="*/ 0 w 3285640"/>
              <a:gd name="connsiteY0" fmla="*/ 6284563 h 6284563"/>
              <a:gd name="connsiteX1" fmla="*/ 976393 w 3285640"/>
              <a:gd name="connsiteY1" fmla="*/ 6276813 h 6284563"/>
              <a:gd name="connsiteX2" fmla="*/ 3285640 w 3285640"/>
              <a:gd name="connsiteY2" fmla="*/ 0 h 6284563"/>
              <a:gd name="connsiteX3" fmla="*/ 3200399 w 3285640"/>
              <a:gd name="connsiteY3" fmla="*/ 0 h 6284563"/>
              <a:gd name="connsiteX4" fmla="*/ 0 w 3285640"/>
              <a:gd name="connsiteY4" fmla="*/ 6284563 h 6284563"/>
              <a:gd name="connsiteX0" fmla="*/ 0 w 2812941"/>
              <a:gd name="connsiteY0" fmla="*/ 6292312 h 6292312"/>
              <a:gd name="connsiteX1" fmla="*/ 503694 w 2812941"/>
              <a:gd name="connsiteY1" fmla="*/ 6276813 h 6292312"/>
              <a:gd name="connsiteX2" fmla="*/ 2812941 w 2812941"/>
              <a:gd name="connsiteY2" fmla="*/ 0 h 6292312"/>
              <a:gd name="connsiteX3" fmla="*/ 2727700 w 2812941"/>
              <a:gd name="connsiteY3" fmla="*/ 0 h 6292312"/>
              <a:gd name="connsiteX4" fmla="*/ 0 w 2812941"/>
              <a:gd name="connsiteY4" fmla="*/ 6292312 h 6292312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24525 w 2809766"/>
              <a:gd name="connsiteY3" fmla="*/ 0 h 6276813"/>
              <a:gd name="connsiteX4" fmla="*/ 0 w 2809766"/>
              <a:gd name="connsiteY4" fmla="*/ 6276437 h 6276813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68975 w 2809766"/>
              <a:gd name="connsiteY3" fmla="*/ 6350 h 6276813"/>
              <a:gd name="connsiteX4" fmla="*/ 0 w 2809766"/>
              <a:gd name="connsiteY4" fmla="*/ 6276437 h 6276813"/>
              <a:gd name="connsiteX0" fmla="*/ 0 w 3264621"/>
              <a:gd name="connsiteY0" fmla="*/ 6270087 h 6270463"/>
              <a:gd name="connsiteX1" fmla="*/ 500519 w 3264621"/>
              <a:gd name="connsiteY1" fmla="*/ 6270463 h 6270463"/>
              <a:gd name="connsiteX2" fmla="*/ 3264621 w 3264621"/>
              <a:gd name="connsiteY2" fmla="*/ 3028 h 6270463"/>
              <a:gd name="connsiteX3" fmla="*/ 2768975 w 3264621"/>
              <a:gd name="connsiteY3" fmla="*/ 0 h 6270463"/>
              <a:gd name="connsiteX4" fmla="*/ 0 w 3264621"/>
              <a:gd name="connsiteY4" fmla="*/ 6270087 h 6270463"/>
              <a:gd name="connsiteX0" fmla="*/ 0 w 3264621"/>
              <a:gd name="connsiteY0" fmla="*/ 6267059 h 6267435"/>
              <a:gd name="connsiteX1" fmla="*/ 500519 w 3264621"/>
              <a:gd name="connsiteY1" fmla="*/ 6267435 h 6267435"/>
              <a:gd name="connsiteX2" fmla="*/ 3264621 w 3264621"/>
              <a:gd name="connsiteY2" fmla="*/ 0 h 6267435"/>
              <a:gd name="connsiteX3" fmla="*/ 3214452 w 3264621"/>
              <a:gd name="connsiteY3" fmla="*/ 1661 h 6267435"/>
              <a:gd name="connsiteX4" fmla="*/ 0 w 3264621"/>
              <a:gd name="connsiteY4" fmla="*/ 6267059 h 626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4621" h="6267435">
                <a:moveTo>
                  <a:pt x="0" y="6267059"/>
                </a:moveTo>
                <a:lnTo>
                  <a:pt x="500519" y="6267435"/>
                </a:lnTo>
                <a:lnTo>
                  <a:pt x="3264621" y="0"/>
                </a:lnTo>
                <a:lnTo>
                  <a:pt x="3214452" y="1661"/>
                </a:lnTo>
                <a:lnTo>
                  <a:pt x="0" y="6267059"/>
                </a:lnTo>
                <a:close/>
              </a:path>
            </a:pathLst>
          </a:custGeom>
          <a:gradFill>
            <a:gsLst>
              <a:gs pos="49000">
                <a:schemeClr val="accent6"/>
              </a:gs>
              <a:gs pos="87000">
                <a:schemeClr val="accent3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754619909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ecial Visual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spiral galaxy in space&#10;&#10;AI-generated content may be incorrect.">
            <a:extLst>
              <a:ext uri="{FF2B5EF4-FFF2-40B4-BE49-F238E27FC236}">
                <a16:creationId xmlns:a16="http://schemas.microsoft.com/office/drawing/2014/main" id="{B4257FEA-E4BB-4184-2551-6E913CF483E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-1"/>
            <a:ext cx="12192001" cy="6858001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8BF65B6-1EC6-0050-C338-5991974A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6951CC-9176-5B3E-0EA1-1A8F0BBD046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4013314-73E8-EBCE-C957-B401AB4F5C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12572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2400" b="0" i="0">
                <a:solidFill>
                  <a:schemeClr val="bg1"/>
                </a:solidFill>
                <a:latin typeface="Figtree" pitchFamily="2" charset="0"/>
              </a:defRPr>
            </a:lvl1pPr>
            <a:lvl2pPr marL="742932" indent="-285744">
              <a:buFont typeface="Arial" panose="020B0604020202020204" pitchFamily="34" charset="0"/>
              <a:buChar char="•"/>
              <a:defRPr sz="2400" b="0" i="0">
                <a:solidFill>
                  <a:schemeClr val="bg1"/>
                </a:solidFill>
                <a:latin typeface="Figtree" pitchFamily="2" charset="0"/>
              </a:defRPr>
            </a:lvl2pPr>
            <a:lvl3pPr marL="1200121" indent="-285744">
              <a:buFont typeface="Arial" panose="020B0604020202020204" pitchFamily="34" charset="0"/>
              <a:buChar char="•"/>
              <a:defRPr sz="2400" b="0" i="0">
                <a:solidFill>
                  <a:schemeClr val="bg1"/>
                </a:solidFill>
                <a:latin typeface="Figtree" pitchFamily="2" charset="0"/>
              </a:defRPr>
            </a:lvl3pPr>
            <a:lvl4pPr marL="1657309" indent="-285744">
              <a:buFont typeface="Arial" panose="020B0604020202020204" pitchFamily="34" charset="0"/>
              <a:buChar char="•"/>
              <a:defRPr sz="2400" b="0" i="0">
                <a:solidFill>
                  <a:schemeClr val="bg1"/>
                </a:solidFill>
                <a:latin typeface="Figtree" pitchFamily="2" charset="0"/>
              </a:defRPr>
            </a:lvl4pPr>
            <a:lvl5pPr marL="2114498" indent="-285744">
              <a:buFont typeface="Arial" panose="020B0604020202020204" pitchFamily="34" charset="0"/>
              <a:buChar char="•"/>
              <a:defRPr sz="2400" b="0" i="0">
                <a:solidFill>
                  <a:schemeClr val="bg1"/>
                </a:solidFill>
                <a:latin typeface="Figtree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Picture 1" descr="A spiral galaxy in space&#10;&#10;AI-generated content may be incorrect.">
            <a:extLst>
              <a:ext uri="{FF2B5EF4-FFF2-40B4-BE49-F238E27FC236}">
                <a16:creationId xmlns:a16="http://schemas.microsoft.com/office/drawing/2014/main" id="{F4F528CD-1564-4E9D-F195-B07879E800A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1"/>
            <a:ext cx="12192001" cy="6858001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F372B8E0-5DB9-2DD5-1E39-68250E440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9" y="447042"/>
            <a:ext cx="11491993" cy="1169207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>
              <a:lnSpc>
                <a:spcPct val="80000"/>
              </a:lnSpc>
              <a:defRPr sz="4000"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4" name="Picture 3" descr="A spiral galaxy in space&#10;&#10;AI-generated content may be incorrect.">
            <a:extLst>
              <a:ext uri="{FF2B5EF4-FFF2-40B4-BE49-F238E27FC236}">
                <a16:creationId xmlns:a16="http://schemas.microsoft.com/office/drawing/2014/main" id="{F9C8279D-461E-97B0-E073-9CCC019FF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-1"/>
            <a:ext cx="12192001" cy="6858001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846695B-40ED-D7EC-FB0F-A96440A2257F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FBA0F3BB-E274-8529-655D-AF37FC7ABE0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  <p:pic>
        <p:nvPicPr>
          <p:cNvPr id="11" name="Picture 10" descr="A spiral galaxy in space&#10;&#10;AI-generated content may be incorrect.">
            <a:extLst>
              <a:ext uri="{FF2B5EF4-FFF2-40B4-BE49-F238E27FC236}">
                <a16:creationId xmlns:a16="http://schemas.microsoft.com/office/drawing/2014/main" id="{7D320154-AA85-29F6-BFDE-E713FF0B83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1"/>
            <a:ext cx="12192001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275848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ecial Visual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ue sky with stars&#10;&#10;AI-generated content may be incorrect.">
            <a:extLst>
              <a:ext uri="{FF2B5EF4-FFF2-40B4-BE49-F238E27FC236}">
                <a16:creationId xmlns:a16="http://schemas.microsoft.com/office/drawing/2014/main" id="{58E6D3C4-DD7C-11D1-CC5C-C7C19C2E03F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65488" cy="6858001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8BF65B6-1EC6-0050-C338-5991974A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6951CC-9176-5B3E-0EA1-1A8F0BBD046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A605919-F812-D6B7-6733-93A21095D6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12572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2400" b="0" i="0">
                <a:solidFill>
                  <a:schemeClr val="bg1"/>
                </a:solidFill>
                <a:latin typeface="Figtree" pitchFamily="2" charset="0"/>
              </a:defRPr>
            </a:lvl1pPr>
            <a:lvl2pPr marL="742932" indent="-285744">
              <a:buFont typeface="Arial" panose="020B0604020202020204" pitchFamily="34" charset="0"/>
              <a:buChar char="•"/>
              <a:defRPr sz="2400" b="0" i="0">
                <a:solidFill>
                  <a:schemeClr val="bg1"/>
                </a:solidFill>
                <a:latin typeface="Figtree" pitchFamily="2" charset="0"/>
              </a:defRPr>
            </a:lvl2pPr>
            <a:lvl3pPr marL="1200121" indent="-285744">
              <a:buFont typeface="Arial" panose="020B0604020202020204" pitchFamily="34" charset="0"/>
              <a:buChar char="•"/>
              <a:defRPr sz="2400" b="0" i="0">
                <a:solidFill>
                  <a:schemeClr val="bg1"/>
                </a:solidFill>
                <a:latin typeface="Figtree" pitchFamily="2" charset="0"/>
              </a:defRPr>
            </a:lvl3pPr>
            <a:lvl4pPr marL="1657309" indent="-285744">
              <a:buFont typeface="Arial" panose="020B0604020202020204" pitchFamily="34" charset="0"/>
              <a:buChar char="•"/>
              <a:defRPr sz="2400" b="0" i="0">
                <a:solidFill>
                  <a:schemeClr val="bg1"/>
                </a:solidFill>
                <a:latin typeface="Figtree" pitchFamily="2" charset="0"/>
              </a:defRPr>
            </a:lvl4pPr>
            <a:lvl5pPr marL="2114498" indent="-285744">
              <a:buFont typeface="Arial" panose="020B0604020202020204" pitchFamily="34" charset="0"/>
              <a:buChar char="•"/>
              <a:defRPr sz="2400" b="0" i="0">
                <a:solidFill>
                  <a:schemeClr val="bg1"/>
                </a:solidFill>
                <a:latin typeface="Figtree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Picture 1" descr="A blue sky with stars&#10;&#10;AI-generated content may be incorrect.">
            <a:extLst>
              <a:ext uri="{FF2B5EF4-FFF2-40B4-BE49-F238E27FC236}">
                <a16:creationId xmlns:a16="http://schemas.microsoft.com/office/drawing/2014/main" id="{1E061CFA-FF0E-F37B-7C9F-811BE257153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"/>
            <a:ext cx="12165488" cy="6858001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F73CF796-DC11-7A9D-1EDA-BA7F5D2B9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9" y="447042"/>
            <a:ext cx="11491993" cy="1169207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>
              <a:lnSpc>
                <a:spcPct val="80000"/>
              </a:lnSpc>
              <a:defRPr sz="4000"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 descr="A blue sky with stars&#10;&#10;AI-generated content may be incorrect.">
            <a:extLst>
              <a:ext uri="{FF2B5EF4-FFF2-40B4-BE49-F238E27FC236}">
                <a16:creationId xmlns:a16="http://schemas.microsoft.com/office/drawing/2014/main" id="{7329211D-CB94-7458-42A8-6CF61732EA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65488" cy="6858001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C4DE43B-890E-8C39-903F-D6EAAD07D011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3321330A-9C78-4003-CED1-9E59C3EC97B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  <p:pic>
        <p:nvPicPr>
          <p:cNvPr id="9" name="Picture 8" descr="A blue sky with stars&#10;&#10;AI-generated content may be incorrect.">
            <a:extLst>
              <a:ext uri="{FF2B5EF4-FFF2-40B4-BE49-F238E27FC236}">
                <a16:creationId xmlns:a16="http://schemas.microsoft.com/office/drawing/2014/main" id="{5B8032FE-1432-91A3-0EE9-E165CDF9D59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"/>
            <a:ext cx="12165488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453404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ecial Visual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n astronaut floating in space&#10;&#10;AI-generated content may be incorrect.">
            <a:extLst>
              <a:ext uri="{FF2B5EF4-FFF2-40B4-BE49-F238E27FC236}">
                <a16:creationId xmlns:a16="http://schemas.microsoft.com/office/drawing/2014/main" id="{9DA1DE89-B1B4-0B78-BA7D-98605CF2B49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229484" y="1"/>
            <a:ext cx="6962517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7938C98-750F-B989-E8A2-47D33F5F8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689" y="457200"/>
            <a:ext cx="4602999" cy="1600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4000"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2D103-5877-6749-18AE-0555B8B45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688" y="2425491"/>
            <a:ext cx="4602997" cy="33321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Figtree" pitchFamily="2" charset="0"/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8BF65B6-1EC6-0050-C338-5991974A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6951CC-9176-5B3E-0EA1-1A8F0BBD046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  <p:pic>
        <p:nvPicPr>
          <p:cNvPr id="3" name="Picture 2" descr="An astronaut floating in space&#10;&#10;AI-generated content may be incorrect.">
            <a:extLst>
              <a:ext uri="{FF2B5EF4-FFF2-40B4-BE49-F238E27FC236}">
                <a16:creationId xmlns:a16="http://schemas.microsoft.com/office/drawing/2014/main" id="{E0635C41-ADDE-ECFD-4A89-39798BF0057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229484" y="1"/>
            <a:ext cx="6962517" cy="6858001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50B019-159D-5D74-7F62-08D23C2E0578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44CF9F98-AE97-450F-F84A-CE7D084224F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070418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ecial Visual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ue planet with a bright light&#10;&#10;AI-generated content may be incorrect.">
            <a:extLst>
              <a:ext uri="{FF2B5EF4-FFF2-40B4-BE49-F238E27FC236}">
                <a16:creationId xmlns:a16="http://schemas.microsoft.com/office/drawing/2014/main" id="{5928C9F9-2416-28F6-1432-DDAFD45C885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17712" y="-1"/>
            <a:ext cx="6874288" cy="685335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7938C98-750F-B989-E8A2-47D33F5F8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689" y="457200"/>
            <a:ext cx="4602999" cy="1600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4000"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2D103-5877-6749-18AE-0555B8B45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688" y="2425491"/>
            <a:ext cx="4602997" cy="33321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Figtree" pitchFamily="2" charset="0"/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8BF65B6-1EC6-0050-C338-5991974A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6951CC-9176-5B3E-0EA1-1A8F0BBD046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  <p:pic>
        <p:nvPicPr>
          <p:cNvPr id="3" name="Picture 2" descr="A blue planet with a bright light&#10;&#10;AI-generated content may be incorrect.">
            <a:extLst>
              <a:ext uri="{FF2B5EF4-FFF2-40B4-BE49-F238E27FC236}">
                <a16:creationId xmlns:a16="http://schemas.microsoft.com/office/drawing/2014/main" id="{D656D498-2092-D1EC-81FD-3FFAFC888F3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17712" y="-1"/>
            <a:ext cx="6874288" cy="6853357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96886E9-AD9A-E9DF-BAAA-372184439C16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2D3FBC09-2080-6866-3439-648B6C2B5D2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57098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A1374A-4FD1-F1A4-3B49-EFD13560F1C3}"/>
              </a:ext>
            </a:extLst>
          </p:cNvPr>
          <p:cNvCxnSpPr>
            <a:cxnSpLocks/>
          </p:cNvCxnSpPr>
          <p:nvPr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F8F2ECD-EA50-2550-0B02-4B2C95344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53AC61-82C3-E5FF-66C1-161CB2EFC3C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B091CAAF-7201-F093-551D-F03CEB9F5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9" y="447042"/>
            <a:ext cx="11491993" cy="1169207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>
              <a:lnSpc>
                <a:spcPct val="80000"/>
              </a:lnSpc>
              <a:defRPr sz="4000"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D79AD59-79F4-E588-BCFA-3D38C296F0B9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2258D118-1155-161B-6428-1447988C00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092573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ll Quote Blue">
    <p:bg>
      <p:bgPr>
        <a:gradFill>
          <a:gsLst>
            <a:gs pos="0">
              <a:schemeClr val="accent2"/>
            </a:gs>
            <a:gs pos="54000">
              <a:schemeClr val="tx2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863F30FA-505B-32FE-61E1-90E76DE729E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alphaModFix amt="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7339" b="20091"/>
          <a:stretch/>
        </p:blipFill>
        <p:spPr>
          <a:xfrm>
            <a:off x="5897661" y="456717"/>
            <a:ext cx="6294340" cy="6401284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9338CB-4134-07F0-A6E3-3EF2DA35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828924" y="2206256"/>
            <a:ext cx="6942397" cy="24454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3600" b="0" i="0">
                <a:solidFill>
                  <a:schemeClr val="bg1"/>
                </a:solidFill>
                <a:latin typeface="Figtree Light" pitchFamily="2" charset="0"/>
              </a:defRPr>
            </a:lvl1pPr>
            <a:lvl2pPr marL="457189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2pPr>
            <a:lvl3pPr marL="914377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3pPr>
            <a:lvl4pPr marL="1371566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4pPr>
            <a:lvl5pPr marL="1828754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5pPr>
          </a:lstStyle>
          <a:p>
            <a:pPr lvl="0"/>
            <a:r>
              <a:rPr lang="en-US"/>
              <a:t>This is a pull-quote placeholder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946C71-CFFD-7494-173E-E1849C44E80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1930" y="1831754"/>
            <a:ext cx="1348751" cy="1039037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F502D63-98F2-0192-9694-5687D8D05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0622538-DB89-0185-9E98-C8D31813769B}"/>
              </a:ext>
            </a:extLst>
          </p:cNvPr>
          <p:cNvCxnSpPr>
            <a:cxnSpLocks/>
          </p:cNvCxnSpPr>
          <p:nvPr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F0FF596D-CC26-E4B0-EC5C-182E1E7E40D3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  <p:pic>
        <p:nvPicPr>
          <p:cNvPr id="3" name="Picture 2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DE5C1D8D-7390-3A27-6AA7-F9D11AA942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7339" b="20091"/>
          <a:stretch/>
        </p:blipFill>
        <p:spPr>
          <a:xfrm>
            <a:off x="5897661" y="456717"/>
            <a:ext cx="6294340" cy="64012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ACCAA77-C8F5-484A-E99A-C5CAA88F2A7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1930" y="1831754"/>
            <a:ext cx="1348751" cy="1039037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31CA6A-A983-C9EA-D464-A0099A3465C0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1B425EAC-0B99-A193-E6DF-4A3FB4D35CF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025973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ll Quote Plum">
    <p:bg>
      <p:bgPr>
        <a:gradFill>
          <a:gsLst>
            <a:gs pos="0">
              <a:schemeClr val="accent2"/>
            </a:gs>
            <a:gs pos="54000">
              <a:schemeClr val="accent3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863F30FA-505B-32FE-61E1-90E76DE729E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7339" b="20091"/>
          <a:stretch/>
        </p:blipFill>
        <p:spPr>
          <a:xfrm>
            <a:off x="5897661" y="456717"/>
            <a:ext cx="6294340" cy="6401284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9338CB-4134-07F0-A6E3-3EF2DA35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828924" y="2206256"/>
            <a:ext cx="6942397" cy="24454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3600" b="0" i="0">
                <a:solidFill>
                  <a:schemeClr val="bg1"/>
                </a:solidFill>
                <a:latin typeface="Figtree Light" pitchFamily="2" charset="0"/>
              </a:defRPr>
            </a:lvl1pPr>
            <a:lvl2pPr marL="457189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2pPr>
            <a:lvl3pPr marL="914377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3pPr>
            <a:lvl4pPr marL="1371566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4pPr>
            <a:lvl5pPr marL="1828754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5pPr>
          </a:lstStyle>
          <a:p>
            <a:pPr lvl="0"/>
            <a:r>
              <a:rPr lang="en-US"/>
              <a:t>This is a pull-quote placeholder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946C71-CFFD-7494-173E-E1849C44E80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1930" y="1831754"/>
            <a:ext cx="1348751" cy="1039037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E1CE688-D74E-8D3C-C8FB-273D20447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56F17F2-AAEF-FEEE-FEB8-8DF375D781F2}"/>
              </a:ext>
            </a:extLst>
          </p:cNvPr>
          <p:cNvCxnSpPr>
            <a:cxnSpLocks/>
          </p:cNvCxnSpPr>
          <p:nvPr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BE6E5B02-D478-7B84-9936-C8A086849FB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  <p:pic>
        <p:nvPicPr>
          <p:cNvPr id="3" name="Picture 2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7327AAFF-19A2-9015-6B3D-DB278806BC4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7339" b="20091"/>
          <a:stretch/>
        </p:blipFill>
        <p:spPr>
          <a:xfrm>
            <a:off x="5897661" y="456717"/>
            <a:ext cx="6294340" cy="64012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0852F9B-36C1-D494-5E4D-40040A3F180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1930" y="1831754"/>
            <a:ext cx="1348751" cy="1039037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28DF152-62B2-3BD4-6110-3D10C5AE2687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4A19AF4C-B81C-3974-F9F6-FE83655AB5C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070013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ll Quote Gold">
    <p:bg>
      <p:bgPr>
        <a:gradFill>
          <a:gsLst>
            <a:gs pos="0">
              <a:schemeClr val="accent6"/>
            </a:gs>
            <a:gs pos="54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863F30FA-505B-32FE-61E1-90E76DE729E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7339" b="20091"/>
          <a:stretch/>
        </p:blipFill>
        <p:spPr>
          <a:xfrm>
            <a:off x="5897661" y="456717"/>
            <a:ext cx="6294340" cy="6401284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9338CB-4134-07F0-A6E3-3EF2DA35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828924" y="2206256"/>
            <a:ext cx="6942397" cy="24454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3600" b="0" i="0">
                <a:solidFill>
                  <a:schemeClr val="bg1"/>
                </a:solidFill>
                <a:latin typeface="Figtree Light" pitchFamily="2" charset="0"/>
              </a:defRPr>
            </a:lvl1pPr>
            <a:lvl2pPr marL="457189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2pPr>
            <a:lvl3pPr marL="914377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3pPr>
            <a:lvl4pPr marL="1371566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4pPr>
            <a:lvl5pPr marL="1828754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5pPr>
          </a:lstStyle>
          <a:p>
            <a:pPr lvl="0"/>
            <a:r>
              <a:rPr lang="en-US"/>
              <a:t>This is a pull-quote placeholder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946C71-CFFD-7494-173E-E1849C44E80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1930" y="1831754"/>
            <a:ext cx="1348751" cy="1039037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EFF9B6A-2657-DE51-519D-1E20B3FDA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AD89207-345D-F496-AF0B-592807269139}"/>
              </a:ext>
            </a:extLst>
          </p:cNvPr>
          <p:cNvCxnSpPr>
            <a:cxnSpLocks/>
          </p:cNvCxnSpPr>
          <p:nvPr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07A89A59-A76B-D96F-9CE2-1086D4C06B3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  <p:pic>
        <p:nvPicPr>
          <p:cNvPr id="3" name="Picture 2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04643F79-5D7E-16C7-8E1C-E74F77FB2B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7339" b="20091"/>
          <a:stretch/>
        </p:blipFill>
        <p:spPr>
          <a:xfrm>
            <a:off x="5897661" y="456717"/>
            <a:ext cx="6294340" cy="64012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1F0C819-BF83-0B94-B516-FE978DD2EDC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1930" y="1831754"/>
            <a:ext cx="1348751" cy="1039037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205AD62-2A60-2A80-DA70-8D8E0609D1CC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8E6AC88C-AF2E-5667-5E18-FFB1D4825AE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17358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ll Quote Green">
    <p:bg>
      <p:bgPr>
        <a:gradFill>
          <a:gsLst>
            <a:gs pos="0">
              <a:schemeClr val="accent2"/>
            </a:gs>
            <a:gs pos="54000">
              <a:schemeClr val="accent5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863F30FA-505B-32FE-61E1-90E76DE729E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alphaModFix amt="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7339" b="20091"/>
          <a:stretch/>
        </p:blipFill>
        <p:spPr>
          <a:xfrm>
            <a:off x="5897661" y="456717"/>
            <a:ext cx="6294340" cy="6401284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9338CB-4134-07F0-A6E3-3EF2DA35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828924" y="2206256"/>
            <a:ext cx="6942397" cy="24454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3600" b="0" i="0">
                <a:solidFill>
                  <a:schemeClr val="bg1"/>
                </a:solidFill>
                <a:latin typeface="Figtree Light" pitchFamily="2" charset="0"/>
              </a:defRPr>
            </a:lvl1pPr>
            <a:lvl2pPr marL="457189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2pPr>
            <a:lvl3pPr marL="914377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3pPr>
            <a:lvl4pPr marL="1371566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4pPr>
            <a:lvl5pPr marL="1828754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5pPr>
          </a:lstStyle>
          <a:p>
            <a:pPr lvl="0"/>
            <a:r>
              <a:rPr lang="en-US"/>
              <a:t>This is a pull-quote placeholder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946C71-CFFD-7494-173E-E1849C44E80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1930" y="1831754"/>
            <a:ext cx="1348751" cy="1039037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507A87D-5CC5-BF86-C0AA-3E1DDCEA1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6BBC947-4C17-284C-CC69-494D42DEE5CC}"/>
              </a:ext>
            </a:extLst>
          </p:cNvPr>
          <p:cNvCxnSpPr>
            <a:cxnSpLocks/>
          </p:cNvCxnSpPr>
          <p:nvPr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87BA6484-6E55-DD5F-9E5D-1E9FEF47CF2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  <p:pic>
        <p:nvPicPr>
          <p:cNvPr id="3" name="Picture 2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ACB5222A-7EFE-715B-E9E8-7F1D9592D41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7339" b="20091"/>
          <a:stretch/>
        </p:blipFill>
        <p:spPr>
          <a:xfrm>
            <a:off x="5897661" y="456717"/>
            <a:ext cx="6294340" cy="64012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F380DE-7F95-AD23-E0AD-750F7CF8949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1930" y="1831754"/>
            <a:ext cx="1348751" cy="1039037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118B792-08C2-CDF3-F064-E8458B15E64E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0E8E7BC3-133A-4FAB-C190-A1EC8F6BF10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775570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ll Quote Orange">
    <p:bg>
      <p:bgPr>
        <a:gradFill>
          <a:gsLst>
            <a:gs pos="0">
              <a:schemeClr val="accent3"/>
            </a:gs>
            <a:gs pos="54000">
              <a:schemeClr val="accent6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863F30FA-505B-32FE-61E1-90E76DE729E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alphaModFix amt="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7339" b="20091"/>
          <a:stretch/>
        </p:blipFill>
        <p:spPr>
          <a:xfrm>
            <a:off x="5897661" y="456717"/>
            <a:ext cx="6294340" cy="6401284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9338CB-4134-07F0-A6E3-3EF2DA35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828924" y="2206256"/>
            <a:ext cx="6942397" cy="24454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3600" b="0" i="0">
                <a:solidFill>
                  <a:schemeClr val="bg1"/>
                </a:solidFill>
                <a:latin typeface="Figtree Light" pitchFamily="2" charset="0"/>
              </a:defRPr>
            </a:lvl1pPr>
            <a:lvl2pPr marL="457189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2pPr>
            <a:lvl3pPr marL="914377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3pPr>
            <a:lvl4pPr marL="1371566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4pPr>
            <a:lvl5pPr marL="1828754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5pPr>
          </a:lstStyle>
          <a:p>
            <a:pPr lvl="0"/>
            <a:r>
              <a:rPr lang="en-US"/>
              <a:t>This is a pull-quote placeholder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946C71-CFFD-7494-173E-E1849C44E80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1930" y="1831754"/>
            <a:ext cx="1348751" cy="1039037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260A482-67B1-88FD-50A7-98D6A2DC1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7334E67-BF46-822A-CDA7-B19153C5567B}"/>
              </a:ext>
            </a:extLst>
          </p:cNvPr>
          <p:cNvCxnSpPr>
            <a:cxnSpLocks/>
          </p:cNvCxnSpPr>
          <p:nvPr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97922417-E2C6-1B89-E477-CE2A211BCE6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  <p:pic>
        <p:nvPicPr>
          <p:cNvPr id="3" name="Picture 2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6E960383-2494-ADEF-03D5-FDC144A682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7339" b="20091"/>
          <a:stretch/>
        </p:blipFill>
        <p:spPr>
          <a:xfrm>
            <a:off x="5897661" y="456717"/>
            <a:ext cx="6294340" cy="64012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852DD25-5943-4273-8EDC-C49016F1015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1930" y="1831754"/>
            <a:ext cx="1348751" cy="1039037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6966A03-E8E9-C7C0-240D-3C0DA03607C6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8D1B71EC-4B4E-11AE-F77A-93C69C847CF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929381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CDF5FA7B-72FB-B64A-A69A-D4755A18580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alphaModFix amt="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8" r="7548" b="33468"/>
          <a:stretch/>
        </p:blipFill>
        <p:spPr>
          <a:xfrm>
            <a:off x="5897661" y="1502251"/>
            <a:ext cx="6294340" cy="534866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3389C-B1D7-C694-57D5-6C711FC198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12572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800" b="0" i="0">
                <a:solidFill>
                  <a:schemeClr val="tx2"/>
                </a:solidFill>
                <a:latin typeface="Figtree" pitchFamily="2" charset="0"/>
              </a:defRPr>
            </a:lvl1pPr>
            <a:lvl2pPr marL="742932" indent="-285744">
              <a:buFont typeface="Arial" panose="020B0604020202020204" pitchFamily="34" charset="0"/>
              <a:buChar char="•"/>
              <a:defRPr sz="1800" b="0" i="0">
                <a:solidFill>
                  <a:schemeClr val="tx2"/>
                </a:solidFill>
                <a:latin typeface="Figtree" pitchFamily="2" charset="0"/>
              </a:defRPr>
            </a:lvl2pPr>
            <a:lvl3pPr marL="1200121" indent="-285744">
              <a:buFont typeface="Arial" panose="020B0604020202020204" pitchFamily="34" charset="0"/>
              <a:buChar char="•"/>
              <a:defRPr sz="1800" b="0" i="0">
                <a:solidFill>
                  <a:schemeClr val="tx2"/>
                </a:solidFill>
                <a:latin typeface="Figtree" pitchFamily="2" charset="0"/>
              </a:defRPr>
            </a:lvl3pPr>
            <a:lvl4pPr marL="1657309" indent="-285744">
              <a:buFont typeface="Arial" panose="020B0604020202020204" pitchFamily="34" charset="0"/>
              <a:buChar char="•"/>
              <a:defRPr sz="1800" b="0" i="0">
                <a:solidFill>
                  <a:schemeClr val="tx2"/>
                </a:solidFill>
                <a:latin typeface="Figtree" pitchFamily="2" charset="0"/>
              </a:defRPr>
            </a:lvl4pPr>
            <a:lvl5pPr marL="2114498" indent="-285744">
              <a:buFont typeface="Arial" panose="020B0604020202020204" pitchFamily="34" charset="0"/>
              <a:buChar char="•"/>
              <a:defRPr sz="1800" b="0" i="0">
                <a:solidFill>
                  <a:schemeClr val="tx2"/>
                </a:solidFill>
                <a:latin typeface="Figtree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C3EAA-1CA5-FCD9-354C-BC491AF39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27D6499-7F82-8950-61E9-B99B5A5DBC7B}"/>
              </a:ext>
            </a:extLst>
          </p:cNvPr>
          <p:cNvCxnSpPr>
            <a:cxnSpLocks/>
          </p:cNvCxnSpPr>
          <p:nvPr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A blue and black logo&#10;&#10;AI-generated content may be incorrect.">
            <a:extLst>
              <a:ext uri="{FF2B5EF4-FFF2-40B4-BE49-F238E27FC236}">
                <a16:creationId xmlns:a16="http://schemas.microsoft.com/office/drawing/2014/main" id="{94F72188-A0A9-5F3A-CF20-6B8F5FE585F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597" y="6437961"/>
            <a:ext cx="857523" cy="243268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389A7721-0515-B5AB-B13F-0EC5D1B59AAC}"/>
              </a:ext>
            </a:extLst>
          </p:cNvPr>
          <p:cNvSpPr txBox="1">
            <a:spLocks/>
          </p:cNvSpPr>
          <p:nvPr userDrawn="1"/>
        </p:nvSpPr>
        <p:spPr>
          <a:xfrm>
            <a:off x="566929" y="447042"/>
            <a:ext cx="11491993" cy="1169207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000" b="1" i="0" kern="1200">
                <a:solidFill>
                  <a:schemeClr val="bg1"/>
                </a:solidFill>
                <a:latin typeface="Figtree SemiBold" pitchFamily="2" charset="0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rgbClr val="2E7BA8"/>
                </a:solidFill>
              </a:rPr>
              <a:t>Click to edit Master title style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A1E6E0A-4656-97A5-E8FD-5842D41D5A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8" r="7548" b="33468"/>
          <a:stretch/>
        </p:blipFill>
        <p:spPr>
          <a:xfrm>
            <a:off x="5897661" y="1502251"/>
            <a:ext cx="6294340" cy="534866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915CB8E-8A6E-BE9C-28B5-69E00B39696D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blue and black logo&#10;&#10;AI-generated content may be incorrect.">
            <a:extLst>
              <a:ext uri="{FF2B5EF4-FFF2-40B4-BE49-F238E27FC236}">
                <a16:creationId xmlns:a16="http://schemas.microsoft.com/office/drawing/2014/main" id="{D3733672-CF6E-5CB5-3144-4D899F38CA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597" y="6437961"/>
            <a:ext cx="857523" cy="24326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0BA5101-7D51-0C98-629F-B243C0680740}"/>
              </a:ext>
            </a:extLst>
          </p:cNvPr>
          <p:cNvSpPr txBox="1">
            <a:spLocks/>
          </p:cNvSpPr>
          <p:nvPr userDrawn="1"/>
        </p:nvSpPr>
        <p:spPr>
          <a:xfrm>
            <a:off x="566929" y="447042"/>
            <a:ext cx="11491993" cy="1169207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000" b="1" i="0" kern="1200">
                <a:solidFill>
                  <a:schemeClr val="bg1"/>
                </a:solidFill>
                <a:latin typeface="Figtree SemiBold" pitchFamily="2" charset="0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rgbClr val="2E7BA8"/>
                </a:solidFill>
              </a:rP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17473334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+ Imag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77975A2F-3139-064B-C4DB-834F5B6D5E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00658" y="1"/>
            <a:ext cx="6891343" cy="6868952"/>
          </a:xfrm>
          <a:custGeom>
            <a:avLst/>
            <a:gdLst>
              <a:gd name="connsiteX0" fmla="*/ 2766197 w 6558116"/>
              <a:gd name="connsiteY0" fmla="*/ 0 h 6276807"/>
              <a:gd name="connsiteX1" fmla="*/ 6558116 w 6558116"/>
              <a:gd name="connsiteY1" fmla="*/ 0 h 6276807"/>
              <a:gd name="connsiteX2" fmla="*/ 6558116 w 6558116"/>
              <a:gd name="connsiteY2" fmla="*/ 6276807 h 6276807"/>
              <a:gd name="connsiteX3" fmla="*/ 0 w 6558116"/>
              <a:gd name="connsiteY3" fmla="*/ 6276807 h 6276807"/>
              <a:gd name="connsiteX4" fmla="*/ 0 w 6558116"/>
              <a:gd name="connsiteY4" fmla="*/ 6276241 h 6276807"/>
              <a:gd name="connsiteX0" fmla="*/ 3043116 w 6835035"/>
              <a:gd name="connsiteY0" fmla="*/ 0 h 6276807"/>
              <a:gd name="connsiteX1" fmla="*/ 6835035 w 6835035"/>
              <a:gd name="connsiteY1" fmla="*/ 0 h 6276807"/>
              <a:gd name="connsiteX2" fmla="*/ 6835035 w 6835035"/>
              <a:gd name="connsiteY2" fmla="*/ 6276807 h 6276807"/>
              <a:gd name="connsiteX3" fmla="*/ 276919 w 6835035"/>
              <a:gd name="connsiteY3" fmla="*/ 6276807 h 6276807"/>
              <a:gd name="connsiteX4" fmla="*/ 0 w 6835035"/>
              <a:gd name="connsiteY4" fmla="*/ 6244460 h 6276807"/>
              <a:gd name="connsiteX5" fmla="*/ 3043116 w 6835035"/>
              <a:gd name="connsiteY5" fmla="*/ 0 h 6276807"/>
              <a:gd name="connsiteX0" fmla="*/ 3077731 w 6869650"/>
              <a:gd name="connsiteY0" fmla="*/ 0 h 6286835"/>
              <a:gd name="connsiteX1" fmla="*/ 6869650 w 6869650"/>
              <a:gd name="connsiteY1" fmla="*/ 0 h 6286835"/>
              <a:gd name="connsiteX2" fmla="*/ 6869650 w 6869650"/>
              <a:gd name="connsiteY2" fmla="*/ 6276807 h 6286835"/>
              <a:gd name="connsiteX3" fmla="*/ 311534 w 6869650"/>
              <a:gd name="connsiteY3" fmla="*/ 6276807 h 6286835"/>
              <a:gd name="connsiteX4" fmla="*/ 0 w 6869650"/>
              <a:gd name="connsiteY4" fmla="*/ 6286835 h 6286835"/>
              <a:gd name="connsiteX5" fmla="*/ 3077731 w 6869650"/>
              <a:gd name="connsiteY5" fmla="*/ 0 h 6286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69650" h="6286835">
                <a:moveTo>
                  <a:pt x="3077731" y="0"/>
                </a:moveTo>
                <a:lnTo>
                  <a:pt x="6869650" y="0"/>
                </a:lnTo>
                <a:lnTo>
                  <a:pt x="6869650" y="6276807"/>
                </a:lnTo>
                <a:lnTo>
                  <a:pt x="311534" y="6276807"/>
                </a:lnTo>
                <a:lnTo>
                  <a:pt x="0" y="6286835"/>
                </a:lnTo>
                <a:cubicBezTo>
                  <a:pt x="922066" y="4194755"/>
                  <a:pt x="2155665" y="2092080"/>
                  <a:pt x="3077731" y="0"/>
                </a:cubicBezTo>
                <a:close/>
              </a:path>
            </a:pathLst>
          </a:custGeom>
          <a:pattFill prst="weave">
            <a:fgClr>
              <a:schemeClr val="bg2"/>
            </a:fgClr>
            <a:bgClr>
              <a:schemeClr val="bg1"/>
            </a:bgClr>
          </a:pattFill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Figtree Medium" pitchFamily="2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938C98-750F-B989-E8A2-47D33F5F8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689" y="457200"/>
            <a:ext cx="4602999" cy="1600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4000" b="1" i="0">
                <a:solidFill>
                  <a:schemeClr val="accent2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2D103-5877-6749-18AE-0555B8B45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688" y="2425491"/>
            <a:ext cx="4602997" cy="33321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Figtree" pitchFamily="2" charset="0"/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9B28ACF-39D2-C671-C9B4-9D48311B4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blue and black logo&#10;&#10;AI-generated content may be incorrect.">
            <a:extLst>
              <a:ext uri="{FF2B5EF4-FFF2-40B4-BE49-F238E27FC236}">
                <a16:creationId xmlns:a16="http://schemas.microsoft.com/office/drawing/2014/main" id="{FB6BC089-6024-60CC-51A6-E270462E81F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597" y="6437961"/>
            <a:ext cx="857523" cy="243268"/>
          </a:xfrm>
          <a:prstGeom prst="rect">
            <a:avLst/>
          </a:prstGeom>
        </p:spPr>
      </p:pic>
      <p:sp>
        <p:nvSpPr>
          <p:cNvPr id="17" name="Freeform 16">
            <a:extLst>
              <a:ext uri="{FF2B5EF4-FFF2-40B4-BE49-F238E27FC236}">
                <a16:creationId xmlns:a16="http://schemas.microsoft.com/office/drawing/2014/main" id="{43C4FB2F-E7D0-EBC7-4DDB-6CC86298818F}"/>
              </a:ext>
            </a:extLst>
          </p:cNvPr>
          <p:cNvSpPr/>
          <p:nvPr/>
        </p:nvSpPr>
        <p:spPr>
          <a:xfrm>
            <a:off x="4809511" y="-5"/>
            <a:ext cx="3605100" cy="6858005"/>
          </a:xfrm>
          <a:custGeom>
            <a:avLst/>
            <a:gdLst>
              <a:gd name="connsiteX0" fmla="*/ 0 w 3200400"/>
              <a:gd name="connsiteY0" fmla="*/ 6276813 h 6276813"/>
              <a:gd name="connsiteX1" fmla="*/ 891153 w 3200400"/>
              <a:gd name="connsiteY1" fmla="*/ 6276813 h 6276813"/>
              <a:gd name="connsiteX2" fmla="*/ 3200400 w 3200400"/>
              <a:gd name="connsiteY2" fmla="*/ 0 h 6276813"/>
              <a:gd name="connsiteX3" fmla="*/ 3115159 w 3200400"/>
              <a:gd name="connsiteY3" fmla="*/ 0 h 6276813"/>
              <a:gd name="connsiteX4" fmla="*/ 0 w 3200400"/>
              <a:gd name="connsiteY4" fmla="*/ 6276813 h 6276813"/>
              <a:gd name="connsiteX0" fmla="*/ 0 w 3254644"/>
              <a:gd name="connsiteY0" fmla="*/ 6284563 h 6284563"/>
              <a:gd name="connsiteX1" fmla="*/ 945397 w 3254644"/>
              <a:gd name="connsiteY1" fmla="*/ 6276813 h 6284563"/>
              <a:gd name="connsiteX2" fmla="*/ 3254644 w 3254644"/>
              <a:gd name="connsiteY2" fmla="*/ 0 h 6284563"/>
              <a:gd name="connsiteX3" fmla="*/ 3169403 w 3254644"/>
              <a:gd name="connsiteY3" fmla="*/ 0 h 6284563"/>
              <a:gd name="connsiteX4" fmla="*/ 0 w 3254644"/>
              <a:gd name="connsiteY4" fmla="*/ 6284563 h 6284563"/>
              <a:gd name="connsiteX0" fmla="*/ 0 w 3285640"/>
              <a:gd name="connsiteY0" fmla="*/ 6284563 h 6284563"/>
              <a:gd name="connsiteX1" fmla="*/ 976393 w 3285640"/>
              <a:gd name="connsiteY1" fmla="*/ 6276813 h 6284563"/>
              <a:gd name="connsiteX2" fmla="*/ 3285640 w 3285640"/>
              <a:gd name="connsiteY2" fmla="*/ 0 h 6284563"/>
              <a:gd name="connsiteX3" fmla="*/ 3200399 w 3285640"/>
              <a:gd name="connsiteY3" fmla="*/ 0 h 6284563"/>
              <a:gd name="connsiteX4" fmla="*/ 0 w 3285640"/>
              <a:gd name="connsiteY4" fmla="*/ 6284563 h 6284563"/>
              <a:gd name="connsiteX0" fmla="*/ 0 w 2812941"/>
              <a:gd name="connsiteY0" fmla="*/ 6292312 h 6292312"/>
              <a:gd name="connsiteX1" fmla="*/ 503694 w 2812941"/>
              <a:gd name="connsiteY1" fmla="*/ 6276813 h 6292312"/>
              <a:gd name="connsiteX2" fmla="*/ 2812941 w 2812941"/>
              <a:gd name="connsiteY2" fmla="*/ 0 h 6292312"/>
              <a:gd name="connsiteX3" fmla="*/ 2727700 w 2812941"/>
              <a:gd name="connsiteY3" fmla="*/ 0 h 6292312"/>
              <a:gd name="connsiteX4" fmla="*/ 0 w 2812941"/>
              <a:gd name="connsiteY4" fmla="*/ 6292312 h 6292312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24525 w 2809766"/>
              <a:gd name="connsiteY3" fmla="*/ 0 h 6276813"/>
              <a:gd name="connsiteX4" fmla="*/ 0 w 2809766"/>
              <a:gd name="connsiteY4" fmla="*/ 6276437 h 6276813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68975 w 2809766"/>
              <a:gd name="connsiteY3" fmla="*/ 6350 h 6276813"/>
              <a:gd name="connsiteX4" fmla="*/ 0 w 2809766"/>
              <a:gd name="connsiteY4" fmla="*/ 6276437 h 6276813"/>
              <a:gd name="connsiteX0" fmla="*/ 0 w 3264621"/>
              <a:gd name="connsiteY0" fmla="*/ 6270087 h 6270463"/>
              <a:gd name="connsiteX1" fmla="*/ 500519 w 3264621"/>
              <a:gd name="connsiteY1" fmla="*/ 6270463 h 6270463"/>
              <a:gd name="connsiteX2" fmla="*/ 3264621 w 3264621"/>
              <a:gd name="connsiteY2" fmla="*/ 3028 h 6270463"/>
              <a:gd name="connsiteX3" fmla="*/ 2768975 w 3264621"/>
              <a:gd name="connsiteY3" fmla="*/ 0 h 6270463"/>
              <a:gd name="connsiteX4" fmla="*/ 0 w 3264621"/>
              <a:gd name="connsiteY4" fmla="*/ 6270087 h 6270463"/>
              <a:gd name="connsiteX0" fmla="*/ 0 w 3264621"/>
              <a:gd name="connsiteY0" fmla="*/ 6267059 h 6267435"/>
              <a:gd name="connsiteX1" fmla="*/ 500519 w 3264621"/>
              <a:gd name="connsiteY1" fmla="*/ 6267435 h 6267435"/>
              <a:gd name="connsiteX2" fmla="*/ 3264621 w 3264621"/>
              <a:gd name="connsiteY2" fmla="*/ 0 h 6267435"/>
              <a:gd name="connsiteX3" fmla="*/ 3214452 w 3264621"/>
              <a:gd name="connsiteY3" fmla="*/ 1661 h 6267435"/>
              <a:gd name="connsiteX4" fmla="*/ 0 w 3264621"/>
              <a:gd name="connsiteY4" fmla="*/ 6267059 h 626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4621" h="6267435">
                <a:moveTo>
                  <a:pt x="0" y="6267059"/>
                </a:moveTo>
                <a:lnTo>
                  <a:pt x="500519" y="6267435"/>
                </a:lnTo>
                <a:lnTo>
                  <a:pt x="3264621" y="0"/>
                </a:lnTo>
                <a:lnTo>
                  <a:pt x="3214452" y="1661"/>
                </a:lnTo>
                <a:lnTo>
                  <a:pt x="0" y="6267059"/>
                </a:lnTo>
                <a:close/>
              </a:path>
            </a:pathLst>
          </a:custGeom>
          <a:gradFill>
            <a:gsLst>
              <a:gs pos="49000">
                <a:schemeClr val="accent2"/>
              </a:gs>
              <a:gs pos="90000">
                <a:schemeClr val="tx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894C0AB-3E04-CE5A-B263-947602916FE6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blue and black logo&#10;&#10;AI-generated content may be incorrect.">
            <a:extLst>
              <a:ext uri="{FF2B5EF4-FFF2-40B4-BE49-F238E27FC236}">
                <a16:creationId xmlns:a16="http://schemas.microsoft.com/office/drawing/2014/main" id="{911E5E9D-61A4-7E04-87FE-A8BFF118FC4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597" y="6437961"/>
            <a:ext cx="857523" cy="243268"/>
          </a:xfrm>
          <a:prstGeom prst="rect">
            <a:avLst/>
          </a:prstGeom>
        </p:spPr>
      </p:pic>
      <p:sp>
        <p:nvSpPr>
          <p:cNvPr id="7" name="Freeform 6">
            <a:extLst>
              <a:ext uri="{FF2B5EF4-FFF2-40B4-BE49-F238E27FC236}">
                <a16:creationId xmlns:a16="http://schemas.microsoft.com/office/drawing/2014/main" id="{B0FCF71B-3ED3-8DA6-4977-F9FFFDA88268}"/>
              </a:ext>
            </a:extLst>
          </p:cNvPr>
          <p:cNvSpPr/>
          <p:nvPr userDrawn="1"/>
        </p:nvSpPr>
        <p:spPr>
          <a:xfrm>
            <a:off x="4809511" y="-5"/>
            <a:ext cx="3605100" cy="6858005"/>
          </a:xfrm>
          <a:custGeom>
            <a:avLst/>
            <a:gdLst>
              <a:gd name="connsiteX0" fmla="*/ 0 w 3200400"/>
              <a:gd name="connsiteY0" fmla="*/ 6276813 h 6276813"/>
              <a:gd name="connsiteX1" fmla="*/ 891153 w 3200400"/>
              <a:gd name="connsiteY1" fmla="*/ 6276813 h 6276813"/>
              <a:gd name="connsiteX2" fmla="*/ 3200400 w 3200400"/>
              <a:gd name="connsiteY2" fmla="*/ 0 h 6276813"/>
              <a:gd name="connsiteX3" fmla="*/ 3115159 w 3200400"/>
              <a:gd name="connsiteY3" fmla="*/ 0 h 6276813"/>
              <a:gd name="connsiteX4" fmla="*/ 0 w 3200400"/>
              <a:gd name="connsiteY4" fmla="*/ 6276813 h 6276813"/>
              <a:gd name="connsiteX0" fmla="*/ 0 w 3254644"/>
              <a:gd name="connsiteY0" fmla="*/ 6284563 h 6284563"/>
              <a:gd name="connsiteX1" fmla="*/ 945397 w 3254644"/>
              <a:gd name="connsiteY1" fmla="*/ 6276813 h 6284563"/>
              <a:gd name="connsiteX2" fmla="*/ 3254644 w 3254644"/>
              <a:gd name="connsiteY2" fmla="*/ 0 h 6284563"/>
              <a:gd name="connsiteX3" fmla="*/ 3169403 w 3254644"/>
              <a:gd name="connsiteY3" fmla="*/ 0 h 6284563"/>
              <a:gd name="connsiteX4" fmla="*/ 0 w 3254644"/>
              <a:gd name="connsiteY4" fmla="*/ 6284563 h 6284563"/>
              <a:gd name="connsiteX0" fmla="*/ 0 w 3285640"/>
              <a:gd name="connsiteY0" fmla="*/ 6284563 h 6284563"/>
              <a:gd name="connsiteX1" fmla="*/ 976393 w 3285640"/>
              <a:gd name="connsiteY1" fmla="*/ 6276813 h 6284563"/>
              <a:gd name="connsiteX2" fmla="*/ 3285640 w 3285640"/>
              <a:gd name="connsiteY2" fmla="*/ 0 h 6284563"/>
              <a:gd name="connsiteX3" fmla="*/ 3200399 w 3285640"/>
              <a:gd name="connsiteY3" fmla="*/ 0 h 6284563"/>
              <a:gd name="connsiteX4" fmla="*/ 0 w 3285640"/>
              <a:gd name="connsiteY4" fmla="*/ 6284563 h 6284563"/>
              <a:gd name="connsiteX0" fmla="*/ 0 w 2812941"/>
              <a:gd name="connsiteY0" fmla="*/ 6292312 h 6292312"/>
              <a:gd name="connsiteX1" fmla="*/ 503694 w 2812941"/>
              <a:gd name="connsiteY1" fmla="*/ 6276813 h 6292312"/>
              <a:gd name="connsiteX2" fmla="*/ 2812941 w 2812941"/>
              <a:gd name="connsiteY2" fmla="*/ 0 h 6292312"/>
              <a:gd name="connsiteX3" fmla="*/ 2727700 w 2812941"/>
              <a:gd name="connsiteY3" fmla="*/ 0 h 6292312"/>
              <a:gd name="connsiteX4" fmla="*/ 0 w 2812941"/>
              <a:gd name="connsiteY4" fmla="*/ 6292312 h 6292312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24525 w 2809766"/>
              <a:gd name="connsiteY3" fmla="*/ 0 h 6276813"/>
              <a:gd name="connsiteX4" fmla="*/ 0 w 2809766"/>
              <a:gd name="connsiteY4" fmla="*/ 6276437 h 6276813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68975 w 2809766"/>
              <a:gd name="connsiteY3" fmla="*/ 6350 h 6276813"/>
              <a:gd name="connsiteX4" fmla="*/ 0 w 2809766"/>
              <a:gd name="connsiteY4" fmla="*/ 6276437 h 6276813"/>
              <a:gd name="connsiteX0" fmla="*/ 0 w 3264621"/>
              <a:gd name="connsiteY0" fmla="*/ 6270087 h 6270463"/>
              <a:gd name="connsiteX1" fmla="*/ 500519 w 3264621"/>
              <a:gd name="connsiteY1" fmla="*/ 6270463 h 6270463"/>
              <a:gd name="connsiteX2" fmla="*/ 3264621 w 3264621"/>
              <a:gd name="connsiteY2" fmla="*/ 3028 h 6270463"/>
              <a:gd name="connsiteX3" fmla="*/ 2768975 w 3264621"/>
              <a:gd name="connsiteY3" fmla="*/ 0 h 6270463"/>
              <a:gd name="connsiteX4" fmla="*/ 0 w 3264621"/>
              <a:gd name="connsiteY4" fmla="*/ 6270087 h 6270463"/>
              <a:gd name="connsiteX0" fmla="*/ 0 w 3264621"/>
              <a:gd name="connsiteY0" fmla="*/ 6267059 h 6267435"/>
              <a:gd name="connsiteX1" fmla="*/ 500519 w 3264621"/>
              <a:gd name="connsiteY1" fmla="*/ 6267435 h 6267435"/>
              <a:gd name="connsiteX2" fmla="*/ 3264621 w 3264621"/>
              <a:gd name="connsiteY2" fmla="*/ 0 h 6267435"/>
              <a:gd name="connsiteX3" fmla="*/ 3214452 w 3264621"/>
              <a:gd name="connsiteY3" fmla="*/ 1661 h 6267435"/>
              <a:gd name="connsiteX4" fmla="*/ 0 w 3264621"/>
              <a:gd name="connsiteY4" fmla="*/ 6267059 h 626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4621" h="6267435">
                <a:moveTo>
                  <a:pt x="0" y="6267059"/>
                </a:moveTo>
                <a:lnTo>
                  <a:pt x="500519" y="6267435"/>
                </a:lnTo>
                <a:lnTo>
                  <a:pt x="3264621" y="0"/>
                </a:lnTo>
                <a:lnTo>
                  <a:pt x="3214452" y="1661"/>
                </a:lnTo>
                <a:lnTo>
                  <a:pt x="0" y="6267059"/>
                </a:lnTo>
                <a:close/>
              </a:path>
            </a:pathLst>
          </a:custGeom>
          <a:gradFill>
            <a:gsLst>
              <a:gs pos="49000">
                <a:schemeClr val="accent2"/>
              </a:gs>
              <a:gs pos="90000">
                <a:schemeClr val="tx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454939702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+ Image Pl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B69C6E8A-1D0A-512B-A944-81B2539A1E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00658" y="1"/>
            <a:ext cx="6891343" cy="6868952"/>
          </a:xfrm>
          <a:custGeom>
            <a:avLst/>
            <a:gdLst>
              <a:gd name="connsiteX0" fmla="*/ 2766197 w 6558116"/>
              <a:gd name="connsiteY0" fmla="*/ 0 h 6276807"/>
              <a:gd name="connsiteX1" fmla="*/ 6558116 w 6558116"/>
              <a:gd name="connsiteY1" fmla="*/ 0 h 6276807"/>
              <a:gd name="connsiteX2" fmla="*/ 6558116 w 6558116"/>
              <a:gd name="connsiteY2" fmla="*/ 6276807 h 6276807"/>
              <a:gd name="connsiteX3" fmla="*/ 0 w 6558116"/>
              <a:gd name="connsiteY3" fmla="*/ 6276807 h 6276807"/>
              <a:gd name="connsiteX4" fmla="*/ 0 w 6558116"/>
              <a:gd name="connsiteY4" fmla="*/ 6276241 h 6276807"/>
              <a:gd name="connsiteX0" fmla="*/ 3043116 w 6835035"/>
              <a:gd name="connsiteY0" fmla="*/ 0 h 6276807"/>
              <a:gd name="connsiteX1" fmla="*/ 6835035 w 6835035"/>
              <a:gd name="connsiteY1" fmla="*/ 0 h 6276807"/>
              <a:gd name="connsiteX2" fmla="*/ 6835035 w 6835035"/>
              <a:gd name="connsiteY2" fmla="*/ 6276807 h 6276807"/>
              <a:gd name="connsiteX3" fmla="*/ 276919 w 6835035"/>
              <a:gd name="connsiteY3" fmla="*/ 6276807 h 6276807"/>
              <a:gd name="connsiteX4" fmla="*/ 0 w 6835035"/>
              <a:gd name="connsiteY4" fmla="*/ 6244460 h 6276807"/>
              <a:gd name="connsiteX5" fmla="*/ 3043116 w 6835035"/>
              <a:gd name="connsiteY5" fmla="*/ 0 h 6276807"/>
              <a:gd name="connsiteX0" fmla="*/ 3077731 w 6869650"/>
              <a:gd name="connsiteY0" fmla="*/ 0 h 6286835"/>
              <a:gd name="connsiteX1" fmla="*/ 6869650 w 6869650"/>
              <a:gd name="connsiteY1" fmla="*/ 0 h 6286835"/>
              <a:gd name="connsiteX2" fmla="*/ 6869650 w 6869650"/>
              <a:gd name="connsiteY2" fmla="*/ 6276807 h 6286835"/>
              <a:gd name="connsiteX3" fmla="*/ 311534 w 6869650"/>
              <a:gd name="connsiteY3" fmla="*/ 6276807 h 6286835"/>
              <a:gd name="connsiteX4" fmla="*/ 0 w 6869650"/>
              <a:gd name="connsiteY4" fmla="*/ 6286835 h 6286835"/>
              <a:gd name="connsiteX5" fmla="*/ 3077731 w 6869650"/>
              <a:gd name="connsiteY5" fmla="*/ 0 h 6286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69650" h="6286835">
                <a:moveTo>
                  <a:pt x="3077731" y="0"/>
                </a:moveTo>
                <a:lnTo>
                  <a:pt x="6869650" y="0"/>
                </a:lnTo>
                <a:lnTo>
                  <a:pt x="6869650" y="6276807"/>
                </a:lnTo>
                <a:lnTo>
                  <a:pt x="311534" y="6276807"/>
                </a:lnTo>
                <a:lnTo>
                  <a:pt x="0" y="6286835"/>
                </a:lnTo>
                <a:cubicBezTo>
                  <a:pt x="922066" y="4194755"/>
                  <a:pt x="2155665" y="2092080"/>
                  <a:pt x="3077731" y="0"/>
                </a:cubicBezTo>
                <a:close/>
              </a:path>
            </a:pathLst>
          </a:custGeom>
          <a:pattFill prst="weave">
            <a:fgClr>
              <a:schemeClr val="bg2"/>
            </a:fgClr>
            <a:bgClr>
              <a:schemeClr val="bg1"/>
            </a:bgClr>
          </a:pattFill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Figtree Medium" pitchFamily="2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938C98-750F-B989-E8A2-47D33F5F8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689" y="457200"/>
            <a:ext cx="4602999" cy="1600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4000" b="1" i="0">
                <a:solidFill>
                  <a:schemeClr val="accent2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2D103-5877-6749-18AE-0555B8B45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688" y="2425491"/>
            <a:ext cx="4602997" cy="33321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Figtree" pitchFamily="2" charset="0"/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9B28ACF-39D2-C671-C9B4-9D48311B4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blue and black logo&#10;&#10;AI-generated content may be incorrect.">
            <a:extLst>
              <a:ext uri="{FF2B5EF4-FFF2-40B4-BE49-F238E27FC236}">
                <a16:creationId xmlns:a16="http://schemas.microsoft.com/office/drawing/2014/main" id="{FB6BC089-6024-60CC-51A6-E270462E81F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597" y="6437961"/>
            <a:ext cx="857523" cy="243268"/>
          </a:xfrm>
          <a:prstGeom prst="rect">
            <a:avLst/>
          </a:prstGeom>
        </p:spPr>
      </p:pic>
      <p:sp>
        <p:nvSpPr>
          <p:cNvPr id="3" name="Freeform 2">
            <a:extLst>
              <a:ext uri="{FF2B5EF4-FFF2-40B4-BE49-F238E27FC236}">
                <a16:creationId xmlns:a16="http://schemas.microsoft.com/office/drawing/2014/main" id="{63078809-296D-371D-64D3-36C8022650B2}"/>
              </a:ext>
            </a:extLst>
          </p:cNvPr>
          <p:cNvSpPr/>
          <p:nvPr/>
        </p:nvSpPr>
        <p:spPr>
          <a:xfrm>
            <a:off x="4847710" y="-5"/>
            <a:ext cx="3566903" cy="6858001"/>
          </a:xfrm>
          <a:custGeom>
            <a:avLst/>
            <a:gdLst>
              <a:gd name="connsiteX0" fmla="*/ 0 w 3200400"/>
              <a:gd name="connsiteY0" fmla="*/ 6276813 h 6276813"/>
              <a:gd name="connsiteX1" fmla="*/ 891153 w 3200400"/>
              <a:gd name="connsiteY1" fmla="*/ 6276813 h 6276813"/>
              <a:gd name="connsiteX2" fmla="*/ 3200400 w 3200400"/>
              <a:gd name="connsiteY2" fmla="*/ 0 h 6276813"/>
              <a:gd name="connsiteX3" fmla="*/ 3115159 w 3200400"/>
              <a:gd name="connsiteY3" fmla="*/ 0 h 6276813"/>
              <a:gd name="connsiteX4" fmla="*/ 0 w 3200400"/>
              <a:gd name="connsiteY4" fmla="*/ 6276813 h 6276813"/>
              <a:gd name="connsiteX0" fmla="*/ 0 w 3254644"/>
              <a:gd name="connsiteY0" fmla="*/ 6284563 h 6284563"/>
              <a:gd name="connsiteX1" fmla="*/ 945397 w 3254644"/>
              <a:gd name="connsiteY1" fmla="*/ 6276813 h 6284563"/>
              <a:gd name="connsiteX2" fmla="*/ 3254644 w 3254644"/>
              <a:gd name="connsiteY2" fmla="*/ 0 h 6284563"/>
              <a:gd name="connsiteX3" fmla="*/ 3169403 w 3254644"/>
              <a:gd name="connsiteY3" fmla="*/ 0 h 6284563"/>
              <a:gd name="connsiteX4" fmla="*/ 0 w 3254644"/>
              <a:gd name="connsiteY4" fmla="*/ 6284563 h 6284563"/>
              <a:gd name="connsiteX0" fmla="*/ 0 w 3285640"/>
              <a:gd name="connsiteY0" fmla="*/ 6284563 h 6284563"/>
              <a:gd name="connsiteX1" fmla="*/ 976393 w 3285640"/>
              <a:gd name="connsiteY1" fmla="*/ 6276813 h 6284563"/>
              <a:gd name="connsiteX2" fmla="*/ 3285640 w 3285640"/>
              <a:gd name="connsiteY2" fmla="*/ 0 h 6284563"/>
              <a:gd name="connsiteX3" fmla="*/ 3200399 w 3285640"/>
              <a:gd name="connsiteY3" fmla="*/ 0 h 6284563"/>
              <a:gd name="connsiteX4" fmla="*/ 0 w 3285640"/>
              <a:gd name="connsiteY4" fmla="*/ 6284563 h 6284563"/>
              <a:gd name="connsiteX0" fmla="*/ 0 w 2812941"/>
              <a:gd name="connsiteY0" fmla="*/ 6292312 h 6292312"/>
              <a:gd name="connsiteX1" fmla="*/ 503694 w 2812941"/>
              <a:gd name="connsiteY1" fmla="*/ 6276813 h 6292312"/>
              <a:gd name="connsiteX2" fmla="*/ 2812941 w 2812941"/>
              <a:gd name="connsiteY2" fmla="*/ 0 h 6292312"/>
              <a:gd name="connsiteX3" fmla="*/ 2727700 w 2812941"/>
              <a:gd name="connsiteY3" fmla="*/ 0 h 6292312"/>
              <a:gd name="connsiteX4" fmla="*/ 0 w 2812941"/>
              <a:gd name="connsiteY4" fmla="*/ 6292312 h 6292312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24525 w 2809766"/>
              <a:gd name="connsiteY3" fmla="*/ 0 h 6276813"/>
              <a:gd name="connsiteX4" fmla="*/ 0 w 2809766"/>
              <a:gd name="connsiteY4" fmla="*/ 6276437 h 6276813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68975 w 2809766"/>
              <a:gd name="connsiteY3" fmla="*/ 6350 h 6276813"/>
              <a:gd name="connsiteX4" fmla="*/ 0 w 2809766"/>
              <a:gd name="connsiteY4" fmla="*/ 6276437 h 6276813"/>
              <a:gd name="connsiteX0" fmla="*/ 0 w 3264621"/>
              <a:gd name="connsiteY0" fmla="*/ 6270087 h 6270463"/>
              <a:gd name="connsiteX1" fmla="*/ 500519 w 3264621"/>
              <a:gd name="connsiteY1" fmla="*/ 6270463 h 6270463"/>
              <a:gd name="connsiteX2" fmla="*/ 3264621 w 3264621"/>
              <a:gd name="connsiteY2" fmla="*/ 3028 h 6270463"/>
              <a:gd name="connsiteX3" fmla="*/ 2768975 w 3264621"/>
              <a:gd name="connsiteY3" fmla="*/ 0 h 6270463"/>
              <a:gd name="connsiteX4" fmla="*/ 0 w 3264621"/>
              <a:gd name="connsiteY4" fmla="*/ 6270087 h 6270463"/>
              <a:gd name="connsiteX0" fmla="*/ 0 w 3264621"/>
              <a:gd name="connsiteY0" fmla="*/ 6267059 h 6267435"/>
              <a:gd name="connsiteX1" fmla="*/ 500519 w 3264621"/>
              <a:gd name="connsiteY1" fmla="*/ 6267435 h 6267435"/>
              <a:gd name="connsiteX2" fmla="*/ 3264621 w 3264621"/>
              <a:gd name="connsiteY2" fmla="*/ 0 h 6267435"/>
              <a:gd name="connsiteX3" fmla="*/ 3214452 w 3264621"/>
              <a:gd name="connsiteY3" fmla="*/ 1661 h 6267435"/>
              <a:gd name="connsiteX4" fmla="*/ 0 w 3264621"/>
              <a:gd name="connsiteY4" fmla="*/ 6267059 h 626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4621" h="6267435">
                <a:moveTo>
                  <a:pt x="0" y="6267059"/>
                </a:moveTo>
                <a:lnTo>
                  <a:pt x="500519" y="6267435"/>
                </a:lnTo>
                <a:lnTo>
                  <a:pt x="3264621" y="0"/>
                </a:lnTo>
                <a:lnTo>
                  <a:pt x="3214452" y="1661"/>
                </a:lnTo>
                <a:lnTo>
                  <a:pt x="0" y="6267059"/>
                </a:lnTo>
                <a:close/>
              </a:path>
            </a:pathLst>
          </a:custGeom>
          <a:gradFill>
            <a:gsLst>
              <a:gs pos="45000">
                <a:schemeClr val="accent3"/>
              </a:gs>
              <a:gs pos="89000">
                <a:schemeClr val="accent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D341E90-4D37-64FA-B433-3FCC5E4B7902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blue and black logo&#10;&#10;AI-generated content may be incorrect.">
            <a:extLst>
              <a:ext uri="{FF2B5EF4-FFF2-40B4-BE49-F238E27FC236}">
                <a16:creationId xmlns:a16="http://schemas.microsoft.com/office/drawing/2014/main" id="{2D59FE28-F5DC-BD71-577B-B3EA1038F29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597" y="6437961"/>
            <a:ext cx="857523" cy="243268"/>
          </a:xfrm>
          <a:prstGeom prst="rect">
            <a:avLst/>
          </a:prstGeom>
        </p:spPr>
      </p:pic>
      <p:sp>
        <p:nvSpPr>
          <p:cNvPr id="8" name="Freeform 7">
            <a:extLst>
              <a:ext uri="{FF2B5EF4-FFF2-40B4-BE49-F238E27FC236}">
                <a16:creationId xmlns:a16="http://schemas.microsoft.com/office/drawing/2014/main" id="{12CCFE36-B375-DD5C-8F41-5A0D52870CA0}"/>
              </a:ext>
            </a:extLst>
          </p:cNvPr>
          <p:cNvSpPr/>
          <p:nvPr userDrawn="1"/>
        </p:nvSpPr>
        <p:spPr>
          <a:xfrm>
            <a:off x="4847710" y="-5"/>
            <a:ext cx="3566903" cy="6858001"/>
          </a:xfrm>
          <a:custGeom>
            <a:avLst/>
            <a:gdLst>
              <a:gd name="connsiteX0" fmla="*/ 0 w 3200400"/>
              <a:gd name="connsiteY0" fmla="*/ 6276813 h 6276813"/>
              <a:gd name="connsiteX1" fmla="*/ 891153 w 3200400"/>
              <a:gd name="connsiteY1" fmla="*/ 6276813 h 6276813"/>
              <a:gd name="connsiteX2" fmla="*/ 3200400 w 3200400"/>
              <a:gd name="connsiteY2" fmla="*/ 0 h 6276813"/>
              <a:gd name="connsiteX3" fmla="*/ 3115159 w 3200400"/>
              <a:gd name="connsiteY3" fmla="*/ 0 h 6276813"/>
              <a:gd name="connsiteX4" fmla="*/ 0 w 3200400"/>
              <a:gd name="connsiteY4" fmla="*/ 6276813 h 6276813"/>
              <a:gd name="connsiteX0" fmla="*/ 0 w 3254644"/>
              <a:gd name="connsiteY0" fmla="*/ 6284563 h 6284563"/>
              <a:gd name="connsiteX1" fmla="*/ 945397 w 3254644"/>
              <a:gd name="connsiteY1" fmla="*/ 6276813 h 6284563"/>
              <a:gd name="connsiteX2" fmla="*/ 3254644 w 3254644"/>
              <a:gd name="connsiteY2" fmla="*/ 0 h 6284563"/>
              <a:gd name="connsiteX3" fmla="*/ 3169403 w 3254644"/>
              <a:gd name="connsiteY3" fmla="*/ 0 h 6284563"/>
              <a:gd name="connsiteX4" fmla="*/ 0 w 3254644"/>
              <a:gd name="connsiteY4" fmla="*/ 6284563 h 6284563"/>
              <a:gd name="connsiteX0" fmla="*/ 0 w 3285640"/>
              <a:gd name="connsiteY0" fmla="*/ 6284563 h 6284563"/>
              <a:gd name="connsiteX1" fmla="*/ 976393 w 3285640"/>
              <a:gd name="connsiteY1" fmla="*/ 6276813 h 6284563"/>
              <a:gd name="connsiteX2" fmla="*/ 3285640 w 3285640"/>
              <a:gd name="connsiteY2" fmla="*/ 0 h 6284563"/>
              <a:gd name="connsiteX3" fmla="*/ 3200399 w 3285640"/>
              <a:gd name="connsiteY3" fmla="*/ 0 h 6284563"/>
              <a:gd name="connsiteX4" fmla="*/ 0 w 3285640"/>
              <a:gd name="connsiteY4" fmla="*/ 6284563 h 6284563"/>
              <a:gd name="connsiteX0" fmla="*/ 0 w 2812941"/>
              <a:gd name="connsiteY0" fmla="*/ 6292312 h 6292312"/>
              <a:gd name="connsiteX1" fmla="*/ 503694 w 2812941"/>
              <a:gd name="connsiteY1" fmla="*/ 6276813 h 6292312"/>
              <a:gd name="connsiteX2" fmla="*/ 2812941 w 2812941"/>
              <a:gd name="connsiteY2" fmla="*/ 0 h 6292312"/>
              <a:gd name="connsiteX3" fmla="*/ 2727700 w 2812941"/>
              <a:gd name="connsiteY3" fmla="*/ 0 h 6292312"/>
              <a:gd name="connsiteX4" fmla="*/ 0 w 2812941"/>
              <a:gd name="connsiteY4" fmla="*/ 6292312 h 6292312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24525 w 2809766"/>
              <a:gd name="connsiteY3" fmla="*/ 0 h 6276813"/>
              <a:gd name="connsiteX4" fmla="*/ 0 w 2809766"/>
              <a:gd name="connsiteY4" fmla="*/ 6276437 h 6276813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68975 w 2809766"/>
              <a:gd name="connsiteY3" fmla="*/ 6350 h 6276813"/>
              <a:gd name="connsiteX4" fmla="*/ 0 w 2809766"/>
              <a:gd name="connsiteY4" fmla="*/ 6276437 h 6276813"/>
              <a:gd name="connsiteX0" fmla="*/ 0 w 3264621"/>
              <a:gd name="connsiteY0" fmla="*/ 6270087 h 6270463"/>
              <a:gd name="connsiteX1" fmla="*/ 500519 w 3264621"/>
              <a:gd name="connsiteY1" fmla="*/ 6270463 h 6270463"/>
              <a:gd name="connsiteX2" fmla="*/ 3264621 w 3264621"/>
              <a:gd name="connsiteY2" fmla="*/ 3028 h 6270463"/>
              <a:gd name="connsiteX3" fmla="*/ 2768975 w 3264621"/>
              <a:gd name="connsiteY3" fmla="*/ 0 h 6270463"/>
              <a:gd name="connsiteX4" fmla="*/ 0 w 3264621"/>
              <a:gd name="connsiteY4" fmla="*/ 6270087 h 6270463"/>
              <a:gd name="connsiteX0" fmla="*/ 0 w 3264621"/>
              <a:gd name="connsiteY0" fmla="*/ 6267059 h 6267435"/>
              <a:gd name="connsiteX1" fmla="*/ 500519 w 3264621"/>
              <a:gd name="connsiteY1" fmla="*/ 6267435 h 6267435"/>
              <a:gd name="connsiteX2" fmla="*/ 3264621 w 3264621"/>
              <a:gd name="connsiteY2" fmla="*/ 0 h 6267435"/>
              <a:gd name="connsiteX3" fmla="*/ 3214452 w 3264621"/>
              <a:gd name="connsiteY3" fmla="*/ 1661 h 6267435"/>
              <a:gd name="connsiteX4" fmla="*/ 0 w 3264621"/>
              <a:gd name="connsiteY4" fmla="*/ 6267059 h 626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4621" h="6267435">
                <a:moveTo>
                  <a:pt x="0" y="6267059"/>
                </a:moveTo>
                <a:lnTo>
                  <a:pt x="500519" y="6267435"/>
                </a:lnTo>
                <a:lnTo>
                  <a:pt x="3264621" y="0"/>
                </a:lnTo>
                <a:lnTo>
                  <a:pt x="3214452" y="1661"/>
                </a:lnTo>
                <a:lnTo>
                  <a:pt x="0" y="6267059"/>
                </a:lnTo>
                <a:close/>
              </a:path>
            </a:pathLst>
          </a:custGeom>
          <a:gradFill>
            <a:gsLst>
              <a:gs pos="45000">
                <a:schemeClr val="accent3"/>
              </a:gs>
              <a:gs pos="89000">
                <a:schemeClr val="accent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092482751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+ Image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38C98-750F-B989-E8A2-47D33F5F8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689" y="457200"/>
            <a:ext cx="4602999" cy="1600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4000" b="1" i="0">
                <a:solidFill>
                  <a:schemeClr val="accent2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347A47-ADDB-726A-B2AC-AF6601AB38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00658" y="1"/>
            <a:ext cx="6891343" cy="6868952"/>
          </a:xfrm>
          <a:custGeom>
            <a:avLst/>
            <a:gdLst>
              <a:gd name="connsiteX0" fmla="*/ 2766197 w 6558116"/>
              <a:gd name="connsiteY0" fmla="*/ 0 h 6276807"/>
              <a:gd name="connsiteX1" fmla="*/ 6558116 w 6558116"/>
              <a:gd name="connsiteY1" fmla="*/ 0 h 6276807"/>
              <a:gd name="connsiteX2" fmla="*/ 6558116 w 6558116"/>
              <a:gd name="connsiteY2" fmla="*/ 6276807 h 6276807"/>
              <a:gd name="connsiteX3" fmla="*/ 0 w 6558116"/>
              <a:gd name="connsiteY3" fmla="*/ 6276807 h 6276807"/>
              <a:gd name="connsiteX4" fmla="*/ 0 w 6558116"/>
              <a:gd name="connsiteY4" fmla="*/ 6276241 h 6276807"/>
              <a:gd name="connsiteX0" fmla="*/ 3043116 w 6835035"/>
              <a:gd name="connsiteY0" fmla="*/ 0 h 6276807"/>
              <a:gd name="connsiteX1" fmla="*/ 6835035 w 6835035"/>
              <a:gd name="connsiteY1" fmla="*/ 0 h 6276807"/>
              <a:gd name="connsiteX2" fmla="*/ 6835035 w 6835035"/>
              <a:gd name="connsiteY2" fmla="*/ 6276807 h 6276807"/>
              <a:gd name="connsiteX3" fmla="*/ 276919 w 6835035"/>
              <a:gd name="connsiteY3" fmla="*/ 6276807 h 6276807"/>
              <a:gd name="connsiteX4" fmla="*/ 0 w 6835035"/>
              <a:gd name="connsiteY4" fmla="*/ 6244460 h 6276807"/>
              <a:gd name="connsiteX5" fmla="*/ 3043116 w 6835035"/>
              <a:gd name="connsiteY5" fmla="*/ 0 h 6276807"/>
              <a:gd name="connsiteX0" fmla="*/ 3077731 w 6869650"/>
              <a:gd name="connsiteY0" fmla="*/ 0 h 6286835"/>
              <a:gd name="connsiteX1" fmla="*/ 6869650 w 6869650"/>
              <a:gd name="connsiteY1" fmla="*/ 0 h 6286835"/>
              <a:gd name="connsiteX2" fmla="*/ 6869650 w 6869650"/>
              <a:gd name="connsiteY2" fmla="*/ 6276807 h 6286835"/>
              <a:gd name="connsiteX3" fmla="*/ 311534 w 6869650"/>
              <a:gd name="connsiteY3" fmla="*/ 6276807 h 6286835"/>
              <a:gd name="connsiteX4" fmla="*/ 0 w 6869650"/>
              <a:gd name="connsiteY4" fmla="*/ 6286835 h 6286835"/>
              <a:gd name="connsiteX5" fmla="*/ 3077731 w 6869650"/>
              <a:gd name="connsiteY5" fmla="*/ 0 h 6286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69650" h="6286835">
                <a:moveTo>
                  <a:pt x="3077731" y="0"/>
                </a:moveTo>
                <a:lnTo>
                  <a:pt x="6869650" y="0"/>
                </a:lnTo>
                <a:lnTo>
                  <a:pt x="6869650" y="6276807"/>
                </a:lnTo>
                <a:lnTo>
                  <a:pt x="311534" y="6276807"/>
                </a:lnTo>
                <a:lnTo>
                  <a:pt x="0" y="6286835"/>
                </a:lnTo>
                <a:cubicBezTo>
                  <a:pt x="922066" y="4194755"/>
                  <a:pt x="2155665" y="2092080"/>
                  <a:pt x="3077731" y="0"/>
                </a:cubicBezTo>
                <a:close/>
              </a:path>
            </a:pathLst>
          </a:custGeom>
          <a:pattFill prst="weave">
            <a:fgClr>
              <a:schemeClr val="bg2"/>
            </a:fgClr>
            <a:bgClr>
              <a:schemeClr val="bg1"/>
            </a:bgClr>
          </a:pattFill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Figtree Medium" pitchFamily="2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2D103-5877-6749-18AE-0555B8B45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688" y="2425491"/>
            <a:ext cx="4602997" cy="33321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Figtree" pitchFamily="2" charset="0"/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9B28ACF-39D2-C671-C9B4-9D48311B4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blue and black logo&#10;&#10;AI-generated content may be incorrect.">
            <a:extLst>
              <a:ext uri="{FF2B5EF4-FFF2-40B4-BE49-F238E27FC236}">
                <a16:creationId xmlns:a16="http://schemas.microsoft.com/office/drawing/2014/main" id="{FB6BC089-6024-60CC-51A6-E270462E81F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597" y="6437961"/>
            <a:ext cx="857523" cy="243268"/>
          </a:xfrm>
          <a:prstGeom prst="rect">
            <a:avLst/>
          </a:prstGeom>
        </p:spPr>
      </p:pic>
      <p:sp>
        <p:nvSpPr>
          <p:cNvPr id="5" name="Freeform 4">
            <a:extLst>
              <a:ext uri="{FF2B5EF4-FFF2-40B4-BE49-F238E27FC236}">
                <a16:creationId xmlns:a16="http://schemas.microsoft.com/office/drawing/2014/main" id="{F06610B9-8C48-9789-3124-8DB88AA039B6}"/>
              </a:ext>
            </a:extLst>
          </p:cNvPr>
          <p:cNvSpPr/>
          <p:nvPr/>
        </p:nvSpPr>
        <p:spPr>
          <a:xfrm>
            <a:off x="4855811" y="-5"/>
            <a:ext cx="3558800" cy="6868957"/>
          </a:xfrm>
          <a:custGeom>
            <a:avLst/>
            <a:gdLst>
              <a:gd name="connsiteX0" fmla="*/ 0 w 3200400"/>
              <a:gd name="connsiteY0" fmla="*/ 6276813 h 6276813"/>
              <a:gd name="connsiteX1" fmla="*/ 891153 w 3200400"/>
              <a:gd name="connsiteY1" fmla="*/ 6276813 h 6276813"/>
              <a:gd name="connsiteX2" fmla="*/ 3200400 w 3200400"/>
              <a:gd name="connsiteY2" fmla="*/ 0 h 6276813"/>
              <a:gd name="connsiteX3" fmla="*/ 3115159 w 3200400"/>
              <a:gd name="connsiteY3" fmla="*/ 0 h 6276813"/>
              <a:gd name="connsiteX4" fmla="*/ 0 w 3200400"/>
              <a:gd name="connsiteY4" fmla="*/ 6276813 h 6276813"/>
              <a:gd name="connsiteX0" fmla="*/ 0 w 3254644"/>
              <a:gd name="connsiteY0" fmla="*/ 6284563 h 6284563"/>
              <a:gd name="connsiteX1" fmla="*/ 945397 w 3254644"/>
              <a:gd name="connsiteY1" fmla="*/ 6276813 h 6284563"/>
              <a:gd name="connsiteX2" fmla="*/ 3254644 w 3254644"/>
              <a:gd name="connsiteY2" fmla="*/ 0 h 6284563"/>
              <a:gd name="connsiteX3" fmla="*/ 3169403 w 3254644"/>
              <a:gd name="connsiteY3" fmla="*/ 0 h 6284563"/>
              <a:gd name="connsiteX4" fmla="*/ 0 w 3254644"/>
              <a:gd name="connsiteY4" fmla="*/ 6284563 h 6284563"/>
              <a:gd name="connsiteX0" fmla="*/ 0 w 3285640"/>
              <a:gd name="connsiteY0" fmla="*/ 6284563 h 6284563"/>
              <a:gd name="connsiteX1" fmla="*/ 976393 w 3285640"/>
              <a:gd name="connsiteY1" fmla="*/ 6276813 h 6284563"/>
              <a:gd name="connsiteX2" fmla="*/ 3285640 w 3285640"/>
              <a:gd name="connsiteY2" fmla="*/ 0 h 6284563"/>
              <a:gd name="connsiteX3" fmla="*/ 3200399 w 3285640"/>
              <a:gd name="connsiteY3" fmla="*/ 0 h 6284563"/>
              <a:gd name="connsiteX4" fmla="*/ 0 w 3285640"/>
              <a:gd name="connsiteY4" fmla="*/ 6284563 h 6284563"/>
              <a:gd name="connsiteX0" fmla="*/ 0 w 2812941"/>
              <a:gd name="connsiteY0" fmla="*/ 6292312 h 6292312"/>
              <a:gd name="connsiteX1" fmla="*/ 503694 w 2812941"/>
              <a:gd name="connsiteY1" fmla="*/ 6276813 h 6292312"/>
              <a:gd name="connsiteX2" fmla="*/ 2812941 w 2812941"/>
              <a:gd name="connsiteY2" fmla="*/ 0 h 6292312"/>
              <a:gd name="connsiteX3" fmla="*/ 2727700 w 2812941"/>
              <a:gd name="connsiteY3" fmla="*/ 0 h 6292312"/>
              <a:gd name="connsiteX4" fmla="*/ 0 w 2812941"/>
              <a:gd name="connsiteY4" fmla="*/ 6292312 h 6292312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24525 w 2809766"/>
              <a:gd name="connsiteY3" fmla="*/ 0 h 6276813"/>
              <a:gd name="connsiteX4" fmla="*/ 0 w 2809766"/>
              <a:gd name="connsiteY4" fmla="*/ 6276437 h 6276813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68975 w 2809766"/>
              <a:gd name="connsiteY3" fmla="*/ 6350 h 6276813"/>
              <a:gd name="connsiteX4" fmla="*/ 0 w 2809766"/>
              <a:gd name="connsiteY4" fmla="*/ 6276437 h 6276813"/>
              <a:gd name="connsiteX0" fmla="*/ 0 w 3264621"/>
              <a:gd name="connsiteY0" fmla="*/ 6270087 h 6270463"/>
              <a:gd name="connsiteX1" fmla="*/ 500519 w 3264621"/>
              <a:gd name="connsiteY1" fmla="*/ 6270463 h 6270463"/>
              <a:gd name="connsiteX2" fmla="*/ 3264621 w 3264621"/>
              <a:gd name="connsiteY2" fmla="*/ 3028 h 6270463"/>
              <a:gd name="connsiteX3" fmla="*/ 2768975 w 3264621"/>
              <a:gd name="connsiteY3" fmla="*/ 0 h 6270463"/>
              <a:gd name="connsiteX4" fmla="*/ 0 w 3264621"/>
              <a:gd name="connsiteY4" fmla="*/ 6270087 h 6270463"/>
              <a:gd name="connsiteX0" fmla="*/ 0 w 3264621"/>
              <a:gd name="connsiteY0" fmla="*/ 6267059 h 6267435"/>
              <a:gd name="connsiteX1" fmla="*/ 500519 w 3264621"/>
              <a:gd name="connsiteY1" fmla="*/ 6267435 h 6267435"/>
              <a:gd name="connsiteX2" fmla="*/ 3264621 w 3264621"/>
              <a:gd name="connsiteY2" fmla="*/ 0 h 6267435"/>
              <a:gd name="connsiteX3" fmla="*/ 3214452 w 3264621"/>
              <a:gd name="connsiteY3" fmla="*/ 1661 h 6267435"/>
              <a:gd name="connsiteX4" fmla="*/ 0 w 3264621"/>
              <a:gd name="connsiteY4" fmla="*/ 6267059 h 626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4621" h="6267435">
                <a:moveTo>
                  <a:pt x="0" y="6267059"/>
                </a:moveTo>
                <a:lnTo>
                  <a:pt x="500519" y="6267435"/>
                </a:lnTo>
                <a:lnTo>
                  <a:pt x="3264621" y="0"/>
                </a:lnTo>
                <a:lnTo>
                  <a:pt x="3214452" y="1661"/>
                </a:lnTo>
                <a:lnTo>
                  <a:pt x="0" y="6267059"/>
                </a:lnTo>
                <a:close/>
              </a:path>
            </a:pathLst>
          </a:custGeom>
          <a:gradFill>
            <a:gsLst>
              <a:gs pos="52000">
                <a:schemeClr val="accent4"/>
              </a:gs>
              <a:gs pos="90000">
                <a:schemeClr val="accent6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40A1FCB-FC17-E09B-8495-F9E817853547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blue and black logo&#10;&#10;AI-generated content may be incorrect.">
            <a:extLst>
              <a:ext uri="{FF2B5EF4-FFF2-40B4-BE49-F238E27FC236}">
                <a16:creationId xmlns:a16="http://schemas.microsoft.com/office/drawing/2014/main" id="{923BD87E-CEE4-BDB7-30FA-219388A7C54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597" y="6437961"/>
            <a:ext cx="857523" cy="243268"/>
          </a:xfrm>
          <a:prstGeom prst="rect">
            <a:avLst/>
          </a:prstGeom>
        </p:spPr>
      </p:pic>
      <p:sp>
        <p:nvSpPr>
          <p:cNvPr id="7" name="Freeform 6">
            <a:extLst>
              <a:ext uri="{FF2B5EF4-FFF2-40B4-BE49-F238E27FC236}">
                <a16:creationId xmlns:a16="http://schemas.microsoft.com/office/drawing/2014/main" id="{26F8B5DC-42A4-6BF2-970C-112FFD747018}"/>
              </a:ext>
            </a:extLst>
          </p:cNvPr>
          <p:cNvSpPr/>
          <p:nvPr userDrawn="1"/>
        </p:nvSpPr>
        <p:spPr>
          <a:xfrm>
            <a:off x="4855811" y="-5"/>
            <a:ext cx="3558800" cy="6868957"/>
          </a:xfrm>
          <a:custGeom>
            <a:avLst/>
            <a:gdLst>
              <a:gd name="connsiteX0" fmla="*/ 0 w 3200400"/>
              <a:gd name="connsiteY0" fmla="*/ 6276813 h 6276813"/>
              <a:gd name="connsiteX1" fmla="*/ 891153 w 3200400"/>
              <a:gd name="connsiteY1" fmla="*/ 6276813 h 6276813"/>
              <a:gd name="connsiteX2" fmla="*/ 3200400 w 3200400"/>
              <a:gd name="connsiteY2" fmla="*/ 0 h 6276813"/>
              <a:gd name="connsiteX3" fmla="*/ 3115159 w 3200400"/>
              <a:gd name="connsiteY3" fmla="*/ 0 h 6276813"/>
              <a:gd name="connsiteX4" fmla="*/ 0 w 3200400"/>
              <a:gd name="connsiteY4" fmla="*/ 6276813 h 6276813"/>
              <a:gd name="connsiteX0" fmla="*/ 0 w 3254644"/>
              <a:gd name="connsiteY0" fmla="*/ 6284563 h 6284563"/>
              <a:gd name="connsiteX1" fmla="*/ 945397 w 3254644"/>
              <a:gd name="connsiteY1" fmla="*/ 6276813 h 6284563"/>
              <a:gd name="connsiteX2" fmla="*/ 3254644 w 3254644"/>
              <a:gd name="connsiteY2" fmla="*/ 0 h 6284563"/>
              <a:gd name="connsiteX3" fmla="*/ 3169403 w 3254644"/>
              <a:gd name="connsiteY3" fmla="*/ 0 h 6284563"/>
              <a:gd name="connsiteX4" fmla="*/ 0 w 3254644"/>
              <a:gd name="connsiteY4" fmla="*/ 6284563 h 6284563"/>
              <a:gd name="connsiteX0" fmla="*/ 0 w 3285640"/>
              <a:gd name="connsiteY0" fmla="*/ 6284563 h 6284563"/>
              <a:gd name="connsiteX1" fmla="*/ 976393 w 3285640"/>
              <a:gd name="connsiteY1" fmla="*/ 6276813 h 6284563"/>
              <a:gd name="connsiteX2" fmla="*/ 3285640 w 3285640"/>
              <a:gd name="connsiteY2" fmla="*/ 0 h 6284563"/>
              <a:gd name="connsiteX3" fmla="*/ 3200399 w 3285640"/>
              <a:gd name="connsiteY3" fmla="*/ 0 h 6284563"/>
              <a:gd name="connsiteX4" fmla="*/ 0 w 3285640"/>
              <a:gd name="connsiteY4" fmla="*/ 6284563 h 6284563"/>
              <a:gd name="connsiteX0" fmla="*/ 0 w 2812941"/>
              <a:gd name="connsiteY0" fmla="*/ 6292312 h 6292312"/>
              <a:gd name="connsiteX1" fmla="*/ 503694 w 2812941"/>
              <a:gd name="connsiteY1" fmla="*/ 6276813 h 6292312"/>
              <a:gd name="connsiteX2" fmla="*/ 2812941 w 2812941"/>
              <a:gd name="connsiteY2" fmla="*/ 0 h 6292312"/>
              <a:gd name="connsiteX3" fmla="*/ 2727700 w 2812941"/>
              <a:gd name="connsiteY3" fmla="*/ 0 h 6292312"/>
              <a:gd name="connsiteX4" fmla="*/ 0 w 2812941"/>
              <a:gd name="connsiteY4" fmla="*/ 6292312 h 6292312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24525 w 2809766"/>
              <a:gd name="connsiteY3" fmla="*/ 0 h 6276813"/>
              <a:gd name="connsiteX4" fmla="*/ 0 w 2809766"/>
              <a:gd name="connsiteY4" fmla="*/ 6276437 h 6276813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68975 w 2809766"/>
              <a:gd name="connsiteY3" fmla="*/ 6350 h 6276813"/>
              <a:gd name="connsiteX4" fmla="*/ 0 w 2809766"/>
              <a:gd name="connsiteY4" fmla="*/ 6276437 h 6276813"/>
              <a:gd name="connsiteX0" fmla="*/ 0 w 3264621"/>
              <a:gd name="connsiteY0" fmla="*/ 6270087 h 6270463"/>
              <a:gd name="connsiteX1" fmla="*/ 500519 w 3264621"/>
              <a:gd name="connsiteY1" fmla="*/ 6270463 h 6270463"/>
              <a:gd name="connsiteX2" fmla="*/ 3264621 w 3264621"/>
              <a:gd name="connsiteY2" fmla="*/ 3028 h 6270463"/>
              <a:gd name="connsiteX3" fmla="*/ 2768975 w 3264621"/>
              <a:gd name="connsiteY3" fmla="*/ 0 h 6270463"/>
              <a:gd name="connsiteX4" fmla="*/ 0 w 3264621"/>
              <a:gd name="connsiteY4" fmla="*/ 6270087 h 6270463"/>
              <a:gd name="connsiteX0" fmla="*/ 0 w 3264621"/>
              <a:gd name="connsiteY0" fmla="*/ 6267059 h 6267435"/>
              <a:gd name="connsiteX1" fmla="*/ 500519 w 3264621"/>
              <a:gd name="connsiteY1" fmla="*/ 6267435 h 6267435"/>
              <a:gd name="connsiteX2" fmla="*/ 3264621 w 3264621"/>
              <a:gd name="connsiteY2" fmla="*/ 0 h 6267435"/>
              <a:gd name="connsiteX3" fmla="*/ 3214452 w 3264621"/>
              <a:gd name="connsiteY3" fmla="*/ 1661 h 6267435"/>
              <a:gd name="connsiteX4" fmla="*/ 0 w 3264621"/>
              <a:gd name="connsiteY4" fmla="*/ 6267059 h 626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4621" h="6267435">
                <a:moveTo>
                  <a:pt x="0" y="6267059"/>
                </a:moveTo>
                <a:lnTo>
                  <a:pt x="500519" y="6267435"/>
                </a:lnTo>
                <a:lnTo>
                  <a:pt x="3264621" y="0"/>
                </a:lnTo>
                <a:lnTo>
                  <a:pt x="3214452" y="1661"/>
                </a:lnTo>
                <a:lnTo>
                  <a:pt x="0" y="6267059"/>
                </a:lnTo>
                <a:close/>
              </a:path>
            </a:pathLst>
          </a:custGeom>
          <a:gradFill>
            <a:gsLst>
              <a:gs pos="52000">
                <a:schemeClr val="accent4"/>
              </a:gs>
              <a:gs pos="90000">
                <a:schemeClr val="accent6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239608262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+ Image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347A47-ADDB-726A-B2AC-AF6601AB38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13821" y="0"/>
            <a:ext cx="6891343" cy="6868957"/>
          </a:xfrm>
          <a:custGeom>
            <a:avLst/>
            <a:gdLst>
              <a:gd name="connsiteX0" fmla="*/ 2766197 w 6558116"/>
              <a:gd name="connsiteY0" fmla="*/ 0 h 6276807"/>
              <a:gd name="connsiteX1" fmla="*/ 6558116 w 6558116"/>
              <a:gd name="connsiteY1" fmla="*/ 0 h 6276807"/>
              <a:gd name="connsiteX2" fmla="*/ 6558116 w 6558116"/>
              <a:gd name="connsiteY2" fmla="*/ 6276807 h 6276807"/>
              <a:gd name="connsiteX3" fmla="*/ 0 w 6558116"/>
              <a:gd name="connsiteY3" fmla="*/ 6276807 h 6276807"/>
              <a:gd name="connsiteX4" fmla="*/ 0 w 6558116"/>
              <a:gd name="connsiteY4" fmla="*/ 6276241 h 6276807"/>
              <a:gd name="connsiteX0" fmla="*/ 3043116 w 6835035"/>
              <a:gd name="connsiteY0" fmla="*/ 0 h 6276807"/>
              <a:gd name="connsiteX1" fmla="*/ 6835035 w 6835035"/>
              <a:gd name="connsiteY1" fmla="*/ 0 h 6276807"/>
              <a:gd name="connsiteX2" fmla="*/ 6835035 w 6835035"/>
              <a:gd name="connsiteY2" fmla="*/ 6276807 h 6276807"/>
              <a:gd name="connsiteX3" fmla="*/ 276919 w 6835035"/>
              <a:gd name="connsiteY3" fmla="*/ 6276807 h 6276807"/>
              <a:gd name="connsiteX4" fmla="*/ 0 w 6835035"/>
              <a:gd name="connsiteY4" fmla="*/ 6244460 h 6276807"/>
              <a:gd name="connsiteX5" fmla="*/ 3043116 w 6835035"/>
              <a:gd name="connsiteY5" fmla="*/ 0 h 6276807"/>
              <a:gd name="connsiteX0" fmla="*/ 3077731 w 6869650"/>
              <a:gd name="connsiteY0" fmla="*/ 0 h 6286835"/>
              <a:gd name="connsiteX1" fmla="*/ 6869650 w 6869650"/>
              <a:gd name="connsiteY1" fmla="*/ 0 h 6286835"/>
              <a:gd name="connsiteX2" fmla="*/ 6869650 w 6869650"/>
              <a:gd name="connsiteY2" fmla="*/ 6276807 h 6286835"/>
              <a:gd name="connsiteX3" fmla="*/ 311534 w 6869650"/>
              <a:gd name="connsiteY3" fmla="*/ 6276807 h 6286835"/>
              <a:gd name="connsiteX4" fmla="*/ 0 w 6869650"/>
              <a:gd name="connsiteY4" fmla="*/ 6286835 h 6286835"/>
              <a:gd name="connsiteX5" fmla="*/ 3077731 w 6869650"/>
              <a:gd name="connsiteY5" fmla="*/ 0 h 6286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69650" h="6286835">
                <a:moveTo>
                  <a:pt x="3077731" y="0"/>
                </a:moveTo>
                <a:lnTo>
                  <a:pt x="6869650" y="0"/>
                </a:lnTo>
                <a:lnTo>
                  <a:pt x="6869650" y="6276807"/>
                </a:lnTo>
                <a:lnTo>
                  <a:pt x="311534" y="6276807"/>
                </a:lnTo>
                <a:lnTo>
                  <a:pt x="0" y="6286835"/>
                </a:lnTo>
                <a:cubicBezTo>
                  <a:pt x="922066" y="4194755"/>
                  <a:pt x="2155665" y="2092080"/>
                  <a:pt x="3077731" y="0"/>
                </a:cubicBezTo>
                <a:close/>
              </a:path>
            </a:pathLst>
          </a:custGeom>
          <a:pattFill prst="weave">
            <a:fgClr>
              <a:schemeClr val="bg2"/>
            </a:fgClr>
            <a:bgClr>
              <a:schemeClr val="bg1"/>
            </a:bgClr>
          </a:pattFill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Figtree Medium" pitchFamily="2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938C98-750F-B989-E8A2-47D33F5F8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689" y="457200"/>
            <a:ext cx="4602999" cy="1600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4000" b="1" i="0">
                <a:solidFill>
                  <a:schemeClr val="accent2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2D103-5877-6749-18AE-0555B8B45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688" y="2425491"/>
            <a:ext cx="4602997" cy="33321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Figtree" pitchFamily="2" charset="0"/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9B28ACF-39D2-C671-C9B4-9D48311B4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blue and black logo&#10;&#10;AI-generated content may be incorrect.">
            <a:extLst>
              <a:ext uri="{FF2B5EF4-FFF2-40B4-BE49-F238E27FC236}">
                <a16:creationId xmlns:a16="http://schemas.microsoft.com/office/drawing/2014/main" id="{FB6BC089-6024-60CC-51A6-E270462E81F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597" y="6437961"/>
            <a:ext cx="857523" cy="243268"/>
          </a:xfrm>
          <a:prstGeom prst="rect">
            <a:avLst/>
          </a:prstGeom>
        </p:spPr>
      </p:pic>
      <p:sp>
        <p:nvSpPr>
          <p:cNvPr id="3" name="Freeform 2">
            <a:extLst>
              <a:ext uri="{FF2B5EF4-FFF2-40B4-BE49-F238E27FC236}">
                <a16:creationId xmlns:a16="http://schemas.microsoft.com/office/drawing/2014/main" id="{CB73E4F5-5916-13A5-64C5-8C77558117BD}"/>
              </a:ext>
            </a:extLst>
          </p:cNvPr>
          <p:cNvSpPr/>
          <p:nvPr/>
        </p:nvSpPr>
        <p:spPr>
          <a:xfrm>
            <a:off x="4809511" y="-5"/>
            <a:ext cx="3605100" cy="6868957"/>
          </a:xfrm>
          <a:custGeom>
            <a:avLst/>
            <a:gdLst>
              <a:gd name="connsiteX0" fmla="*/ 0 w 3200400"/>
              <a:gd name="connsiteY0" fmla="*/ 6276813 h 6276813"/>
              <a:gd name="connsiteX1" fmla="*/ 891153 w 3200400"/>
              <a:gd name="connsiteY1" fmla="*/ 6276813 h 6276813"/>
              <a:gd name="connsiteX2" fmla="*/ 3200400 w 3200400"/>
              <a:gd name="connsiteY2" fmla="*/ 0 h 6276813"/>
              <a:gd name="connsiteX3" fmla="*/ 3115159 w 3200400"/>
              <a:gd name="connsiteY3" fmla="*/ 0 h 6276813"/>
              <a:gd name="connsiteX4" fmla="*/ 0 w 3200400"/>
              <a:gd name="connsiteY4" fmla="*/ 6276813 h 6276813"/>
              <a:gd name="connsiteX0" fmla="*/ 0 w 3254644"/>
              <a:gd name="connsiteY0" fmla="*/ 6284563 h 6284563"/>
              <a:gd name="connsiteX1" fmla="*/ 945397 w 3254644"/>
              <a:gd name="connsiteY1" fmla="*/ 6276813 h 6284563"/>
              <a:gd name="connsiteX2" fmla="*/ 3254644 w 3254644"/>
              <a:gd name="connsiteY2" fmla="*/ 0 h 6284563"/>
              <a:gd name="connsiteX3" fmla="*/ 3169403 w 3254644"/>
              <a:gd name="connsiteY3" fmla="*/ 0 h 6284563"/>
              <a:gd name="connsiteX4" fmla="*/ 0 w 3254644"/>
              <a:gd name="connsiteY4" fmla="*/ 6284563 h 6284563"/>
              <a:gd name="connsiteX0" fmla="*/ 0 w 3285640"/>
              <a:gd name="connsiteY0" fmla="*/ 6284563 h 6284563"/>
              <a:gd name="connsiteX1" fmla="*/ 976393 w 3285640"/>
              <a:gd name="connsiteY1" fmla="*/ 6276813 h 6284563"/>
              <a:gd name="connsiteX2" fmla="*/ 3285640 w 3285640"/>
              <a:gd name="connsiteY2" fmla="*/ 0 h 6284563"/>
              <a:gd name="connsiteX3" fmla="*/ 3200399 w 3285640"/>
              <a:gd name="connsiteY3" fmla="*/ 0 h 6284563"/>
              <a:gd name="connsiteX4" fmla="*/ 0 w 3285640"/>
              <a:gd name="connsiteY4" fmla="*/ 6284563 h 6284563"/>
              <a:gd name="connsiteX0" fmla="*/ 0 w 2812941"/>
              <a:gd name="connsiteY0" fmla="*/ 6292312 h 6292312"/>
              <a:gd name="connsiteX1" fmla="*/ 503694 w 2812941"/>
              <a:gd name="connsiteY1" fmla="*/ 6276813 h 6292312"/>
              <a:gd name="connsiteX2" fmla="*/ 2812941 w 2812941"/>
              <a:gd name="connsiteY2" fmla="*/ 0 h 6292312"/>
              <a:gd name="connsiteX3" fmla="*/ 2727700 w 2812941"/>
              <a:gd name="connsiteY3" fmla="*/ 0 h 6292312"/>
              <a:gd name="connsiteX4" fmla="*/ 0 w 2812941"/>
              <a:gd name="connsiteY4" fmla="*/ 6292312 h 6292312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24525 w 2809766"/>
              <a:gd name="connsiteY3" fmla="*/ 0 h 6276813"/>
              <a:gd name="connsiteX4" fmla="*/ 0 w 2809766"/>
              <a:gd name="connsiteY4" fmla="*/ 6276437 h 6276813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68975 w 2809766"/>
              <a:gd name="connsiteY3" fmla="*/ 6350 h 6276813"/>
              <a:gd name="connsiteX4" fmla="*/ 0 w 2809766"/>
              <a:gd name="connsiteY4" fmla="*/ 6276437 h 6276813"/>
              <a:gd name="connsiteX0" fmla="*/ 0 w 3264621"/>
              <a:gd name="connsiteY0" fmla="*/ 6270087 h 6270463"/>
              <a:gd name="connsiteX1" fmla="*/ 500519 w 3264621"/>
              <a:gd name="connsiteY1" fmla="*/ 6270463 h 6270463"/>
              <a:gd name="connsiteX2" fmla="*/ 3264621 w 3264621"/>
              <a:gd name="connsiteY2" fmla="*/ 3028 h 6270463"/>
              <a:gd name="connsiteX3" fmla="*/ 2768975 w 3264621"/>
              <a:gd name="connsiteY3" fmla="*/ 0 h 6270463"/>
              <a:gd name="connsiteX4" fmla="*/ 0 w 3264621"/>
              <a:gd name="connsiteY4" fmla="*/ 6270087 h 6270463"/>
              <a:gd name="connsiteX0" fmla="*/ 0 w 3264621"/>
              <a:gd name="connsiteY0" fmla="*/ 6267059 h 6267435"/>
              <a:gd name="connsiteX1" fmla="*/ 500519 w 3264621"/>
              <a:gd name="connsiteY1" fmla="*/ 6267435 h 6267435"/>
              <a:gd name="connsiteX2" fmla="*/ 3264621 w 3264621"/>
              <a:gd name="connsiteY2" fmla="*/ 0 h 6267435"/>
              <a:gd name="connsiteX3" fmla="*/ 3214452 w 3264621"/>
              <a:gd name="connsiteY3" fmla="*/ 1661 h 6267435"/>
              <a:gd name="connsiteX4" fmla="*/ 0 w 3264621"/>
              <a:gd name="connsiteY4" fmla="*/ 6267059 h 626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4621" h="6267435">
                <a:moveTo>
                  <a:pt x="0" y="6267059"/>
                </a:moveTo>
                <a:lnTo>
                  <a:pt x="500519" y="6267435"/>
                </a:lnTo>
                <a:lnTo>
                  <a:pt x="3264621" y="0"/>
                </a:lnTo>
                <a:lnTo>
                  <a:pt x="3214452" y="1661"/>
                </a:lnTo>
                <a:lnTo>
                  <a:pt x="0" y="6267059"/>
                </a:lnTo>
                <a:close/>
              </a:path>
            </a:pathLst>
          </a:custGeom>
          <a:gradFill>
            <a:gsLst>
              <a:gs pos="44000">
                <a:schemeClr val="accent5"/>
              </a:gs>
              <a:gs pos="81000">
                <a:schemeClr val="accent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AA2C066-69F0-8954-1986-CC888253E971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blue and black logo&#10;&#10;AI-generated content may be incorrect.">
            <a:extLst>
              <a:ext uri="{FF2B5EF4-FFF2-40B4-BE49-F238E27FC236}">
                <a16:creationId xmlns:a16="http://schemas.microsoft.com/office/drawing/2014/main" id="{6A767172-79EB-6E07-E9E9-FD7BA14CA4B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597" y="6437961"/>
            <a:ext cx="857523" cy="243268"/>
          </a:xfrm>
          <a:prstGeom prst="rect">
            <a:avLst/>
          </a:prstGeom>
        </p:spPr>
      </p:pic>
      <p:sp>
        <p:nvSpPr>
          <p:cNvPr id="7" name="Freeform 6">
            <a:extLst>
              <a:ext uri="{FF2B5EF4-FFF2-40B4-BE49-F238E27FC236}">
                <a16:creationId xmlns:a16="http://schemas.microsoft.com/office/drawing/2014/main" id="{26E93A91-E4C0-DEC0-3E6B-1D980AECB365}"/>
              </a:ext>
            </a:extLst>
          </p:cNvPr>
          <p:cNvSpPr/>
          <p:nvPr userDrawn="1"/>
        </p:nvSpPr>
        <p:spPr>
          <a:xfrm>
            <a:off x="4809511" y="-5"/>
            <a:ext cx="3605100" cy="6868957"/>
          </a:xfrm>
          <a:custGeom>
            <a:avLst/>
            <a:gdLst>
              <a:gd name="connsiteX0" fmla="*/ 0 w 3200400"/>
              <a:gd name="connsiteY0" fmla="*/ 6276813 h 6276813"/>
              <a:gd name="connsiteX1" fmla="*/ 891153 w 3200400"/>
              <a:gd name="connsiteY1" fmla="*/ 6276813 h 6276813"/>
              <a:gd name="connsiteX2" fmla="*/ 3200400 w 3200400"/>
              <a:gd name="connsiteY2" fmla="*/ 0 h 6276813"/>
              <a:gd name="connsiteX3" fmla="*/ 3115159 w 3200400"/>
              <a:gd name="connsiteY3" fmla="*/ 0 h 6276813"/>
              <a:gd name="connsiteX4" fmla="*/ 0 w 3200400"/>
              <a:gd name="connsiteY4" fmla="*/ 6276813 h 6276813"/>
              <a:gd name="connsiteX0" fmla="*/ 0 w 3254644"/>
              <a:gd name="connsiteY0" fmla="*/ 6284563 h 6284563"/>
              <a:gd name="connsiteX1" fmla="*/ 945397 w 3254644"/>
              <a:gd name="connsiteY1" fmla="*/ 6276813 h 6284563"/>
              <a:gd name="connsiteX2" fmla="*/ 3254644 w 3254644"/>
              <a:gd name="connsiteY2" fmla="*/ 0 h 6284563"/>
              <a:gd name="connsiteX3" fmla="*/ 3169403 w 3254644"/>
              <a:gd name="connsiteY3" fmla="*/ 0 h 6284563"/>
              <a:gd name="connsiteX4" fmla="*/ 0 w 3254644"/>
              <a:gd name="connsiteY4" fmla="*/ 6284563 h 6284563"/>
              <a:gd name="connsiteX0" fmla="*/ 0 w 3285640"/>
              <a:gd name="connsiteY0" fmla="*/ 6284563 h 6284563"/>
              <a:gd name="connsiteX1" fmla="*/ 976393 w 3285640"/>
              <a:gd name="connsiteY1" fmla="*/ 6276813 h 6284563"/>
              <a:gd name="connsiteX2" fmla="*/ 3285640 w 3285640"/>
              <a:gd name="connsiteY2" fmla="*/ 0 h 6284563"/>
              <a:gd name="connsiteX3" fmla="*/ 3200399 w 3285640"/>
              <a:gd name="connsiteY3" fmla="*/ 0 h 6284563"/>
              <a:gd name="connsiteX4" fmla="*/ 0 w 3285640"/>
              <a:gd name="connsiteY4" fmla="*/ 6284563 h 6284563"/>
              <a:gd name="connsiteX0" fmla="*/ 0 w 2812941"/>
              <a:gd name="connsiteY0" fmla="*/ 6292312 h 6292312"/>
              <a:gd name="connsiteX1" fmla="*/ 503694 w 2812941"/>
              <a:gd name="connsiteY1" fmla="*/ 6276813 h 6292312"/>
              <a:gd name="connsiteX2" fmla="*/ 2812941 w 2812941"/>
              <a:gd name="connsiteY2" fmla="*/ 0 h 6292312"/>
              <a:gd name="connsiteX3" fmla="*/ 2727700 w 2812941"/>
              <a:gd name="connsiteY3" fmla="*/ 0 h 6292312"/>
              <a:gd name="connsiteX4" fmla="*/ 0 w 2812941"/>
              <a:gd name="connsiteY4" fmla="*/ 6292312 h 6292312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24525 w 2809766"/>
              <a:gd name="connsiteY3" fmla="*/ 0 h 6276813"/>
              <a:gd name="connsiteX4" fmla="*/ 0 w 2809766"/>
              <a:gd name="connsiteY4" fmla="*/ 6276437 h 6276813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68975 w 2809766"/>
              <a:gd name="connsiteY3" fmla="*/ 6350 h 6276813"/>
              <a:gd name="connsiteX4" fmla="*/ 0 w 2809766"/>
              <a:gd name="connsiteY4" fmla="*/ 6276437 h 6276813"/>
              <a:gd name="connsiteX0" fmla="*/ 0 w 3264621"/>
              <a:gd name="connsiteY0" fmla="*/ 6270087 h 6270463"/>
              <a:gd name="connsiteX1" fmla="*/ 500519 w 3264621"/>
              <a:gd name="connsiteY1" fmla="*/ 6270463 h 6270463"/>
              <a:gd name="connsiteX2" fmla="*/ 3264621 w 3264621"/>
              <a:gd name="connsiteY2" fmla="*/ 3028 h 6270463"/>
              <a:gd name="connsiteX3" fmla="*/ 2768975 w 3264621"/>
              <a:gd name="connsiteY3" fmla="*/ 0 h 6270463"/>
              <a:gd name="connsiteX4" fmla="*/ 0 w 3264621"/>
              <a:gd name="connsiteY4" fmla="*/ 6270087 h 6270463"/>
              <a:gd name="connsiteX0" fmla="*/ 0 w 3264621"/>
              <a:gd name="connsiteY0" fmla="*/ 6267059 h 6267435"/>
              <a:gd name="connsiteX1" fmla="*/ 500519 w 3264621"/>
              <a:gd name="connsiteY1" fmla="*/ 6267435 h 6267435"/>
              <a:gd name="connsiteX2" fmla="*/ 3264621 w 3264621"/>
              <a:gd name="connsiteY2" fmla="*/ 0 h 6267435"/>
              <a:gd name="connsiteX3" fmla="*/ 3214452 w 3264621"/>
              <a:gd name="connsiteY3" fmla="*/ 1661 h 6267435"/>
              <a:gd name="connsiteX4" fmla="*/ 0 w 3264621"/>
              <a:gd name="connsiteY4" fmla="*/ 6267059 h 626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4621" h="6267435">
                <a:moveTo>
                  <a:pt x="0" y="6267059"/>
                </a:moveTo>
                <a:lnTo>
                  <a:pt x="500519" y="6267435"/>
                </a:lnTo>
                <a:lnTo>
                  <a:pt x="3264621" y="0"/>
                </a:lnTo>
                <a:lnTo>
                  <a:pt x="3214452" y="1661"/>
                </a:lnTo>
                <a:lnTo>
                  <a:pt x="0" y="6267059"/>
                </a:lnTo>
                <a:close/>
              </a:path>
            </a:pathLst>
          </a:custGeom>
          <a:gradFill>
            <a:gsLst>
              <a:gs pos="44000">
                <a:schemeClr val="accent5"/>
              </a:gs>
              <a:gs pos="81000">
                <a:schemeClr val="accent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788100977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+ Image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38C98-750F-B989-E8A2-47D33F5F8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689" y="457200"/>
            <a:ext cx="4602999" cy="1600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4000" b="1" i="0">
                <a:solidFill>
                  <a:schemeClr val="accent2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347A47-ADDB-726A-B2AC-AF6601AB38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00658" y="1"/>
            <a:ext cx="6891343" cy="6868952"/>
          </a:xfrm>
          <a:custGeom>
            <a:avLst/>
            <a:gdLst>
              <a:gd name="connsiteX0" fmla="*/ 2766197 w 6558116"/>
              <a:gd name="connsiteY0" fmla="*/ 0 h 6276807"/>
              <a:gd name="connsiteX1" fmla="*/ 6558116 w 6558116"/>
              <a:gd name="connsiteY1" fmla="*/ 0 h 6276807"/>
              <a:gd name="connsiteX2" fmla="*/ 6558116 w 6558116"/>
              <a:gd name="connsiteY2" fmla="*/ 6276807 h 6276807"/>
              <a:gd name="connsiteX3" fmla="*/ 0 w 6558116"/>
              <a:gd name="connsiteY3" fmla="*/ 6276807 h 6276807"/>
              <a:gd name="connsiteX4" fmla="*/ 0 w 6558116"/>
              <a:gd name="connsiteY4" fmla="*/ 6276241 h 6276807"/>
              <a:gd name="connsiteX0" fmla="*/ 3043116 w 6835035"/>
              <a:gd name="connsiteY0" fmla="*/ 0 h 6276807"/>
              <a:gd name="connsiteX1" fmla="*/ 6835035 w 6835035"/>
              <a:gd name="connsiteY1" fmla="*/ 0 h 6276807"/>
              <a:gd name="connsiteX2" fmla="*/ 6835035 w 6835035"/>
              <a:gd name="connsiteY2" fmla="*/ 6276807 h 6276807"/>
              <a:gd name="connsiteX3" fmla="*/ 276919 w 6835035"/>
              <a:gd name="connsiteY3" fmla="*/ 6276807 h 6276807"/>
              <a:gd name="connsiteX4" fmla="*/ 0 w 6835035"/>
              <a:gd name="connsiteY4" fmla="*/ 6244460 h 6276807"/>
              <a:gd name="connsiteX5" fmla="*/ 3043116 w 6835035"/>
              <a:gd name="connsiteY5" fmla="*/ 0 h 6276807"/>
              <a:gd name="connsiteX0" fmla="*/ 3077731 w 6869650"/>
              <a:gd name="connsiteY0" fmla="*/ 0 h 6286835"/>
              <a:gd name="connsiteX1" fmla="*/ 6869650 w 6869650"/>
              <a:gd name="connsiteY1" fmla="*/ 0 h 6286835"/>
              <a:gd name="connsiteX2" fmla="*/ 6869650 w 6869650"/>
              <a:gd name="connsiteY2" fmla="*/ 6276807 h 6286835"/>
              <a:gd name="connsiteX3" fmla="*/ 311534 w 6869650"/>
              <a:gd name="connsiteY3" fmla="*/ 6276807 h 6286835"/>
              <a:gd name="connsiteX4" fmla="*/ 0 w 6869650"/>
              <a:gd name="connsiteY4" fmla="*/ 6286835 h 6286835"/>
              <a:gd name="connsiteX5" fmla="*/ 3077731 w 6869650"/>
              <a:gd name="connsiteY5" fmla="*/ 0 h 6286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69650" h="6286835">
                <a:moveTo>
                  <a:pt x="3077731" y="0"/>
                </a:moveTo>
                <a:lnTo>
                  <a:pt x="6869650" y="0"/>
                </a:lnTo>
                <a:lnTo>
                  <a:pt x="6869650" y="6276807"/>
                </a:lnTo>
                <a:lnTo>
                  <a:pt x="311534" y="6276807"/>
                </a:lnTo>
                <a:lnTo>
                  <a:pt x="0" y="6286835"/>
                </a:lnTo>
                <a:cubicBezTo>
                  <a:pt x="922066" y="4194755"/>
                  <a:pt x="2155665" y="2092080"/>
                  <a:pt x="3077731" y="0"/>
                </a:cubicBezTo>
                <a:close/>
              </a:path>
            </a:pathLst>
          </a:custGeom>
          <a:pattFill prst="weave">
            <a:fgClr>
              <a:schemeClr val="bg2"/>
            </a:fgClr>
            <a:bgClr>
              <a:schemeClr val="bg1"/>
            </a:bgClr>
          </a:pattFill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Figtree Medium" pitchFamily="2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2D103-5877-6749-18AE-0555B8B45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688" y="2425491"/>
            <a:ext cx="4602997" cy="33321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Figtree" pitchFamily="2" charset="0"/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9B28ACF-39D2-C671-C9B4-9D48311B4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blue and black logo&#10;&#10;AI-generated content may be incorrect.">
            <a:extLst>
              <a:ext uri="{FF2B5EF4-FFF2-40B4-BE49-F238E27FC236}">
                <a16:creationId xmlns:a16="http://schemas.microsoft.com/office/drawing/2014/main" id="{FB6BC089-6024-60CC-51A6-E270462E81F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597" y="6437961"/>
            <a:ext cx="857523" cy="243268"/>
          </a:xfrm>
          <a:prstGeom prst="rect">
            <a:avLst/>
          </a:prstGeom>
        </p:spPr>
      </p:pic>
      <p:sp>
        <p:nvSpPr>
          <p:cNvPr id="5" name="Freeform 4">
            <a:extLst>
              <a:ext uri="{FF2B5EF4-FFF2-40B4-BE49-F238E27FC236}">
                <a16:creationId xmlns:a16="http://schemas.microsoft.com/office/drawing/2014/main" id="{CFD3A720-686E-513F-0664-2531C8B0201E}"/>
              </a:ext>
            </a:extLst>
          </p:cNvPr>
          <p:cNvSpPr/>
          <p:nvPr/>
        </p:nvSpPr>
        <p:spPr>
          <a:xfrm>
            <a:off x="4809511" y="-5"/>
            <a:ext cx="3605100" cy="6868957"/>
          </a:xfrm>
          <a:custGeom>
            <a:avLst/>
            <a:gdLst>
              <a:gd name="connsiteX0" fmla="*/ 0 w 3200400"/>
              <a:gd name="connsiteY0" fmla="*/ 6276813 h 6276813"/>
              <a:gd name="connsiteX1" fmla="*/ 891153 w 3200400"/>
              <a:gd name="connsiteY1" fmla="*/ 6276813 h 6276813"/>
              <a:gd name="connsiteX2" fmla="*/ 3200400 w 3200400"/>
              <a:gd name="connsiteY2" fmla="*/ 0 h 6276813"/>
              <a:gd name="connsiteX3" fmla="*/ 3115159 w 3200400"/>
              <a:gd name="connsiteY3" fmla="*/ 0 h 6276813"/>
              <a:gd name="connsiteX4" fmla="*/ 0 w 3200400"/>
              <a:gd name="connsiteY4" fmla="*/ 6276813 h 6276813"/>
              <a:gd name="connsiteX0" fmla="*/ 0 w 3254644"/>
              <a:gd name="connsiteY0" fmla="*/ 6284563 h 6284563"/>
              <a:gd name="connsiteX1" fmla="*/ 945397 w 3254644"/>
              <a:gd name="connsiteY1" fmla="*/ 6276813 h 6284563"/>
              <a:gd name="connsiteX2" fmla="*/ 3254644 w 3254644"/>
              <a:gd name="connsiteY2" fmla="*/ 0 h 6284563"/>
              <a:gd name="connsiteX3" fmla="*/ 3169403 w 3254644"/>
              <a:gd name="connsiteY3" fmla="*/ 0 h 6284563"/>
              <a:gd name="connsiteX4" fmla="*/ 0 w 3254644"/>
              <a:gd name="connsiteY4" fmla="*/ 6284563 h 6284563"/>
              <a:gd name="connsiteX0" fmla="*/ 0 w 3285640"/>
              <a:gd name="connsiteY0" fmla="*/ 6284563 h 6284563"/>
              <a:gd name="connsiteX1" fmla="*/ 976393 w 3285640"/>
              <a:gd name="connsiteY1" fmla="*/ 6276813 h 6284563"/>
              <a:gd name="connsiteX2" fmla="*/ 3285640 w 3285640"/>
              <a:gd name="connsiteY2" fmla="*/ 0 h 6284563"/>
              <a:gd name="connsiteX3" fmla="*/ 3200399 w 3285640"/>
              <a:gd name="connsiteY3" fmla="*/ 0 h 6284563"/>
              <a:gd name="connsiteX4" fmla="*/ 0 w 3285640"/>
              <a:gd name="connsiteY4" fmla="*/ 6284563 h 6284563"/>
              <a:gd name="connsiteX0" fmla="*/ 0 w 2812941"/>
              <a:gd name="connsiteY0" fmla="*/ 6292312 h 6292312"/>
              <a:gd name="connsiteX1" fmla="*/ 503694 w 2812941"/>
              <a:gd name="connsiteY1" fmla="*/ 6276813 h 6292312"/>
              <a:gd name="connsiteX2" fmla="*/ 2812941 w 2812941"/>
              <a:gd name="connsiteY2" fmla="*/ 0 h 6292312"/>
              <a:gd name="connsiteX3" fmla="*/ 2727700 w 2812941"/>
              <a:gd name="connsiteY3" fmla="*/ 0 h 6292312"/>
              <a:gd name="connsiteX4" fmla="*/ 0 w 2812941"/>
              <a:gd name="connsiteY4" fmla="*/ 6292312 h 6292312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24525 w 2809766"/>
              <a:gd name="connsiteY3" fmla="*/ 0 h 6276813"/>
              <a:gd name="connsiteX4" fmla="*/ 0 w 2809766"/>
              <a:gd name="connsiteY4" fmla="*/ 6276437 h 6276813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68975 w 2809766"/>
              <a:gd name="connsiteY3" fmla="*/ 6350 h 6276813"/>
              <a:gd name="connsiteX4" fmla="*/ 0 w 2809766"/>
              <a:gd name="connsiteY4" fmla="*/ 6276437 h 6276813"/>
              <a:gd name="connsiteX0" fmla="*/ 0 w 3264621"/>
              <a:gd name="connsiteY0" fmla="*/ 6270087 h 6270463"/>
              <a:gd name="connsiteX1" fmla="*/ 500519 w 3264621"/>
              <a:gd name="connsiteY1" fmla="*/ 6270463 h 6270463"/>
              <a:gd name="connsiteX2" fmla="*/ 3264621 w 3264621"/>
              <a:gd name="connsiteY2" fmla="*/ 3028 h 6270463"/>
              <a:gd name="connsiteX3" fmla="*/ 2768975 w 3264621"/>
              <a:gd name="connsiteY3" fmla="*/ 0 h 6270463"/>
              <a:gd name="connsiteX4" fmla="*/ 0 w 3264621"/>
              <a:gd name="connsiteY4" fmla="*/ 6270087 h 6270463"/>
              <a:gd name="connsiteX0" fmla="*/ 0 w 3264621"/>
              <a:gd name="connsiteY0" fmla="*/ 6267059 h 6267435"/>
              <a:gd name="connsiteX1" fmla="*/ 500519 w 3264621"/>
              <a:gd name="connsiteY1" fmla="*/ 6267435 h 6267435"/>
              <a:gd name="connsiteX2" fmla="*/ 3264621 w 3264621"/>
              <a:gd name="connsiteY2" fmla="*/ 0 h 6267435"/>
              <a:gd name="connsiteX3" fmla="*/ 3214452 w 3264621"/>
              <a:gd name="connsiteY3" fmla="*/ 1661 h 6267435"/>
              <a:gd name="connsiteX4" fmla="*/ 0 w 3264621"/>
              <a:gd name="connsiteY4" fmla="*/ 6267059 h 626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4621" h="6267435">
                <a:moveTo>
                  <a:pt x="0" y="6267059"/>
                </a:moveTo>
                <a:lnTo>
                  <a:pt x="500519" y="6267435"/>
                </a:lnTo>
                <a:lnTo>
                  <a:pt x="3264621" y="0"/>
                </a:lnTo>
                <a:lnTo>
                  <a:pt x="3214452" y="1661"/>
                </a:lnTo>
                <a:lnTo>
                  <a:pt x="0" y="6267059"/>
                </a:lnTo>
                <a:close/>
              </a:path>
            </a:pathLst>
          </a:custGeom>
          <a:gradFill>
            <a:gsLst>
              <a:gs pos="49000">
                <a:schemeClr val="accent6"/>
              </a:gs>
              <a:gs pos="87000">
                <a:schemeClr val="accent3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9FC9BC3-0C7A-253E-1FE9-73F7BD10C3C0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blue and black logo&#10;&#10;AI-generated content may be incorrect.">
            <a:extLst>
              <a:ext uri="{FF2B5EF4-FFF2-40B4-BE49-F238E27FC236}">
                <a16:creationId xmlns:a16="http://schemas.microsoft.com/office/drawing/2014/main" id="{D429AB69-158C-85E6-56FD-6308BE8F2E2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597" y="6437961"/>
            <a:ext cx="857523" cy="243268"/>
          </a:xfrm>
          <a:prstGeom prst="rect">
            <a:avLst/>
          </a:prstGeom>
        </p:spPr>
      </p:pic>
      <p:sp>
        <p:nvSpPr>
          <p:cNvPr id="7" name="Freeform 6">
            <a:extLst>
              <a:ext uri="{FF2B5EF4-FFF2-40B4-BE49-F238E27FC236}">
                <a16:creationId xmlns:a16="http://schemas.microsoft.com/office/drawing/2014/main" id="{B65EE6FC-0CD5-DE2E-90E6-3D425EE08277}"/>
              </a:ext>
            </a:extLst>
          </p:cNvPr>
          <p:cNvSpPr/>
          <p:nvPr userDrawn="1"/>
        </p:nvSpPr>
        <p:spPr>
          <a:xfrm>
            <a:off x="4809511" y="-5"/>
            <a:ext cx="3605100" cy="6868957"/>
          </a:xfrm>
          <a:custGeom>
            <a:avLst/>
            <a:gdLst>
              <a:gd name="connsiteX0" fmla="*/ 0 w 3200400"/>
              <a:gd name="connsiteY0" fmla="*/ 6276813 h 6276813"/>
              <a:gd name="connsiteX1" fmla="*/ 891153 w 3200400"/>
              <a:gd name="connsiteY1" fmla="*/ 6276813 h 6276813"/>
              <a:gd name="connsiteX2" fmla="*/ 3200400 w 3200400"/>
              <a:gd name="connsiteY2" fmla="*/ 0 h 6276813"/>
              <a:gd name="connsiteX3" fmla="*/ 3115159 w 3200400"/>
              <a:gd name="connsiteY3" fmla="*/ 0 h 6276813"/>
              <a:gd name="connsiteX4" fmla="*/ 0 w 3200400"/>
              <a:gd name="connsiteY4" fmla="*/ 6276813 h 6276813"/>
              <a:gd name="connsiteX0" fmla="*/ 0 w 3254644"/>
              <a:gd name="connsiteY0" fmla="*/ 6284563 h 6284563"/>
              <a:gd name="connsiteX1" fmla="*/ 945397 w 3254644"/>
              <a:gd name="connsiteY1" fmla="*/ 6276813 h 6284563"/>
              <a:gd name="connsiteX2" fmla="*/ 3254644 w 3254644"/>
              <a:gd name="connsiteY2" fmla="*/ 0 h 6284563"/>
              <a:gd name="connsiteX3" fmla="*/ 3169403 w 3254644"/>
              <a:gd name="connsiteY3" fmla="*/ 0 h 6284563"/>
              <a:gd name="connsiteX4" fmla="*/ 0 w 3254644"/>
              <a:gd name="connsiteY4" fmla="*/ 6284563 h 6284563"/>
              <a:gd name="connsiteX0" fmla="*/ 0 w 3285640"/>
              <a:gd name="connsiteY0" fmla="*/ 6284563 h 6284563"/>
              <a:gd name="connsiteX1" fmla="*/ 976393 w 3285640"/>
              <a:gd name="connsiteY1" fmla="*/ 6276813 h 6284563"/>
              <a:gd name="connsiteX2" fmla="*/ 3285640 w 3285640"/>
              <a:gd name="connsiteY2" fmla="*/ 0 h 6284563"/>
              <a:gd name="connsiteX3" fmla="*/ 3200399 w 3285640"/>
              <a:gd name="connsiteY3" fmla="*/ 0 h 6284563"/>
              <a:gd name="connsiteX4" fmla="*/ 0 w 3285640"/>
              <a:gd name="connsiteY4" fmla="*/ 6284563 h 6284563"/>
              <a:gd name="connsiteX0" fmla="*/ 0 w 2812941"/>
              <a:gd name="connsiteY0" fmla="*/ 6292312 h 6292312"/>
              <a:gd name="connsiteX1" fmla="*/ 503694 w 2812941"/>
              <a:gd name="connsiteY1" fmla="*/ 6276813 h 6292312"/>
              <a:gd name="connsiteX2" fmla="*/ 2812941 w 2812941"/>
              <a:gd name="connsiteY2" fmla="*/ 0 h 6292312"/>
              <a:gd name="connsiteX3" fmla="*/ 2727700 w 2812941"/>
              <a:gd name="connsiteY3" fmla="*/ 0 h 6292312"/>
              <a:gd name="connsiteX4" fmla="*/ 0 w 2812941"/>
              <a:gd name="connsiteY4" fmla="*/ 6292312 h 6292312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24525 w 2809766"/>
              <a:gd name="connsiteY3" fmla="*/ 0 h 6276813"/>
              <a:gd name="connsiteX4" fmla="*/ 0 w 2809766"/>
              <a:gd name="connsiteY4" fmla="*/ 6276437 h 6276813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68975 w 2809766"/>
              <a:gd name="connsiteY3" fmla="*/ 6350 h 6276813"/>
              <a:gd name="connsiteX4" fmla="*/ 0 w 2809766"/>
              <a:gd name="connsiteY4" fmla="*/ 6276437 h 6276813"/>
              <a:gd name="connsiteX0" fmla="*/ 0 w 3264621"/>
              <a:gd name="connsiteY0" fmla="*/ 6270087 h 6270463"/>
              <a:gd name="connsiteX1" fmla="*/ 500519 w 3264621"/>
              <a:gd name="connsiteY1" fmla="*/ 6270463 h 6270463"/>
              <a:gd name="connsiteX2" fmla="*/ 3264621 w 3264621"/>
              <a:gd name="connsiteY2" fmla="*/ 3028 h 6270463"/>
              <a:gd name="connsiteX3" fmla="*/ 2768975 w 3264621"/>
              <a:gd name="connsiteY3" fmla="*/ 0 h 6270463"/>
              <a:gd name="connsiteX4" fmla="*/ 0 w 3264621"/>
              <a:gd name="connsiteY4" fmla="*/ 6270087 h 6270463"/>
              <a:gd name="connsiteX0" fmla="*/ 0 w 3264621"/>
              <a:gd name="connsiteY0" fmla="*/ 6267059 h 6267435"/>
              <a:gd name="connsiteX1" fmla="*/ 500519 w 3264621"/>
              <a:gd name="connsiteY1" fmla="*/ 6267435 h 6267435"/>
              <a:gd name="connsiteX2" fmla="*/ 3264621 w 3264621"/>
              <a:gd name="connsiteY2" fmla="*/ 0 h 6267435"/>
              <a:gd name="connsiteX3" fmla="*/ 3214452 w 3264621"/>
              <a:gd name="connsiteY3" fmla="*/ 1661 h 6267435"/>
              <a:gd name="connsiteX4" fmla="*/ 0 w 3264621"/>
              <a:gd name="connsiteY4" fmla="*/ 6267059 h 626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4621" h="6267435">
                <a:moveTo>
                  <a:pt x="0" y="6267059"/>
                </a:moveTo>
                <a:lnTo>
                  <a:pt x="500519" y="6267435"/>
                </a:lnTo>
                <a:lnTo>
                  <a:pt x="3264621" y="0"/>
                </a:lnTo>
                <a:lnTo>
                  <a:pt x="3214452" y="1661"/>
                </a:lnTo>
                <a:lnTo>
                  <a:pt x="0" y="6267059"/>
                </a:lnTo>
                <a:close/>
              </a:path>
            </a:pathLst>
          </a:custGeom>
          <a:gradFill>
            <a:gsLst>
              <a:gs pos="49000">
                <a:schemeClr val="accent6"/>
              </a:gs>
              <a:gs pos="87000">
                <a:schemeClr val="accent3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526518503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8CCF58C-6D75-29B7-7B8C-B77608243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A1374A-4FD1-F1A4-3B49-EFD13560F1C3}"/>
              </a:ext>
            </a:extLst>
          </p:cNvPr>
          <p:cNvCxnSpPr>
            <a:cxnSpLocks/>
          </p:cNvCxnSpPr>
          <p:nvPr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A blue and black logo&#10;&#10;AI-generated content may be incorrect.">
            <a:extLst>
              <a:ext uri="{FF2B5EF4-FFF2-40B4-BE49-F238E27FC236}">
                <a16:creationId xmlns:a16="http://schemas.microsoft.com/office/drawing/2014/main" id="{2FEB4F50-7FD4-5B00-02DD-264E75D45C3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597" y="6437961"/>
            <a:ext cx="857523" cy="2432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6912BB0-C26D-14BE-F673-A20A6F1FD5E8}"/>
              </a:ext>
            </a:extLst>
          </p:cNvPr>
          <p:cNvSpPr txBox="1">
            <a:spLocks/>
          </p:cNvSpPr>
          <p:nvPr/>
        </p:nvSpPr>
        <p:spPr>
          <a:xfrm>
            <a:off x="566929" y="447042"/>
            <a:ext cx="11491993" cy="1169207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000" b="1" i="0" kern="1200">
                <a:solidFill>
                  <a:schemeClr val="bg1"/>
                </a:solidFill>
                <a:latin typeface="Figtree SemiBold" pitchFamily="2" charset="0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rgbClr val="2E7BA8"/>
                </a:solidFill>
              </a:rPr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C1A54F1-EBA1-0AD5-0BCC-26473FB0A739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blue and black logo&#10;&#10;AI-generated content may be incorrect.">
            <a:extLst>
              <a:ext uri="{FF2B5EF4-FFF2-40B4-BE49-F238E27FC236}">
                <a16:creationId xmlns:a16="http://schemas.microsoft.com/office/drawing/2014/main" id="{BE8E3A7A-FD73-85EE-697E-9C4D67C4ED9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597" y="6437961"/>
            <a:ext cx="857523" cy="243268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8C1A177-C61D-1275-C921-E94FDC25BA88}"/>
              </a:ext>
            </a:extLst>
          </p:cNvPr>
          <p:cNvSpPr txBox="1">
            <a:spLocks/>
          </p:cNvSpPr>
          <p:nvPr userDrawn="1"/>
        </p:nvSpPr>
        <p:spPr>
          <a:xfrm>
            <a:off x="566929" y="447042"/>
            <a:ext cx="11491993" cy="1169207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000" b="1" i="0" kern="1200">
                <a:solidFill>
                  <a:schemeClr val="bg1"/>
                </a:solidFill>
                <a:latin typeface="Figtree SemiBold" pitchFamily="2" charset="0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rgbClr val="2E7BA8"/>
                </a:solidFill>
              </a:rP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91796683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8CCF58C-6D75-29B7-7B8C-B77608243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A1374A-4FD1-F1A4-3B49-EFD13560F1C3}"/>
              </a:ext>
            </a:extLst>
          </p:cNvPr>
          <p:cNvCxnSpPr>
            <a:cxnSpLocks/>
          </p:cNvCxnSpPr>
          <p:nvPr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A blue and black logo&#10;&#10;AI-generated content may be incorrect.">
            <a:extLst>
              <a:ext uri="{FF2B5EF4-FFF2-40B4-BE49-F238E27FC236}">
                <a16:creationId xmlns:a16="http://schemas.microsoft.com/office/drawing/2014/main" id="{2FEB4F50-7FD4-5B00-02DD-264E75D45C3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597" y="6437961"/>
            <a:ext cx="857523" cy="243268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F8D5EFB-213D-F88C-68FC-B7CB5BA72E49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blue and black logo&#10;&#10;AI-generated content may be incorrect.">
            <a:extLst>
              <a:ext uri="{FF2B5EF4-FFF2-40B4-BE49-F238E27FC236}">
                <a16:creationId xmlns:a16="http://schemas.microsoft.com/office/drawing/2014/main" id="{42304EFF-93FE-9417-7409-EA9A9DB6671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597" y="6437961"/>
            <a:ext cx="857523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454722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">
    <p:bg>
      <p:bgPr>
        <a:gradFill>
          <a:gsLst>
            <a:gs pos="0">
              <a:schemeClr val="accent2"/>
            </a:gs>
            <a:gs pos="54000">
              <a:schemeClr val="tx2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8C7F35EF-1610-E5B0-B764-FC143C8BAAE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7339" b="33231"/>
          <a:stretch/>
        </p:blipFill>
        <p:spPr>
          <a:xfrm>
            <a:off x="5897661" y="1509339"/>
            <a:ext cx="6294340" cy="53486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674F01-5FF3-D372-A30F-3AA70A84088C}"/>
              </a:ext>
            </a:extLst>
          </p:cNvPr>
          <p:cNvSpPr txBox="1"/>
          <p:nvPr/>
        </p:nvSpPr>
        <p:spPr>
          <a:xfrm>
            <a:off x="777608" y="4118432"/>
            <a:ext cx="3950762" cy="110799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7200" b="1" i="0" dirty="0">
                <a:solidFill>
                  <a:schemeClr val="bg1"/>
                </a:solidFill>
                <a:latin typeface="Figtree" pitchFamily="2" charset="0"/>
              </a:rPr>
              <a:t>Thank You</a:t>
            </a:r>
          </a:p>
        </p:txBody>
      </p:sp>
      <p:pic>
        <p:nvPicPr>
          <p:cNvPr id="2" name="Picture 1" descr="A white letters on a black background&#10;&#10;AI-generated content may be incorrect.">
            <a:extLst>
              <a:ext uri="{FF2B5EF4-FFF2-40B4-BE49-F238E27FC236}">
                <a16:creationId xmlns:a16="http://schemas.microsoft.com/office/drawing/2014/main" id="{E75CDDDC-A96F-BAF7-E204-A505ACE589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851" y="705080"/>
            <a:ext cx="3398627" cy="944553"/>
          </a:xfrm>
          <a:prstGeom prst="rect">
            <a:avLst/>
          </a:prstGeom>
        </p:spPr>
      </p:pic>
      <p:pic>
        <p:nvPicPr>
          <p:cNvPr id="3" name="Picture 2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024DEBB4-0262-B208-14F3-0D63C49EAB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7339" b="33231"/>
          <a:stretch/>
        </p:blipFill>
        <p:spPr>
          <a:xfrm>
            <a:off x="5897661" y="1509339"/>
            <a:ext cx="6294340" cy="53486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1682CA2-6431-8AA5-A118-0FFEEA1B07F0}"/>
              </a:ext>
            </a:extLst>
          </p:cNvPr>
          <p:cNvSpPr txBox="1"/>
          <p:nvPr userDrawn="1"/>
        </p:nvSpPr>
        <p:spPr>
          <a:xfrm>
            <a:off x="777608" y="4118432"/>
            <a:ext cx="3950762" cy="110799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7200" b="1" i="0" dirty="0">
                <a:solidFill>
                  <a:schemeClr val="bg1"/>
                </a:solidFill>
                <a:latin typeface="Figtree" pitchFamily="2" charset="0"/>
              </a:rPr>
              <a:t>Thank You</a:t>
            </a:r>
          </a:p>
        </p:txBody>
      </p:sp>
      <p:pic>
        <p:nvPicPr>
          <p:cNvPr id="5" name="Picture 4" descr="A white letters on a black background&#10;&#10;AI-generated content may be incorrect.">
            <a:extLst>
              <a:ext uri="{FF2B5EF4-FFF2-40B4-BE49-F238E27FC236}">
                <a16:creationId xmlns:a16="http://schemas.microsoft.com/office/drawing/2014/main" id="{B740A346-0AC9-AE99-A6A4-E554572824F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31851" y="705080"/>
            <a:ext cx="3398627" cy="944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908781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gradFill>
          <a:gsLst>
            <a:gs pos="0">
              <a:schemeClr val="accent2"/>
            </a:gs>
            <a:gs pos="60000">
              <a:schemeClr val="tx2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8C7F35EF-1610-E5B0-B764-FC143C8BAA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7339" b="33231"/>
          <a:stretch/>
        </p:blipFill>
        <p:spPr>
          <a:xfrm>
            <a:off x="5897661" y="1509339"/>
            <a:ext cx="6294340" cy="534866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BA0A17DC-774F-3210-530A-47E7C3473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2355743"/>
            <a:ext cx="8017683" cy="2445200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80000"/>
              </a:lnSpc>
              <a:defRPr sz="6000" b="1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BBBDC11-29FC-667E-0F89-DBB03CF052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49" y="5017003"/>
            <a:ext cx="8017683" cy="49766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Figtree Light" pitchFamily="2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" descr="A white letters on a black background&#10;&#10;AI-generated content may be incorrect.">
            <a:extLst>
              <a:ext uri="{FF2B5EF4-FFF2-40B4-BE49-F238E27FC236}">
                <a16:creationId xmlns:a16="http://schemas.microsoft.com/office/drawing/2014/main" id="{31241472-1619-5F10-102F-682E29E56B4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31851" y="705080"/>
            <a:ext cx="3398627" cy="944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63604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+ Content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6009C2D0-8476-5C7C-3698-64F13A93B8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7339" b="33231"/>
          <a:stretch/>
        </p:blipFill>
        <p:spPr>
          <a:xfrm>
            <a:off x="5897661" y="1509339"/>
            <a:ext cx="6294340" cy="53486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BD38FA1-D8E9-0B4D-6720-EFD5DD0BA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9" y="447042"/>
            <a:ext cx="11491993" cy="1169207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>
              <a:lnSpc>
                <a:spcPct val="80000"/>
              </a:lnSpc>
              <a:defRPr sz="4000"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3389C-B1D7-C694-57D5-6C711FC198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" y="1825624"/>
            <a:ext cx="10515600" cy="412572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800" b="0" i="0">
                <a:solidFill>
                  <a:schemeClr val="bg1"/>
                </a:solidFill>
                <a:latin typeface="Figtree" pitchFamily="2" charset="0"/>
              </a:defRPr>
            </a:lvl1pPr>
            <a:lvl2pPr marL="742932" indent="-285744">
              <a:buFont typeface="Arial" panose="020B0604020202020204" pitchFamily="34" charset="0"/>
              <a:buChar char="•"/>
              <a:defRPr sz="1800" b="0" i="0">
                <a:solidFill>
                  <a:schemeClr val="bg1"/>
                </a:solidFill>
                <a:latin typeface="Figtree" pitchFamily="2" charset="0"/>
              </a:defRPr>
            </a:lvl2pPr>
            <a:lvl3pPr marL="1200121" indent="-285744">
              <a:buFont typeface="Arial" panose="020B0604020202020204" pitchFamily="34" charset="0"/>
              <a:buChar char="•"/>
              <a:defRPr sz="1800" b="0" i="0">
                <a:solidFill>
                  <a:schemeClr val="bg1"/>
                </a:solidFill>
                <a:latin typeface="Figtree" pitchFamily="2" charset="0"/>
              </a:defRPr>
            </a:lvl3pPr>
            <a:lvl4pPr marL="1657309" indent="-285744">
              <a:buFont typeface="Arial" panose="020B0604020202020204" pitchFamily="34" charset="0"/>
              <a:buChar char="•"/>
              <a:defRPr sz="1800" b="0" i="0">
                <a:solidFill>
                  <a:schemeClr val="bg1"/>
                </a:solidFill>
                <a:latin typeface="Figtree" pitchFamily="2" charset="0"/>
              </a:defRPr>
            </a:lvl4pPr>
            <a:lvl5pPr marL="2114498" indent="-285744">
              <a:buFont typeface="Arial" panose="020B0604020202020204" pitchFamily="34" charset="0"/>
              <a:buChar char="•"/>
              <a:defRPr sz="1800" b="0" i="0">
                <a:solidFill>
                  <a:schemeClr val="bg1"/>
                </a:solidFill>
                <a:latin typeface="Figtree" pitchFamily="2" charset="0"/>
              </a:defRPr>
            </a:lvl5pPr>
          </a:lstStyle>
          <a:p>
            <a:pPr lvl="0"/>
            <a:r>
              <a:rPr lang="en-US" dirty="0" err="1"/>
              <a:t>Click</a:t>
            </a:r>
            <a:r>
              <a:rPr lang="en-US" dirty="0"/>
              <a:t>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C3EAA-1CA5-FCD9-354C-BC491AF39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27D6499-7F82-8950-61E9-B99B5A5DBC7B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94F72188-A0A9-5F3A-CF20-6B8F5FE585F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681724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+ Image Blue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347A47-ADDB-726A-B2AC-AF6601AB38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29381" y="1"/>
            <a:ext cx="6862619" cy="6866620"/>
          </a:xfrm>
          <a:custGeom>
            <a:avLst/>
            <a:gdLst>
              <a:gd name="connsiteX0" fmla="*/ 2766197 w 6558116"/>
              <a:gd name="connsiteY0" fmla="*/ 0 h 6276807"/>
              <a:gd name="connsiteX1" fmla="*/ 6558116 w 6558116"/>
              <a:gd name="connsiteY1" fmla="*/ 0 h 6276807"/>
              <a:gd name="connsiteX2" fmla="*/ 6558116 w 6558116"/>
              <a:gd name="connsiteY2" fmla="*/ 6276807 h 6276807"/>
              <a:gd name="connsiteX3" fmla="*/ 0 w 6558116"/>
              <a:gd name="connsiteY3" fmla="*/ 6276807 h 6276807"/>
              <a:gd name="connsiteX4" fmla="*/ 0 w 6558116"/>
              <a:gd name="connsiteY4" fmla="*/ 6276241 h 6276807"/>
              <a:gd name="connsiteX0" fmla="*/ 2939983 w 6731902"/>
              <a:gd name="connsiteY0" fmla="*/ 0 h 6276807"/>
              <a:gd name="connsiteX1" fmla="*/ 6731902 w 6731902"/>
              <a:gd name="connsiteY1" fmla="*/ 0 h 6276807"/>
              <a:gd name="connsiteX2" fmla="*/ 6731902 w 6731902"/>
              <a:gd name="connsiteY2" fmla="*/ 6276807 h 6276807"/>
              <a:gd name="connsiteX3" fmla="*/ 173786 w 6731902"/>
              <a:gd name="connsiteY3" fmla="*/ 6276807 h 6276807"/>
              <a:gd name="connsiteX4" fmla="*/ 0 w 6731902"/>
              <a:gd name="connsiteY4" fmla="*/ 6242427 h 6276807"/>
              <a:gd name="connsiteX5" fmla="*/ 2939983 w 6731902"/>
              <a:gd name="connsiteY5" fmla="*/ 0 h 6276807"/>
              <a:gd name="connsiteX0" fmla="*/ 2949130 w 6731902"/>
              <a:gd name="connsiteY0" fmla="*/ 0 h 6276807"/>
              <a:gd name="connsiteX1" fmla="*/ 6731902 w 6731902"/>
              <a:gd name="connsiteY1" fmla="*/ 0 h 6276807"/>
              <a:gd name="connsiteX2" fmla="*/ 6731902 w 6731902"/>
              <a:gd name="connsiteY2" fmla="*/ 6276807 h 6276807"/>
              <a:gd name="connsiteX3" fmla="*/ 173786 w 6731902"/>
              <a:gd name="connsiteY3" fmla="*/ 6276807 h 6276807"/>
              <a:gd name="connsiteX4" fmla="*/ 0 w 6731902"/>
              <a:gd name="connsiteY4" fmla="*/ 6242427 h 6276807"/>
              <a:gd name="connsiteX5" fmla="*/ 2949130 w 6731902"/>
              <a:gd name="connsiteY5" fmla="*/ 0 h 6276807"/>
              <a:gd name="connsiteX0" fmla="*/ 2967300 w 6750072"/>
              <a:gd name="connsiteY0" fmla="*/ 0 h 6284696"/>
              <a:gd name="connsiteX1" fmla="*/ 6750072 w 6750072"/>
              <a:gd name="connsiteY1" fmla="*/ 0 h 6284696"/>
              <a:gd name="connsiteX2" fmla="*/ 6750072 w 6750072"/>
              <a:gd name="connsiteY2" fmla="*/ 6276807 h 6284696"/>
              <a:gd name="connsiteX3" fmla="*/ 191956 w 6750072"/>
              <a:gd name="connsiteY3" fmla="*/ 6276807 h 6284696"/>
              <a:gd name="connsiteX4" fmla="*/ 0 w 6750072"/>
              <a:gd name="connsiteY4" fmla="*/ 6284696 h 6284696"/>
              <a:gd name="connsiteX5" fmla="*/ 2967300 w 6750072"/>
              <a:gd name="connsiteY5" fmla="*/ 0 h 6284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0072" h="6284696">
                <a:moveTo>
                  <a:pt x="2967300" y="0"/>
                </a:moveTo>
                <a:lnTo>
                  <a:pt x="6750072" y="0"/>
                </a:lnTo>
                <a:lnTo>
                  <a:pt x="6750072" y="6276807"/>
                </a:lnTo>
                <a:lnTo>
                  <a:pt x="191956" y="6276807"/>
                </a:lnTo>
                <a:lnTo>
                  <a:pt x="0" y="6284696"/>
                </a:lnTo>
                <a:cubicBezTo>
                  <a:pt x="922066" y="4192616"/>
                  <a:pt x="2045234" y="2092080"/>
                  <a:pt x="2967300" y="0"/>
                </a:cubicBezTo>
                <a:close/>
              </a:path>
            </a:pathLst>
          </a:custGeom>
          <a:pattFill prst="smConfetti">
            <a:fgClr>
              <a:schemeClr val="bg2"/>
            </a:fgClr>
            <a:bgClr>
              <a:schemeClr val="bg1"/>
            </a:bgClr>
          </a:pattFill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Figtree Medium" pitchFamily="2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938C98-750F-B989-E8A2-47D33F5F8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689" y="457200"/>
            <a:ext cx="4602999" cy="1600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4000"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2D103-5877-6749-18AE-0555B8B45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688" y="2425491"/>
            <a:ext cx="4602997" cy="33321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Figtree" pitchFamily="2" charset="0"/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B6BC089-6024-60CC-51A6-E270462E81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  <p:sp>
        <p:nvSpPr>
          <p:cNvPr id="3" name="Freeform 2">
            <a:extLst>
              <a:ext uri="{FF2B5EF4-FFF2-40B4-BE49-F238E27FC236}">
                <a16:creationId xmlns:a16="http://schemas.microsoft.com/office/drawing/2014/main" id="{ABE42761-35EA-CA25-0900-63712C3225FA}"/>
              </a:ext>
            </a:extLst>
          </p:cNvPr>
          <p:cNvSpPr/>
          <p:nvPr userDrawn="1"/>
        </p:nvSpPr>
        <p:spPr>
          <a:xfrm>
            <a:off x="4830121" y="-3"/>
            <a:ext cx="3566904" cy="6858004"/>
          </a:xfrm>
          <a:custGeom>
            <a:avLst/>
            <a:gdLst>
              <a:gd name="connsiteX0" fmla="*/ 0 w 3200400"/>
              <a:gd name="connsiteY0" fmla="*/ 6276813 h 6276813"/>
              <a:gd name="connsiteX1" fmla="*/ 891153 w 3200400"/>
              <a:gd name="connsiteY1" fmla="*/ 6276813 h 6276813"/>
              <a:gd name="connsiteX2" fmla="*/ 3200400 w 3200400"/>
              <a:gd name="connsiteY2" fmla="*/ 0 h 6276813"/>
              <a:gd name="connsiteX3" fmla="*/ 3115159 w 3200400"/>
              <a:gd name="connsiteY3" fmla="*/ 0 h 6276813"/>
              <a:gd name="connsiteX4" fmla="*/ 0 w 3200400"/>
              <a:gd name="connsiteY4" fmla="*/ 6276813 h 6276813"/>
              <a:gd name="connsiteX0" fmla="*/ 0 w 3254644"/>
              <a:gd name="connsiteY0" fmla="*/ 6284563 h 6284563"/>
              <a:gd name="connsiteX1" fmla="*/ 945397 w 3254644"/>
              <a:gd name="connsiteY1" fmla="*/ 6276813 h 6284563"/>
              <a:gd name="connsiteX2" fmla="*/ 3254644 w 3254644"/>
              <a:gd name="connsiteY2" fmla="*/ 0 h 6284563"/>
              <a:gd name="connsiteX3" fmla="*/ 3169403 w 3254644"/>
              <a:gd name="connsiteY3" fmla="*/ 0 h 6284563"/>
              <a:gd name="connsiteX4" fmla="*/ 0 w 3254644"/>
              <a:gd name="connsiteY4" fmla="*/ 6284563 h 6284563"/>
              <a:gd name="connsiteX0" fmla="*/ 0 w 3285640"/>
              <a:gd name="connsiteY0" fmla="*/ 6284563 h 6284563"/>
              <a:gd name="connsiteX1" fmla="*/ 976393 w 3285640"/>
              <a:gd name="connsiteY1" fmla="*/ 6276813 h 6284563"/>
              <a:gd name="connsiteX2" fmla="*/ 3285640 w 3285640"/>
              <a:gd name="connsiteY2" fmla="*/ 0 h 6284563"/>
              <a:gd name="connsiteX3" fmla="*/ 3200399 w 3285640"/>
              <a:gd name="connsiteY3" fmla="*/ 0 h 6284563"/>
              <a:gd name="connsiteX4" fmla="*/ 0 w 3285640"/>
              <a:gd name="connsiteY4" fmla="*/ 6284563 h 6284563"/>
              <a:gd name="connsiteX0" fmla="*/ 0 w 2812941"/>
              <a:gd name="connsiteY0" fmla="*/ 6292312 h 6292312"/>
              <a:gd name="connsiteX1" fmla="*/ 503694 w 2812941"/>
              <a:gd name="connsiteY1" fmla="*/ 6276813 h 6292312"/>
              <a:gd name="connsiteX2" fmla="*/ 2812941 w 2812941"/>
              <a:gd name="connsiteY2" fmla="*/ 0 h 6292312"/>
              <a:gd name="connsiteX3" fmla="*/ 2727700 w 2812941"/>
              <a:gd name="connsiteY3" fmla="*/ 0 h 6292312"/>
              <a:gd name="connsiteX4" fmla="*/ 0 w 2812941"/>
              <a:gd name="connsiteY4" fmla="*/ 6292312 h 6292312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24525 w 2809766"/>
              <a:gd name="connsiteY3" fmla="*/ 0 h 6276813"/>
              <a:gd name="connsiteX4" fmla="*/ 0 w 2809766"/>
              <a:gd name="connsiteY4" fmla="*/ 6276437 h 6276813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68975 w 2809766"/>
              <a:gd name="connsiteY3" fmla="*/ 6350 h 6276813"/>
              <a:gd name="connsiteX4" fmla="*/ 0 w 2809766"/>
              <a:gd name="connsiteY4" fmla="*/ 6276437 h 6276813"/>
              <a:gd name="connsiteX0" fmla="*/ 0 w 3264621"/>
              <a:gd name="connsiteY0" fmla="*/ 6270087 h 6270463"/>
              <a:gd name="connsiteX1" fmla="*/ 500519 w 3264621"/>
              <a:gd name="connsiteY1" fmla="*/ 6270463 h 6270463"/>
              <a:gd name="connsiteX2" fmla="*/ 3264621 w 3264621"/>
              <a:gd name="connsiteY2" fmla="*/ 3028 h 6270463"/>
              <a:gd name="connsiteX3" fmla="*/ 2768975 w 3264621"/>
              <a:gd name="connsiteY3" fmla="*/ 0 h 6270463"/>
              <a:gd name="connsiteX4" fmla="*/ 0 w 3264621"/>
              <a:gd name="connsiteY4" fmla="*/ 6270087 h 6270463"/>
              <a:gd name="connsiteX0" fmla="*/ 0 w 3264621"/>
              <a:gd name="connsiteY0" fmla="*/ 6267059 h 6267435"/>
              <a:gd name="connsiteX1" fmla="*/ 500519 w 3264621"/>
              <a:gd name="connsiteY1" fmla="*/ 6267435 h 6267435"/>
              <a:gd name="connsiteX2" fmla="*/ 3264621 w 3264621"/>
              <a:gd name="connsiteY2" fmla="*/ 0 h 6267435"/>
              <a:gd name="connsiteX3" fmla="*/ 3214452 w 3264621"/>
              <a:gd name="connsiteY3" fmla="*/ 1661 h 6267435"/>
              <a:gd name="connsiteX4" fmla="*/ 0 w 3264621"/>
              <a:gd name="connsiteY4" fmla="*/ 6267059 h 626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4621" h="6267435">
                <a:moveTo>
                  <a:pt x="0" y="6267059"/>
                </a:moveTo>
                <a:lnTo>
                  <a:pt x="500519" y="6267435"/>
                </a:lnTo>
                <a:lnTo>
                  <a:pt x="3264621" y="0"/>
                </a:lnTo>
                <a:lnTo>
                  <a:pt x="3214452" y="1661"/>
                </a:lnTo>
                <a:lnTo>
                  <a:pt x="0" y="6267059"/>
                </a:lnTo>
                <a:close/>
              </a:path>
            </a:pathLst>
          </a:custGeom>
          <a:gradFill>
            <a:gsLst>
              <a:gs pos="49000">
                <a:schemeClr val="accent2"/>
              </a:gs>
              <a:gs pos="90000">
                <a:schemeClr val="tx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9B28ACF-39D2-C671-C9B4-9D48311B4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7452047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+ Image Plum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347A47-ADDB-726A-B2AC-AF6601AB38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29381" y="1"/>
            <a:ext cx="6862619" cy="6866620"/>
          </a:xfrm>
          <a:custGeom>
            <a:avLst/>
            <a:gdLst>
              <a:gd name="connsiteX0" fmla="*/ 2766197 w 6558116"/>
              <a:gd name="connsiteY0" fmla="*/ 0 h 6276807"/>
              <a:gd name="connsiteX1" fmla="*/ 6558116 w 6558116"/>
              <a:gd name="connsiteY1" fmla="*/ 0 h 6276807"/>
              <a:gd name="connsiteX2" fmla="*/ 6558116 w 6558116"/>
              <a:gd name="connsiteY2" fmla="*/ 6276807 h 6276807"/>
              <a:gd name="connsiteX3" fmla="*/ 0 w 6558116"/>
              <a:gd name="connsiteY3" fmla="*/ 6276807 h 6276807"/>
              <a:gd name="connsiteX4" fmla="*/ 0 w 6558116"/>
              <a:gd name="connsiteY4" fmla="*/ 6276241 h 6276807"/>
              <a:gd name="connsiteX0" fmla="*/ 2939983 w 6731902"/>
              <a:gd name="connsiteY0" fmla="*/ 0 h 6276807"/>
              <a:gd name="connsiteX1" fmla="*/ 6731902 w 6731902"/>
              <a:gd name="connsiteY1" fmla="*/ 0 h 6276807"/>
              <a:gd name="connsiteX2" fmla="*/ 6731902 w 6731902"/>
              <a:gd name="connsiteY2" fmla="*/ 6276807 h 6276807"/>
              <a:gd name="connsiteX3" fmla="*/ 173786 w 6731902"/>
              <a:gd name="connsiteY3" fmla="*/ 6276807 h 6276807"/>
              <a:gd name="connsiteX4" fmla="*/ 0 w 6731902"/>
              <a:gd name="connsiteY4" fmla="*/ 6242427 h 6276807"/>
              <a:gd name="connsiteX5" fmla="*/ 2939983 w 6731902"/>
              <a:gd name="connsiteY5" fmla="*/ 0 h 6276807"/>
              <a:gd name="connsiteX0" fmla="*/ 2949130 w 6731902"/>
              <a:gd name="connsiteY0" fmla="*/ 0 h 6276807"/>
              <a:gd name="connsiteX1" fmla="*/ 6731902 w 6731902"/>
              <a:gd name="connsiteY1" fmla="*/ 0 h 6276807"/>
              <a:gd name="connsiteX2" fmla="*/ 6731902 w 6731902"/>
              <a:gd name="connsiteY2" fmla="*/ 6276807 h 6276807"/>
              <a:gd name="connsiteX3" fmla="*/ 173786 w 6731902"/>
              <a:gd name="connsiteY3" fmla="*/ 6276807 h 6276807"/>
              <a:gd name="connsiteX4" fmla="*/ 0 w 6731902"/>
              <a:gd name="connsiteY4" fmla="*/ 6242427 h 6276807"/>
              <a:gd name="connsiteX5" fmla="*/ 2949130 w 6731902"/>
              <a:gd name="connsiteY5" fmla="*/ 0 h 6276807"/>
              <a:gd name="connsiteX0" fmla="*/ 2967300 w 6750072"/>
              <a:gd name="connsiteY0" fmla="*/ 0 h 6284696"/>
              <a:gd name="connsiteX1" fmla="*/ 6750072 w 6750072"/>
              <a:gd name="connsiteY1" fmla="*/ 0 h 6284696"/>
              <a:gd name="connsiteX2" fmla="*/ 6750072 w 6750072"/>
              <a:gd name="connsiteY2" fmla="*/ 6276807 h 6284696"/>
              <a:gd name="connsiteX3" fmla="*/ 191956 w 6750072"/>
              <a:gd name="connsiteY3" fmla="*/ 6276807 h 6284696"/>
              <a:gd name="connsiteX4" fmla="*/ 0 w 6750072"/>
              <a:gd name="connsiteY4" fmla="*/ 6284696 h 6284696"/>
              <a:gd name="connsiteX5" fmla="*/ 2967300 w 6750072"/>
              <a:gd name="connsiteY5" fmla="*/ 0 h 6284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0072" h="6284696">
                <a:moveTo>
                  <a:pt x="2967300" y="0"/>
                </a:moveTo>
                <a:lnTo>
                  <a:pt x="6750072" y="0"/>
                </a:lnTo>
                <a:lnTo>
                  <a:pt x="6750072" y="6276807"/>
                </a:lnTo>
                <a:lnTo>
                  <a:pt x="191956" y="6276807"/>
                </a:lnTo>
                <a:lnTo>
                  <a:pt x="0" y="6284696"/>
                </a:lnTo>
                <a:cubicBezTo>
                  <a:pt x="922066" y="4192616"/>
                  <a:pt x="2045234" y="2092080"/>
                  <a:pt x="2967300" y="0"/>
                </a:cubicBezTo>
                <a:close/>
              </a:path>
            </a:pathLst>
          </a:custGeom>
          <a:pattFill prst="smConfetti">
            <a:fgClr>
              <a:schemeClr val="bg2"/>
            </a:fgClr>
            <a:bgClr>
              <a:schemeClr val="bg1"/>
            </a:bgClr>
          </a:pattFill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Figtree Medium" pitchFamily="2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938C98-750F-B989-E8A2-47D33F5F8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689" y="457200"/>
            <a:ext cx="4602999" cy="1600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4000"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2D103-5877-6749-18AE-0555B8B45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688" y="2425491"/>
            <a:ext cx="4602997" cy="33321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Figtree" pitchFamily="2" charset="0"/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B6BC089-6024-60CC-51A6-E270462E81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9B28ACF-39D2-C671-C9B4-9D48311B4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reeform 4">
            <a:extLst>
              <a:ext uri="{FF2B5EF4-FFF2-40B4-BE49-F238E27FC236}">
                <a16:creationId xmlns:a16="http://schemas.microsoft.com/office/drawing/2014/main" id="{5673909B-51BC-79F1-247B-509034849961}"/>
              </a:ext>
            </a:extLst>
          </p:cNvPr>
          <p:cNvSpPr/>
          <p:nvPr userDrawn="1"/>
        </p:nvSpPr>
        <p:spPr>
          <a:xfrm>
            <a:off x="4830121" y="-8623"/>
            <a:ext cx="3566904" cy="6858004"/>
          </a:xfrm>
          <a:custGeom>
            <a:avLst/>
            <a:gdLst>
              <a:gd name="connsiteX0" fmla="*/ 0 w 3200400"/>
              <a:gd name="connsiteY0" fmla="*/ 6276813 h 6276813"/>
              <a:gd name="connsiteX1" fmla="*/ 891153 w 3200400"/>
              <a:gd name="connsiteY1" fmla="*/ 6276813 h 6276813"/>
              <a:gd name="connsiteX2" fmla="*/ 3200400 w 3200400"/>
              <a:gd name="connsiteY2" fmla="*/ 0 h 6276813"/>
              <a:gd name="connsiteX3" fmla="*/ 3115159 w 3200400"/>
              <a:gd name="connsiteY3" fmla="*/ 0 h 6276813"/>
              <a:gd name="connsiteX4" fmla="*/ 0 w 3200400"/>
              <a:gd name="connsiteY4" fmla="*/ 6276813 h 6276813"/>
              <a:gd name="connsiteX0" fmla="*/ 0 w 3254644"/>
              <a:gd name="connsiteY0" fmla="*/ 6284563 h 6284563"/>
              <a:gd name="connsiteX1" fmla="*/ 945397 w 3254644"/>
              <a:gd name="connsiteY1" fmla="*/ 6276813 h 6284563"/>
              <a:gd name="connsiteX2" fmla="*/ 3254644 w 3254644"/>
              <a:gd name="connsiteY2" fmla="*/ 0 h 6284563"/>
              <a:gd name="connsiteX3" fmla="*/ 3169403 w 3254644"/>
              <a:gd name="connsiteY3" fmla="*/ 0 h 6284563"/>
              <a:gd name="connsiteX4" fmla="*/ 0 w 3254644"/>
              <a:gd name="connsiteY4" fmla="*/ 6284563 h 6284563"/>
              <a:gd name="connsiteX0" fmla="*/ 0 w 3285640"/>
              <a:gd name="connsiteY0" fmla="*/ 6284563 h 6284563"/>
              <a:gd name="connsiteX1" fmla="*/ 976393 w 3285640"/>
              <a:gd name="connsiteY1" fmla="*/ 6276813 h 6284563"/>
              <a:gd name="connsiteX2" fmla="*/ 3285640 w 3285640"/>
              <a:gd name="connsiteY2" fmla="*/ 0 h 6284563"/>
              <a:gd name="connsiteX3" fmla="*/ 3200399 w 3285640"/>
              <a:gd name="connsiteY3" fmla="*/ 0 h 6284563"/>
              <a:gd name="connsiteX4" fmla="*/ 0 w 3285640"/>
              <a:gd name="connsiteY4" fmla="*/ 6284563 h 6284563"/>
              <a:gd name="connsiteX0" fmla="*/ 0 w 2812941"/>
              <a:gd name="connsiteY0" fmla="*/ 6292312 h 6292312"/>
              <a:gd name="connsiteX1" fmla="*/ 503694 w 2812941"/>
              <a:gd name="connsiteY1" fmla="*/ 6276813 h 6292312"/>
              <a:gd name="connsiteX2" fmla="*/ 2812941 w 2812941"/>
              <a:gd name="connsiteY2" fmla="*/ 0 h 6292312"/>
              <a:gd name="connsiteX3" fmla="*/ 2727700 w 2812941"/>
              <a:gd name="connsiteY3" fmla="*/ 0 h 6292312"/>
              <a:gd name="connsiteX4" fmla="*/ 0 w 2812941"/>
              <a:gd name="connsiteY4" fmla="*/ 6292312 h 6292312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24525 w 2809766"/>
              <a:gd name="connsiteY3" fmla="*/ 0 h 6276813"/>
              <a:gd name="connsiteX4" fmla="*/ 0 w 2809766"/>
              <a:gd name="connsiteY4" fmla="*/ 6276437 h 6276813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68975 w 2809766"/>
              <a:gd name="connsiteY3" fmla="*/ 6350 h 6276813"/>
              <a:gd name="connsiteX4" fmla="*/ 0 w 2809766"/>
              <a:gd name="connsiteY4" fmla="*/ 6276437 h 6276813"/>
              <a:gd name="connsiteX0" fmla="*/ 0 w 3264621"/>
              <a:gd name="connsiteY0" fmla="*/ 6270087 h 6270463"/>
              <a:gd name="connsiteX1" fmla="*/ 500519 w 3264621"/>
              <a:gd name="connsiteY1" fmla="*/ 6270463 h 6270463"/>
              <a:gd name="connsiteX2" fmla="*/ 3264621 w 3264621"/>
              <a:gd name="connsiteY2" fmla="*/ 3028 h 6270463"/>
              <a:gd name="connsiteX3" fmla="*/ 2768975 w 3264621"/>
              <a:gd name="connsiteY3" fmla="*/ 0 h 6270463"/>
              <a:gd name="connsiteX4" fmla="*/ 0 w 3264621"/>
              <a:gd name="connsiteY4" fmla="*/ 6270087 h 6270463"/>
              <a:gd name="connsiteX0" fmla="*/ 0 w 3264621"/>
              <a:gd name="connsiteY0" fmla="*/ 6267059 h 6267435"/>
              <a:gd name="connsiteX1" fmla="*/ 500519 w 3264621"/>
              <a:gd name="connsiteY1" fmla="*/ 6267435 h 6267435"/>
              <a:gd name="connsiteX2" fmla="*/ 3264621 w 3264621"/>
              <a:gd name="connsiteY2" fmla="*/ 0 h 6267435"/>
              <a:gd name="connsiteX3" fmla="*/ 3214452 w 3264621"/>
              <a:gd name="connsiteY3" fmla="*/ 1661 h 6267435"/>
              <a:gd name="connsiteX4" fmla="*/ 0 w 3264621"/>
              <a:gd name="connsiteY4" fmla="*/ 6267059 h 626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4621" h="6267435">
                <a:moveTo>
                  <a:pt x="0" y="6267059"/>
                </a:moveTo>
                <a:lnTo>
                  <a:pt x="500519" y="6267435"/>
                </a:lnTo>
                <a:lnTo>
                  <a:pt x="3264621" y="0"/>
                </a:lnTo>
                <a:lnTo>
                  <a:pt x="3214452" y="1661"/>
                </a:lnTo>
                <a:lnTo>
                  <a:pt x="0" y="6267059"/>
                </a:lnTo>
                <a:close/>
              </a:path>
            </a:pathLst>
          </a:custGeom>
          <a:gradFill>
            <a:gsLst>
              <a:gs pos="45000">
                <a:schemeClr val="accent3"/>
              </a:gs>
              <a:gs pos="89000">
                <a:schemeClr val="accent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602435721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+ Image Gold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347A47-ADDB-726A-B2AC-AF6601AB38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29381" y="1"/>
            <a:ext cx="6862619" cy="6866620"/>
          </a:xfrm>
          <a:custGeom>
            <a:avLst/>
            <a:gdLst>
              <a:gd name="connsiteX0" fmla="*/ 2766197 w 6558116"/>
              <a:gd name="connsiteY0" fmla="*/ 0 h 6276807"/>
              <a:gd name="connsiteX1" fmla="*/ 6558116 w 6558116"/>
              <a:gd name="connsiteY1" fmla="*/ 0 h 6276807"/>
              <a:gd name="connsiteX2" fmla="*/ 6558116 w 6558116"/>
              <a:gd name="connsiteY2" fmla="*/ 6276807 h 6276807"/>
              <a:gd name="connsiteX3" fmla="*/ 0 w 6558116"/>
              <a:gd name="connsiteY3" fmla="*/ 6276807 h 6276807"/>
              <a:gd name="connsiteX4" fmla="*/ 0 w 6558116"/>
              <a:gd name="connsiteY4" fmla="*/ 6276241 h 6276807"/>
              <a:gd name="connsiteX0" fmla="*/ 2939983 w 6731902"/>
              <a:gd name="connsiteY0" fmla="*/ 0 h 6276807"/>
              <a:gd name="connsiteX1" fmla="*/ 6731902 w 6731902"/>
              <a:gd name="connsiteY1" fmla="*/ 0 h 6276807"/>
              <a:gd name="connsiteX2" fmla="*/ 6731902 w 6731902"/>
              <a:gd name="connsiteY2" fmla="*/ 6276807 h 6276807"/>
              <a:gd name="connsiteX3" fmla="*/ 173786 w 6731902"/>
              <a:gd name="connsiteY3" fmla="*/ 6276807 h 6276807"/>
              <a:gd name="connsiteX4" fmla="*/ 0 w 6731902"/>
              <a:gd name="connsiteY4" fmla="*/ 6242427 h 6276807"/>
              <a:gd name="connsiteX5" fmla="*/ 2939983 w 6731902"/>
              <a:gd name="connsiteY5" fmla="*/ 0 h 6276807"/>
              <a:gd name="connsiteX0" fmla="*/ 2949130 w 6731902"/>
              <a:gd name="connsiteY0" fmla="*/ 0 h 6276807"/>
              <a:gd name="connsiteX1" fmla="*/ 6731902 w 6731902"/>
              <a:gd name="connsiteY1" fmla="*/ 0 h 6276807"/>
              <a:gd name="connsiteX2" fmla="*/ 6731902 w 6731902"/>
              <a:gd name="connsiteY2" fmla="*/ 6276807 h 6276807"/>
              <a:gd name="connsiteX3" fmla="*/ 173786 w 6731902"/>
              <a:gd name="connsiteY3" fmla="*/ 6276807 h 6276807"/>
              <a:gd name="connsiteX4" fmla="*/ 0 w 6731902"/>
              <a:gd name="connsiteY4" fmla="*/ 6242427 h 6276807"/>
              <a:gd name="connsiteX5" fmla="*/ 2949130 w 6731902"/>
              <a:gd name="connsiteY5" fmla="*/ 0 h 6276807"/>
              <a:gd name="connsiteX0" fmla="*/ 2967300 w 6750072"/>
              <a:gd name="connsiteY0" fmla="*/ 0 h 6284696"/>
              <a:gd name="connsiteX1" fmla="*/ 6750072 w 6750072"/>
              <a:gd name="connsiteY1" fmla="*/ 0 h 6284696"/>
              <a:gd name="connsiteX2" fmla="*/ 6750072 w 6750072"/>
              <a:gd name="connsiteY2" fmla="*/ 6276807 h 6284696"/>
              <a:gd name="connsiteX3" fmla="*/ 191956 w 6750072"/>
              <a:gd name="connsiteY3" fmla="*/ 6276807 h 6284696"/>
              <a:gd name="connsiteX4" fmla="*/ 0 w 6750072"/>
              <a:gd name="connsiteY4" fmla="*/ 6284696 h 6284696"/>
              <a:gd name="connsiteX5" fmla="*/ 2967300 w 6750072"/>
              <a:gd name="connsiteY5" fmla="*/ 0 h 6284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0072" h="6284696">
                <a:moveTo>
                  <a:pt x="2967300" y="0"/>
                </a:moveTo>
                <a:lnTo>
                  <a:pt x="6750072" y="0"/>
                </a:lnTo>
                <a:lnTo>
                  <a:pt x="6750072" y="6276807"/>
                </a:lnTo>
                <a:lnTo>
                  <a:pt x="191956" y="6276807"/>
                </a:lnTo>
                <a:lnTo>
                  <a:pt x="0" y="6284696"/>
                </a:lnTo>
                <a:cubicBezTo>
                  <a:pt x="922066" y="4192616"/>
                  <a:pt x="2045234" y="2092080"/>
                  <a:pt x="2967300" y="0"/>
                </a:cubicBezTo>
                <a:close/>
              </a:path>
            </a:pathLst>
          </a:custGeom>
          <a:pattFill prst="smConfetti">
            <a:fgClr>
              <a:schemeClr val="bg2"/>
            </a:fgClr>
            <a:bgClr>
              <a:schemeClr val="bg1"/>
            </a:bgClr>
          </a:pattFill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Figtree Medium" pitchFamily="2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938C98-750F-B989-E8A2-47D33F5F8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689" y="457200"/>
            <a:ext cx="4602999" cy="1600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4000"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2D103-5877-6749-18AE-0555B8B45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688" y="2425491"/>
            <a:ext cx="4602997" cy="33321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Figtree" pitchFamily="2" charset="0"/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B6BC089-6024-60CC-51A6-E270462E81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9B28ACF-39D2-C671-C9B4-9D48311B4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reeform 5">
            <a:extLst>
              <a:ext uri="{FF2B5EF4-FFF2-40B4-BE49-F238E27FC236}">
                <a16:creationId xmlns:a16="http://schemas.microsoft.com/office/drawing/2014/main" id="{2FFD7DA3-43D8-D09F-83E0-0AEAB25439B7}"/>
              </a:ext>
            </a:extLst>
          </p:cNvPr>
          <p:cNvSpPr/>
          <p:nvPr userDrawn="1"/>
        </p:nvSpPr>
        <p:spPr>
          <a:xfrm>
            <a:off x="4830121" y="-3"/>
            <a:ext cx="3566904" cy="6858004"/>
          </a:xfrm>
          <a:custGeom>
            <a:avLst/>
            <a:gdLst>
              <a:gd name="connsiteX0" fmla="*/ 0 w 3200400"/>
              <a:gd name="connsiteY0" fmla="*/ 6276813 h 6276813"/>
              <a:gd name="connsiteX1" fmla="*/ 891153 w 3200400"/>
              <a:gd name="connsiteY1" fmla="*/ 6276813 h 6276813"/>
              <a:gd name="connsiteX2" fmla="*/ 3200400 w 3200400"/>
              <a:gd name="connsiteY2" fmla="*/ 0 h 6276813"/>
              <a:gd name="connsiteX3" fmla="*/ 3115159 w 3200400"/>
              <a:gd name="connsiteY3" fmla="*/ 0 h 6276813"/>
              <a:gd name="connsiteX4" fmla="*/ 0 w 3200400"/>
              <a:gd name="connsiteY4" fmla="*/ 6276813 h 6276813"/>
              <a:gd name="connsiteX0" fmla="*/ 0 w 3254644"/>
              <a:gd name="connsiteY0" fmla="*/ 6284563 h 6284563"/>
              <a:gd name="connsiteX1" fmla="*/ 945397 w 3254644"/>
              <a:gd name="connsiteY1" fmla="*/ 6276813 h 6284563"/>
              <a:gd name="connsiteX2" fmla="*/ 3254644 w 3254644"/>
              <a:gd name="connsiteY2" fmla="*/ 0 h 6284563"/>
              <a:gd name="connsiteX3" fmla="*/ 3169403 w 3254644"/>
              <a:gd name="connsiteY3" fmla="*/ 0 h 6284563"/>
              <a:gd name="connsiteX4" fmla="*/ 0 w 3254644"/>
              <a:gd name="connsiteY4" fmla="*/ 6284563 h 6284563"/>
              <a:gd name="connsiteX0" fmla="*/ 0 w 3285640"/>
              <a:gd name="connsiteY0" fmla="*/ 6284563 h 6284563"/>
              <a:gd name="connsiteX1" fmla="*/ 976393 w 3285640"/>
              <a:gd name="connsiteY1" fmla="*/ 6276813 h 6284563"/>
              <a:gd name="connsiteX2" fmla="*/ 3285640 w 3285640"/>
              <a:gd name="connsiteY2" fmla="*/ 0 h 6284563"/>
              <a:gd name="connsiteX3" fmla="*/ 3200399 w 3285640"/>
              <a:gd name="connsiteY3" fmla="*/ 0 h 6284563"/>
              <a:gd name="connsiteX4" fmla="*/ 0 w 3285640"/>
              <a:gd name="connsiteY4" fmla="*/ 6284563 h 6284563"/>
              <a:gd name="connsiteX0" fmla="*/ 0 w 2812941"/>
              <a:gd name="connsiteY0" fmla="*/ 6292312 h 6292312"/>
              <a:gd name="connsiteX1" fmla="*/ 503694 w 2812941"/>
              <a:gd name="connsiteY1" fmla="*/ 6276813 h 6292312"/>
              <a:gd name="connsiteX2" fmla="*/ 2812941 w 2812941"/>
              <a:gd name="connsiteY2" fmla="*/ 0 h 6292312"/>
              <a:gd name="connsiteX3" fmla="*/ 2727700 w 2812941"/>
              <a:gd name="connsiteY3" fmla="*/ 0 h 6292312"/>
              <a:gd name="connsiteX4" fmla="*/ 0 w 2812941"/>
              <a:gd name="connsiteY4" fmla="*/ 6292312 h 6292312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24525 w 2809766"/>
              <a:gd name="connsiteY3" fmla="*/ 0 h 6276813"/>
              <a:gd name="connsiteX4" fmla="*/ 0 w 2809766"/>
              <a:gd name="connsiteY4" fmla="*/ 6276437 h 6276813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68975 w 2809766"/>
              <a:gd name="connsiteY3" fmla="*/ 6350 h 6276813"/>
              <a:gd name="connsiteX4" fmla="*/ 0 w 2809766"/>
              <a:gd name="connsiteY4" fmla="*/ 6276437 h 6276813"/>
              <a:gd name="connsiteX0" fmla="*/ 0 w 3264621"/>
              <a:gd name="connsiteY0" fmla="*/ 6270087 h 6270463"/>
              <a:gd name="connsiteX1" fmla="*/ 500519 w 3264621"/>
              <a:gd name="connsiteY1" fmla="*/ 6270463 h 6270463"/>
              <a:gd name="connsiteX2" fmla="*/ 3264621 w 3264621"/>
              <a:gd name="connsiteY2" fmla="*/ 3028 h 6270463"/>
              <a:gd name="connsiteX3" fmla="*/ 2768975 w 3264621"/>
              <a:gd name="connsiteY3" fmla="*/ 0 h 6270463"/>
              <a:gd name="connsiteX4" fmla="*/ 0 w 3264621"/>
              <a:gd name="connsiteY4" fmla="*/ 6270087 h 6270463"/>
              <a:gd name="connsiteX0" fmla="*/ 0 w 3264621"/>
              <a:gd name="connsiteY0" fmla="*/ 6267059 h 6267435"/>
              <a:gd name="connsiteX1" fmla="*/ 500519 w 3264621"/>
              <a:gd name="connsiteY1" fmla="*/ 6267435 h 6267435"/>
              <a:gd name="connsiteX2" fmla="*/ 3264621 w 3264621"/>
              <a:gd name="connsiteY2" fmla="*/ 0 h 6267435"/>
              <a:gd name="connsiteX3" fmla="*/ 3214452 w 3264621"/>
              <a:gd name="connsiteY3" fmla="*/ 1661 h 6267435"/>
              <a:gd name="connsiteX4" fmla="*/ 0 w 3264621"/>
              <a:gd name="connsiteY4" fmla="*/ 6267059 h 626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4621" h="6267435">
                <a:moveTo>
                  <a:pt x="0" y="6267059"/>
                </a:moveTo>
                <a:lnTo>
                  <a:pt x="500519" y="6267435"/>
                </a:lnTo>
                <a:lnTo>
                  <a:pt x="3264621" y="0"/>
                </a:lnTo>
                <a:lnTo>
                  <a:pt x="3214452" y="1661"/>
                </a:lnTo>
                <a:lnTo>
                  <a:pt x="0" y="6267059"/>
                </a:lnTo>
                <a:close/>
              </a:path>
            </a:pathLst>
          </a:custGeom>
          <a:gradFill>
            <a:gsLst>
              <a:gs pos="52000">
                <a:schemeClr val="accent4"/>
              </a:gs>
              <a:gs pos="90000">
                <a:schemeClr val="accent6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815605659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+ Image Green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347A47-ADDB-726A-B2AC-AF6601AB38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29381" y="1"/>
            <a:ext cx="6862619" cy="6866620"/>
          </a:xfrm>
          <a:custGeom>
            <a:avLst/>
            <a:gdLst>
              <a:gd name="connsiteX0" fmla="*/ 2766197 w 6558116"/>
              <a:gd name="connsiteY0" fmla="*/ 0 h 6276807"/>
              <a:gd name="connsiteX1" fmla="*/ 6558116 w 6558116"/>
              <a:gd name="connsiteY1" fmla="*/ 0 h 6276807"/>
              <a:gd name="connsiteX2" fmla="*/ 6558116 w 6558116"/>
              <a:gd name="connsiteY2" fmla="*/ 6276807 h 6276807"/>
              <a:gd name="connsiteX3" fmla="*/ 0 w 6558116"/>
              <a:gd name="connsiteY3" fmla="*/ 6276807 h 6276807"/>
              <a:gd name="connsiteX4" fmla="*/ 0 w 6558116"/>
              <a:gd name="connsiteY4" fmla="*/ 6276241 h 6276807"/>
              <a:gd name="connsiteX0" fmla="*/ 2939983 w 6731902"/>
              <a:gd name="connsiteY0" fmla="*/ 0 h 6276807"/>
              <a:gd name="connsiteX1" fmla="*/ 6731902 w 6731902"/>
              <a:gd name="connsiteY1" fmla="*/ 0 h 6276807"/>
              <a:gd name="connsiteX2" fmla="*/ 6731902 w 6731902"/>
              <a:gd name="connsiteY2" fmla="*/ 6276807 h 6276807"/>
              <a:gd name="connsiteX3" fmla="*/ 173786 w 6731902"/>
              <a:gd name="connsiteY3" fmla="*/ 6276807 h 6276807"/>
              <a:gd name="connsiteX4" fmla="*/ 0 w 6731902"/>
              <a:gd name="connsiteY4" fmla="*/ 6242427 h 6276807"/>
              <a:gd name="connsiteX5" fmla="*/ 2939983 w 6731902"/>
              <a:gd name="connsiteY5" fmla="*/ 0 h 6276807"/>
              <a:gd name="connsiteX0" fmla="*/ 2949130 w 6731902"/>
              <a:gd name="connsiteY0" fmla="*/ 0 h 6276807"/>
              <a:gd name="connsiteX1" fmla="*/ 6731902 w 6731902"/>
              <a:gd name="connsiteY1" fmla="*/ 0 h 6276807"/>
              <a:gd name="connsiteX2" fmla="*/ 6731902 w 6731902"/>
              <a:gd name="connsiteY2" fmla="*/ 6276807 h 6276807"/>
              <a:gd name="connsiteX3" fmla="*/ 173786 w 6731902"/>
              <a:gd name="connsiteY3" fmla="*/ 6276807 h 6276807"/>
              <a:gd name="connsiteX4" fmla="*/ 0 w 6731902"/>
              <a:gd name="connsiteY4" fmla="*/ 6242427 h 6276807"/>
              <a:gd name="connsiteX5" fmla="*/ 2949130 w 6731902"/>
              <a:gd name="connsiteY5" fmla="*/ 0 h 6276807"/>
              <a:gd name="connsiteX0" fmla="*/ 2967300 w 6750072"/>
              <a:gd name="connsiteY0" fmla="*/ 0 h 6284696"/>
              <a:gd name="connsiteX1" fmla="*/ 6750072 w 6750072"/>
              <a:gd name="connsiteY1" fmla="*/ 0 h 6284696"/>
              <a:gd name="connsiteX2" fmla="*/ 6750072 w 6750072"/>
              <a:gd name="connsiteY2" fmla="*/ 6276807 h 6284696"/>
              <a:gd name="connsiteX3" fmla="*/ 191956 w 6750072"/>
              <a:gd name="connsiteY3" fmla="*/ 6276807 h 6284696"/>
              <a:gd name="connsiteX4" fmla="*/ 0 w 6750072"/>
              <a:gd name="connsiteY4" fmla="*/ 6284696 h 6284696"/>
              <a:gd name="connsiteX5" fmla="*/ 2967300 w 6750072"/>
              <a:gd name="connsiteY5" fmla="*/ 0 h 6284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0072" h="6284696">
                <a:moveTo>
                  <a:pt x="2967300" y="0"/>
                </a:moveTo>
                <a:lnTo>
                  <a:pt x="6750072" y="0"/>
                </a:lnTo>
                <a:lnTo>
                  <a:pt x="6750072" y="6276807"/>
                </a:lnTo>
                <a:lnTo>
                  <a:pt x="191956" y="6276807"/>
                </a:lnTo>
                <a:lnTo>
                  <a:pt x="0" y="6284696"/>
                </a:lnTo>
                <a:cubicBezTo>
                  <a:pt x="922066" y="4192616"/>
                  <a:pt x="2045234" y="2092080"/>
                  <a:pt x="2967300" y="0"/>
                </a:cubicBezTo>
                <a:close/>
              </a:path>
            </a:pathLst>
          </a:custGeom>
          <a:pattFill prst="smConfetti">
            <a:fgClr>
              <a:schemeClr val="bg2"/>
            </a:fgClr>
            <a:bgClr>
              <a:schemeClr val="bg1"/>
            </a:bgClr>
          </a:pattFill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Figtree Medium" pitchFamily="2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938C98-750F-B989-E8A2-47D33F5F8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689" y="457200"/>
            <a:ext cx="4602999" cy="1600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4000"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2D103-5877-6749-18AE-0555B8B45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688" y="2425491"/>
            <a:ext cx="4602997" cy="33321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Figtree" pitchFamily="2" charset="0"/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B6BC089-6024-60CC-51A6-E270462E81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9B28ACF-39D2-C671-C9B4-9D48311B4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Freeform 2">
            <a:extLst>
              <a:ext uri="{FF2B5EF4-FFF2-40B4-BE49-F238E27FC236}">
                <a16:creationId xmlns:a16="http://schemas.microsoft.com/office/drawing/2014/main" id="{FC5B0D56-4627-AC4F-11C1-0BC865D7A1E5}"/>
              </a:ext>
            </a:extLst>
          </p:cNvPr>
          <p:cNvSpPr/>
          <p:nvPr userDrawn="1"/>
        </p:nvSpPr>
        <p:spPr>
          <a:xfrm>
            <a:off x="4830121" y="-5"/>
            <a:ext cx="3566904" cy="6858005"/>
          </a:xfrm>
          <a:custGeom>
            <a:avLst/>
            <a:gdLst>
              <a:gd name="connsiteX0" fmla="*/ 0 w 3200400"/>
              <a:gd name="connsiteY0" fmla="*/ 6276813 h 6276813"/>
              <a:gd name="connsiteX1" fmla="*/ 891153 w 3200400"/>
              <a:gd name="connsiteY1" fmla="*/ 6276813 h 6276813"/>
              <a:gd name="connsiteX2" fmla="*/ 3200400 w 3200400"/>
              <a:gd name="connsiteY2" fmla="*/ 0 h 6276813"/>
              <a:gd name="connsiteX3" fmla="*/ 3115159 w 3200400"/>
              <a:gd name="connsiteY3" fmla="*/ 0 h 6276813"/>
              <a:gd name="connsiteX4" fmla="*/ 0 w 3200400"/>
              <a:gd name="connsiteY4" fmla="*/ 6276813 h 6276813"/>
              <a:gd name="connsiteX0" fmla="*/ 0 w 3254644"/>
              <a:gd name="connsiteY0" fmla="*/ 6284563 h 6284563"/>
              <a:gd name="connsiteX1" fmla="*/ 945397 w 3254644"/>
              <a:gd name="connsiteY1" fmla="*/ 6276813 h 6284563"/>
              <a:gd name="connsiteX2" fmla="*/ 3254644 w 3254644"/>
              <a:gd name="connsiteY2" fmla="*/ 0 h 6284563"/>
              <a:gd name="connsiteX3" fmla="*/ 3169403 w 3254644"/>
              <a:gd name="connsiteY3" fmla="*/ 0 h 6284563"/>
              <a:gd name="connsiteX4" fmla="*/ 0 w 3254644"/>
              <a:gd name="connsiteY4" fmla="*/ 6284563 h 6284563"/>
              <a:gd name="connsiteX0" fmla="*/ 0 w 3285640"/>
              <a:gd name="connsiteY0" fmla="*/ 6284563 h 6284563"/>
              <a:gd name="connsiteX1" fmla="*/ 976393 w 3285640"/>
              <a:gd name="connsiteY1" fmla="*/ 6276813 h 6284563"/>
              <a:gd name="connsiteX2" fmla="*/ 3285640 w 3285640"/>
              <a:gd name="connsiteY2" fmla="*/ 0 h 6284563"/>
              <a:gd name="connsiteX3" fmla="*/ 3200399 w 3285640"/>
              <a:gd name="connsiteY3" fmla="*/ 0 h 6284563"/>
              <a:gd name="connsiteX4" fmla="*/ 0 w 3285640"/>
              <a:gd name="connsiteY4" fmla="*/ 6284563 h 6284563"/>
              <a:gd name="connsiteX0" fmla="*/ 0 w 2812941"/>
              <a:gd name="connsiteY0" fmla="*/ 6292312 h 6292312"/>
              <a:gd name="connsiteX1" fmla="*/ 503694 w 2812941"/>
              <a:gd name="connsiteY1" fmla="*/ 6276813 h 6292312"/>
              <a:gd name="connsiteX2" fmla="*/ 2812941 w 2812941"/>
              <a:gd name="connsiteY2" fmla="*/ 0 h 6292312"/>
              <a:gd name="connsiteX3" fmla="*/ 2727700 w 2812941"/>
              <a:gd name="connsiteY3" fmla="*/ 0 h 6292312"/>
              <a:gd name="connsiteX4" fmla="*/ 0 w 2812941"/>
              <a:gd name="connsiteY4" fmla="*/ 6292312 h 6292312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24525 w 2809766"/>
              <a:gd name="connsiteY3" fmla="*/ 0 h 6276813"/>
              <a:gd name="connsiteX4" fmla="*/ 0 w 2809766"/>
              <a:gd name="connsiteY4" fmla="*/ 6276437 h 6276813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68975 w 2809766"/>
              <a:gd name="connsiteY3" fmla="*/ 6350 h 6276813"/>
              <a:gd name="connsiteX4" fmla="*/ 0 w 2809766"/>
              <a:gd name="connsiteY4" fmla="*/ 6276437 h 6276813"/>
              <a:gd name="connsiteX0" fmla="*/ 0 w 3264621"/>
              <a:gd name="connsiteY0" fmla="*/ 6270087 h 6270463"/>
              <a:gd name="connsiteX1" fmla="*/ 500519 w 3264621"/>
              <a:gd name="connsiteY1" fmla="*/ 6270463 h 6270463"/>
              <a:gd name="connsiteX2" fmla="*/ 3264621 w 3264621"/>
              <a:gd name="connsiteY2" fmla="*/ 3028 h 6270463"/>
              <a:gd name="connsiteX3" fmla="*/ 2768975 w 3264621"/>
              <a:gd name="connsiteY3" fmla="*/ 0 h 6270463"/>
              <a:gd name="connsiteX4" fmla="*/ 0 w 3264621"/>
              <a:gd name="connsiteY4" fmla="*/ 6270087 h 6270463"/>
              <a:gd name="connsiteX0" fmla="*/ 0 w 3264621"/>
              <a:gd name="connsiteY0" fmla="*/ 6267059 h 6267435"/>
              <a:gd name="connsiteX1" fmla="*/ 500519 w 3264621"/>
              <a:gd name="connsiteY1" fmla="*/ 6267435 h 6267435"/>
              <a:gd name="connsiteX2" fmla="*/ 3264621 w 3264621"/>
              <a:gd name="connsiteY2" fmla="*/ 0 h 6267435"/>
              <a:gd name="connsiteX3" fmla="*/ 3214452 w 3264621"/>
              <a:gd name="connsiteY3" fmla="*/ 1661 h 6267435"/>
              <a:gd name="connsiteX4" fmla="*/ 0 w 3264621"/>
              <a:gd name="connsiteY4" fmla="*/ 6267059 h 626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4621" h="6267435">
                <a:moveTo>
                  <a:pt x="0" y="6267059"/>
                </a:moveTo>
                <a:lnTo>
                  <a:pt x="500519" y="6267435"/>
                </a:lnTo>
                <a:lnTo>
                  <a:pt x="3264621" y="0"/>
                </a:lnTo>
                <a:lnTo>
                  <a:pt x="3214452" y="1661"/>
                </a:lnTo>
                <a:lnTo>
                  <a:pt x="0" y="6267059"/>
                </a:lnTo>
                <a:close/>
              </a:path>
            </a:pathLst>
          </a:custGeom>
          <a:gradFill>
            <a:gsLst>
              <a:gs pos="44000">
                <a:schemeClr val="accent5"/>
              </a:gs>
              <a:gs pos="81000">
                <a:schemeClr val="accent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749902501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+ Image Gold (Orang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347A47-ADDB-726A-B2AC-AF6601AB38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29381" y="1"/>
            <a:ext cx="6862619" cy="6866620"/>
          </a:xfrm>
          <a:custGeom>
            <a:avLst/>
            <a:gdLst>
              <a:gd name="connsiteX0" fmla="*/ 2766197 w 6558116"/>
              <a:gd name="connsiteY0" fmla="*/ 0 h 6276807"/>
              <a:gd name="connsiteX1" fmla="*/ 6558116 w 6558116"/>
              <a:gd name="connsiteY1" fmla="*/ 0 h 6276807"/>
              <a:gd name="connsiteX2" fmla="*/ 6558116 w 6558116"/>
              <a:gd name="connsiteY2" fmla="*/ 6276807 h 6276807"/>
              <a:gd name="connsiteX3" fmla="*/ 0 w 6558116"/>
              <a:gd name="connsiteY3" fmla="*/ 6276807 h 6276807"/>
              <a:gd name="connsiteX4" fmla="*/ 0 w 6558116"/>
              <a:gd name="connsiteY4" fmla="*/ 6276241 h 6276807"/>
              <a:gd name="connsiteX0" fmla="*/ 2939983 w 6731902"/>
              <a:gd name="connsiteY0" fmla="*/ 0 h 6276807"/>
              <a:gd name="connsiteX1" fmla="*/ 6731902 w 6731902"/>
              <a:gd name="connsiteY1" fmla="*/ 0 h 6276807"/>
              <a:gd name="connsiteX2" fmla="*/ 6731902 w 6731902"/>
              <a:gd name="connsiteY2" fmla="*/ 6276807 h 6276807"/>
              <a:gd name="connsiteX3" fmla="*/ 173786 w 6731902"/>
              <a:gd name="connsiteY3" fmla="*/ 6276807 h 6276807"/>
              <a:gd name="connsiteX4" fmla="*/ 0 w 6731902"/>
              <a:gd name="connsiteY4" fmla="*/ 6242427 h 6276807"/>
              <a:gd name="connsiteX5" fmla="*/ 2939983 w 6731902"/>
              <a:gd name="connsiteY5" fmla="*/ 0 h 6276807"/>
              <a:gd name="connsiteX0" fmla="*/ 2949130 w 6731902"/>
              <a:gd name="connsiteY0" fmla="*/ 0 h 6276807"/>
              <a:gd name="connsiteX1" fmla="*/ 6731902 w 6731902"/>
              <a:gd name="connsiteY1" fmla="*/ 0 h 6276807"/>
              <a:gd name="connsiteX2" fmla="*/ 6731902 w 6731902"/>
              <a:gd name="connsiteY2" fmla="*/ 6276807 h 6276807"/>
              <a:gd name="connsiteX3" fmla="*/ 173786 w 6731902"/>
              <a:gd name="connsiteY3" fmla="*/ 6276807 h 6276807"/>
              <a:gd name="connsiteX4" fmla="*/ 0 w 6731902"/>
              <a:gd name="connsiteY4" fmla="*/ 6242427 h 6276807"/>
              <a:gd name="connsiteX5" fmla="*/ 2949130 w 6731902"/>
              <a:gd name="connsiteY5" fmla="*/ 0 h 6276807"/>
              <a:gd name="connsiteX0" fmla="*/ 2967300 w 6750072"/>
              <a:gd name="connsiteY0" fmla="*/ 0 h 6284696"/>
              <a:gd name="connsiteX1" fmla="*/ 6750072 w 6750072"/>
              <a:gd name="connsiteY1" fmla="*/ 0 h 6284696"/>
              <a:gd name="connsiteX2" fmla="*/ 6750072 w 6750072"/>
              <a:gd name="connsiteY2" fmla="*/ 6276807 h 6284696"/>
              <a:gd name="connsiteX3" fmla="*/ 191956 w 6750072"/>
              <a:gd name="connsiteY3" fmla="*/ 6276807 h 6284696"/>
              <a:gd name="connsiteX4" fmla="*/ 0 w 6750072"/>
              <a:gd name="connsiteY4" fmla="*/ 6284696 h 6284696"/>
              <a:gd name="connsiteX5" fmla="*/ 2967300 w 6750072"/>
              <a:gd name="connsiteY5" fmla="*/ 0 h 6284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0072" h="6284696">
                <a:moveTo>
                  <a:pt x="2967300" y="0"/>
                </a:moveTo>
                <a:lnTo>
                  <a:pt x="6750072" y="0"/>
                </a:lnTo>
                <a:lnTo>
                  <a:pt x="6750072" y="6276807"/>
                </a:lnTo>
                <a:lnTo>
                  <a:pt x="191956" y="6276807"/>
                </a:lnTo>
                <a:lnTo>
                  <a:pt x="0" y="6284696"/>
                </a:lnTo>
                <a:cubicBezTo>
                  <a:pt x="922066" y="4192616"/>
                  <a:pt x="2045234" y="2092080"/>
                  <a:pt x="2967300" y="0"/>
                </a:cubicBezTo>
                <a:close/>
              </a:path>
            </a:pathLst>
          </a:custGeom>
          <a:pattFill prst="smConfetti">
            <a:fgClr>
              <a:schemeClr val="bg2"/>
            </a:fgClr>
            <a:bgClr>
              <a:schemeClr val="bg1"/>
            </a:bgClr>
          </a:pattFill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Figtree Medium" pitchFamily="2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938C98-750F-B989-E8A2-47D33F5F8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689" y="457200"/>
            <a:ext cx="4602999" cy="1600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4000"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2D103-5877-6749-18AE-0555B8B45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688" y="2425491"/>
            <a:ext cx="4602997" cy="33321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Figtree" pitchFamily="2" charset="0"/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B6BC089-6024-60CC-51A6-E270462E81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9B28ACF-39D2-C671-C9B4-9D48311B4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Freeform 2">
            <a:extLst>
              <a:ext uri="{FF2B5EF4-FFF2-40B4-BE49-F238E27FC236}">
                <a16:creationId xmlns:a16="http://schemas.microsoft.com/office/drawing/2014/main" id="{8CECBD81-6D94-EBB2-5099-28510DA055F7}"/>
              </a:ext>
            </a:extLst>
          </p:cNvPr>
          <p:cNvSpPr/>
          <p:nvPr userDrawn="1"/>
        </p:nvSpPr>
        <p:spPr>
          <a:xfrm>
            <a:off x="4830121" y="-3"/>
            <a:ext cx="3566904" cy="6858004"/>
          </a:xfrm>
          <a:custGeom>
            <a:avLst/>
            <a:gdLst>
              <a:gd name="connsiteX0" fmla="*/ 0 w 3200400"/>
              <a:gd name="connsiteY0" fmla="*/ 6276813 h 6276813"/>
              <a:gd name="connsiteX1" fmla="*/ 891153 w 3200400"/>
              <a:gd name="connsiteY1" fmla="*/ 6276813 h 6276813"/>
              <a:gd name="connsiteX2" fmla="*/ 3200400 w 3200400"/>
              <a:gd name="connsiteY2" fmla="*/ 0 h 6276813"/>
              <a:gd name="connsiteX3" fmla="*/ 3115159 w 3200400"/>
              <a:gd name="connsiteY3" fmla="*/ 0 h 6276813"/>
              <a:gd name="connsiteX4" fmla="*/ 0 w 3200400"/>
              <a:gd name="connsiteY4" fmla="*/ 6276813 h 6276813"/>
              <a:gd name="connsiteX0" fmla="*/ 0 w 3254644"/>
              <a:gd name="connsiteY0" fmla="*/ 6284563 h 6284563"/>
              <a:gd name="connsiteX1" fmla="*/ 945397 w 3254644"/>
              <a:gd name="connsiteY1" fmla="*/ 6276813 h 6284563"/>
              <a:gd name="connsiteX2" fmla="*/ 3254644 w 3254644"/>
              <a:gd name="connsiteY2" fmla="*/ 0 h 6284563"/>
              <a:gd name="connsiteX3" fmla="*/ 3169403 w 3254644"/>
              <a:gd name="connsiteY3" fmla="*/ 0 h 6284563"/>
              <a:gd name="connsiteX4" fmla="*/ 0 w 3254644"/>
              <a:gd name="connsiteY4" fmla="*/ 6284563 h 6284563"/>
              <a:gd name="connsiteX0" fmla="*/ 0 w 3285640"/>
              <a:gd name="connsiteY0" fmla="*/ 6284563 h 6284563"/>
              <a:gd name="connsiteX1" fmla="*/ 976393 w 3285640"/>
              <a:gd name="connsiteY1" fmla="*/ 6276813 h 6284563"/>
              <a:gd name="connsiteX2" fmla="*/ 3285640 w 3285640"/>
              <a:gd name="connsiteY2" fmla="*/ 0 h 6284563"/>
              <a:gd name="connsiteX3" fmla="*/ 3200399 w 3285640"/>
              <a:gd name="connsiteY3" fmla="*/ 0 h 6284563"/>
              <a:gd name="connsiteX4" fmla="*/ 0 w 3285640"/>
              <a:gd name="connsiteY4" fmla="*/ 6284563 h 6284563"/>
              <a:gd name="connsiteX0" fmla="*/ 0 w 2812941"/>
              <a:gd name="connsiteY0" fmla="*/ 6292312 h 6292312"/>
              <a:gd name="connsiteX1" fmla="*/ 503694 w 2812941"/>
              <a:gd name="connsiteY1" fmla="*/ 6276813 h 6292312"/>
              <a:gd name="connsiteX2" fmla="*/ 2812941 w 2812941"/>
              <a:gd name="connsiteY2" fmla="*/ 0 h 6292312"/>
              <a:gd name="connsiteX3" fmla="*/ 2727700 w 2812941"/>
              <a:gd name="connsiteY3" fmla="*/ 0 h 6292312"/>
              <a:gd name="connsiteX4" fmla="*/ 0 w 2812941"/>
              <a:gd name="connsiteY4" fmla="*/ 6292312 h 6292312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24525 w 2809766"/>
              <a:gd name="connsiteY3" fmla="*/ 0 h 6276813"/>
              <a:gd name="connsiteX4" fmla="*/ 0 w 2809766"/>
              <a:gd name="connsiteY4" fmla="*/ 6276437 h 6276813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68975 w 2809766"/>
              <a:gd name="connsiteY3" fmla="*/ 6350 h 6276813"/>
              <a:gd name="connsiteX4" fmla="*/ 0 w 2809766"/>
              <a:gd name="connsiteY4" fmla="*/ 6276437 h 6276813"/>
              <a:gd name="connsiteX0" fmla="*/ 0 w 3264621"/>
              <a:gd name="connsiteY0" fmla="*/ 6270087 h 6270463"/>
              <a:gd name="connsiteX1" fmla="*/ 500519 w 3264621"/>
              <a:gd name="connsiteY1" fmla="*/ 6270463 h 6270463"/>
              <a:gd name="connsiteX2" fmla="*/ 3264621 w 3264621"/>
              <a:gd name="connsiteY2" fmla="*/ 3028 h 6270463"/>
              <a:gd name="connsiteX3" fmla="*/ 2768975 w 3264621"/>
              <a:gd name="connsiteY3" fmla="*/ 0 h 6270463"/>
              <a:gd name="connsiteX4" fmla="*/ 0 w 3264621"/>
              <a:gd name="connsiteY4" fmla="*/ 6270087 h 6270463"/>
              <a:gd name="connsiteX0" fmla="*/ 0 w 3264621"/>
              <a:gd name="connsiteY0" fmla="*/ 6267059 h 6267435"/>
              <a:gd name="connsiteX1" fmla="*/ 500519 w 3264621"/>
              <a:gd name="connsiteY1" fmla="*/ 6267435 h 6267435"/>
              <a:gd name="connsiteX2" fmla="*/ 3264621 w 3264621"/>
              <a:gd name="connsiteY2" fmla="*/ 0 h 6267435"/>
              <a:gd name="connsiteX3" fmla="*/ 3214452 w 3264621"/>
              <a:gd name="connsiteY3" fmla="*/ 1661 h 6267435"/>
              <a:gd name="connsiteX4" fmla="*/ 0 w 3264621"/>
              <a:gd name="connsiteY4" fmla="*/ 6267059 h 626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4621" h="6267435">
                <a:moveTo>
                  <a:pt x="0" y="6267059"/>
                </a:moveTo>
                <a:lnTo>
                  <a:pt x="500519" y="6267435"/>
                </a:lnTo>
                <a:lnTo>
                  <a:pt x="3264621" y="0"/>
                </a:lnTo>
                <a:lnTo>
                  <a:pt x="3214452" y="1661"/>
                </a:lnTo>
                <a:lnTo>
                  <a:pt x="0" y="6267059"/>
                </a:lnTo>
                <a:close/>
              </a:path>
            </a:pathLst>
          </a:custGeom>
          <a:gradFill>
            <a:gsLst>
              <a:gs pos="49000">
                <a:schemeClr val="accent6"/>
              </a:gs>
              <a:gs pos="87000">
                <a:schemeClr val="accent3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141146182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pecial Visual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spiral galaxy in space&#10;&#10;AI-generated content may be incorrect.">
            <a:extLst>
              <a:ext uri="{FF2B5EF4-FFF2-40B4-BE49-F238E27FC236}">
                <a16:creationId xmlns:a16="http://schemas.microsoft.com/office/drawing/2014/main" id="{B4257FEA-E4BB-4184-2551-6E913CF483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-1"/>
            <a:ext cx="12192001" cy="6858001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8BF65B6-1EC6-0050-C338-5991974A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6951CC-9176-5B3E-0EA1-1A8F0BBD046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4013314-73E8-EBCE-C957-B401AB4F5C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12572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2400" b="0" i="0">
                <a:solidFill>
                  <a:schemeClr val="bg1"/>
                </a:solidFill>
                <a:latin typeface="Figtree" pitchFamily="2" charset="0"/>
              </a:defRPr>
            </a:lvl1pPr>
            <a:lvl2pPr marL="742932" indent="-285744">
              <a:buFont typeface="Arial" panose="020B0604020202020204" pitchFamily="34" charset="0"/>
              <a:buChar char="•"/>
              <a:defRPr sz="2400" b="0" i="0">
                <a:solidFill>
                  <a:schemeClr val="bg1"/>
                </a:solidFill>
                <a:latin typeface="Figtree" pitchFamily="2" charset="0"/>
              </a:defRPr>
            </a:lvl2pPr>
            <a:lvl3pPr marL="1200121" indent="-285744">
              <a:buFont typeface="Arial" panose="020B0604020202020204" pitchFamily="34" charset="0"/>
              <a:buChar char="•"/>
              <a:defRPr sz="2400" b="0" i="0">
                <a:solidFill>
                  <a:schemeClr val="bg1"/>
                </a:solidFill>
                <a:latin typeface="Figtree" pitchFamily="2" charset="0"/>
              </a:defRPr>
            </a:lvl3pPr>
            <a:lvl4pPr marL="1657309" indent="-285744">
              <a:buFont typeface="Arial" panose="020B0604020202020204" pitchFamily="34" charset="0"/>
              <a:buChar char="•"/>
              <a:defRPr sz="2400" b="0" i="0">
                <a:solidFill>
                  <a:schemeClr val="bg1"/>
                </a:solidFill>
                <a:latin typeface="Figtree" pitchFamily="2" charset="0"/>
              </a:defRPr>
            </a:lvl4pPr>
            <a:lvl5pPr marL="2114498" indent="-285744">
              <a:buFont typeface="Arial" panose="020B0604020202020204" pitchFamily="34" charset="0"/>
              <a:buChar char="•"/>
              <a:defRPr sz="2400" b="0" i="0">
                <a:solidFill>
                  <a:schemeClr val="bg1"/>
                </a:solidFill>
                <a:latin typeface="Figtree" pitchFamily="2" charset="0"/>
              </a:defRPr>
            </a:lvl5pPr>
          </a:lstStyle>
          <a:p>
            <a:pPr lvl="0"/>
            <a:r>
              <a:rPr lang="en-US" dirty="0" err="1"/>
              <a:t>Click</a:t>
            </a:r>
            <a:r>
              <a:rPr lang="en-US" dirty="0"/>
              <a:t>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" name="Picture 1" descr="A spiral galaxy in space&#10;&#10;AI-generated content may be incorrect.">
            <a:extLst>
              <a:ext uri="{FF2B5EF4-FFF2-40B4-BE49-F238E27FC236}">
                <a16:creationId xmlns:a16="http://schemas.microsoft.com/office/drawing/2014/main" id="{F4F528CD-1564-4E9D-F195-B07879E800A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1"/>
            <a:ext cx="12192001" cy="6858001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F372B8E0-5DB9-2DD5-1E39-68250E440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9" y="447042"/>
            <a:ext cx="11491993" cy="1169207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>
              <a:lnSpc>
                <a:spcPct val="80000"/>
              </a:lnSpc>
              <a:defRPr sz="4000"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4997346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pecial Visual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ue sky with stars&#10;&#10;AI-generated content may be incorrect.">
            <a:extLst>
              <a:ext uri="{FF2B5EF4-FFF2-40B4-BE49-F238E27FC236}">
                <a16:creationId xmlns:a16="http://schemas.microsoft.com/office/drawing/2014/main" id="{58E6D3C4-DD7C-11D1-CC5C-C7C19C2E03F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65488" cy="6858001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8BF65B6-1EC6-0050-C338-5991974A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6951CC-9176-5B3E-0EA1-1A8F0BBD046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A605919-F812-D6B7-6733-93A21095D6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12572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2400" b="0" i="0">
                <a:solidFill>
                  <a:schemeClr val="bg1"/>
                </a:solidFill>
                <a:latin typeface="Figtree" pitchFamily="2" charset="0"/>
              </a:defRPr>
            </a:lvl1pPr>
            <a:lvl2pPr marL="742932" indent="-285744">
              <a:buFont typeface="Arial" panose="020B0604020202020204" pitchFamily="34" charset="0"/>
              <a:buChar char="•"/>
              <a:defRPr sz="2400" b="0" i="0">
                <a:solidFill>
                  <a:schemeClr val="bg1"/>
                </a:solidFill>
                <a:latin typeface="Figtree" pitchFamily="2" charset="0"/>
              </a:defRPr>
            </a:lvl2pPr>
            <a:lvl3pPr marL="1200121" indent="-285744">
              <a:buFont typeface="Arial" panose="020B0604020202020204" pitchFamily="34" charset="0"/>
              <a:buChar char="•"/>
              <a:defRPr sz="2400" b="0" i="0">
                <a:solidFill>
                  <a:schemeClr val="bg1"/>
                </a:solidFill>
                <a:latin typeface="Figtree" pitchFamily="2" charset="0"/>
              </a:defRPr>
            </a:lvl3pPr>
            <a:lvl4pPr marL="1657309" indent="-285744">
              <a:buFont typeface="Arial" panose="020B0604020202020204" pitchFamily="34" charset="0"/>
              <a:buChar char="•"/>
              <a:defRPr sz="2400" b="0" i="0">
                <a:solidFill>
                  <a:schemeClr val="bg1"/>
                </a:solidFill>
                <a:latin typeface="Figtree" pitchFamily="2" charset="0"/>
              </a:defRPr>
            </a:lvl4pPr>
            <a:lvl5pPr marL="2114498" indent="-285744">
              <a:buFont typeface="Arial" panose="020B0604020202020204" pitchFamily="34" charset="0"/>
              <a:buChar char="•"/>
              <a:defRPr sz="2400" b="0" i="0">
                <a:solidFill>
                  <a:schemeClr val="bg1"/>
                </a:solidFill>
                <a:latin typeface="Figtree" pitchFamily="2" charset="0"/>
              </a:defRPr>
            </a:lvl5pPr>
          </a:lstStyle>
          <a:p>
            <a:pPr lvl="0"/>
            <a:r>
              <a:rPr lang="en-US" dirty="0" err="1"/>
              <a:t>Click</a:t>
            </a:r>
            <a:r>
              <a:rPr lang="en-US" dirty="0"/>
              <a:t>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" name="Picture 1" descr="A blue sky with stars&#10;&#10;AI-generated content may be incorrect.">
            <a:extLst>
              <a:ext uri="{FF2B5EF4-FFF2-40B4-BE49-F238E27FC236}">
                <a16:creationId xmlns:a16="http://schemas.microsoft.com/office/drawing/2014/main" id="{1E061CFA-FF0E-F37B-7C9F-811BE25715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"/>
            <a:ext cx="12165488" cy="6858001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F73CF796-DC11-7A9D-1EDA-BA7F5D2B9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9" y="447042"/>
            <a:ext cx="11491993" cy="1169207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>
              <a:lnSpc>
                <a:spcPct val="80000"/>
              </a:lnSpc>
              <a:defRPr sz="4000"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27176440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pecial Visual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n astronaut floating in space&#10;&#10;AI-generated content may be incorrect.">
            <a:extLst>
              <a:ext uri="{FF2B5EF4-FFF2-40B4-BE49-F238E27FC236}">
                <a16:creationId xmlns:a16="http://schemas.microsoft.com/office/drawing/2014/main" id="{9DA1DE89-B1B4-0B78-BA7D-98605CF2B49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229484" y="1"/>
            <a:ext cx="6962517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7938C98-750F-B989-E8A2-47D33F5F8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689" y="457200"/>
            <a:ext cx="4602999" cy="1600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4000"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2D103-5877-6749-18AE-0555B8B45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688" y="2425491"/>
            <a:ext cx="4602997" cy="33321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Figtree" pitchFamily="2" charset="0"/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8BF65B6-1EC6-0050-C338-5991974A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6951CC-9176-5B3E-0EA1-1A8F0BBD046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276665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pecial Visual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ue planet with a bright light&#10;&#10;AI-generated content may be incorrect.">
            <a:extLst>
              <a:ext uri="{FF2B5EF4-FFF2-40B4-BE49-F238E27FC236}">
                <a16:creationId xmlns:a16="http://schemas.microsoft.com/office/drawing/2014/main" id="{5928C9F9-2416-28F6-1432-DDAFD45C885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17712" y="-1"/>
            <a:ext cx="6874288" cy="685335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7938C98-750F-B989-E8A2-47D33F5F8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689" y="457200"/>
            <a:ext cx="4602999" cy="1600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4000"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2D103-5877-6749-18AE-0555B8B45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688" y="2425491"/>
            <a:ext cx="4602997" cy="33321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Figtree" pitchFamily="2" charset="0"/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8BF65B6-1EC6-0050-C338-5991974A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6951CC-9176-5B3E-0EA1-1A8F0BBD046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038019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A1374A-4FD1-F1A4-3B49-EFD13560F1C3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F8F2ECD-EA50-2550-0B02-4B2C95344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53AC61-82C3-E5FF-66C1-161CB2EFC3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B091CAAF-7201-F093-551D-F03CEB9F5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9" y="447042"/>
            <a:ext cx="11491993" cy="1169207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>
              <a:lnSpc>
                <a:spcPct val="80000"/>
              </a:lnSpc>
              <a:defRPr sz="4000"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37442667"/>
      </p:ext>
    </p:extLst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ull Quote Blue">
    <p:bg>
      <p:bgPr>
        <a:gradFill>
          <a:gsLst>
            <a:gs pos="0">
              <a:schemeClr val="accent2"/>
            </a:gs>
            <a:gs pos="54000">
              <a:schemeClr val="tx2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863F30FA-505B-32FE-61E1-90E76DE729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7339" b="20091"/>
          <a:stretch/>
        </p:blipFill>
        <p:spPr>
          <a:xfrm>
            <a:off x="5897661" y="456717"/>
            <a:ext cx="6294340" cy="6401284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9338CB-4134-07F0-A6E3-3EF2DA35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828924" y="2206256"/>
            <a:ext cx="6942397" cy="24454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3600" b="0" i="0">
                <a:solidFill>
                  <a:schemeClr val="bg1"/>
                </a:solidFill>
                <a:latin typeface="Figtree Light" pitchFamily="2" charset="0"/>
              </a:defRPr>
            </a:lvl1pPr>
            <a:lvl2pPr marL="457189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2pPr>
            <a:lvl3pPr marL="914377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3pPr>
            <a:lvl4pPr marL="1371566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4pPr>
            <a:lvl5pPr marL="1828754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5pPr>
          </a:lstStyle>
          <a:p>
            <a:pPr lvl="0"/>
            <a:r>
              <a:rPr lang="en-US"/>
              <a:t>This is a pull-quote placeholder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946C71-CFFD-7494-173E-E1849C44E80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1930" y="1831754"/>
            <a:ext cx="1348751" cy="1039037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F502D63-98F2-0192-9694-5687D8D05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0622538-DB89-0185-9E98-C8D31813769B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F0FF596D-CC26-E4B0-EC5C-182E1E7E40D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403057"/>
      </p:ext>
    </p:extLst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ull Quote Plum">
    <p:bg>
      <p:bgPr>
        <a:gradFill>
          <a:gsLst>
            <a:gs pos="0">
              <a:schemeClr val="accent2"/>
            </a:gs>
            <a:gs pos="54000">
              <a:schemeClr val="accent3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863F30FA-505B-32FE-61E1-90E76DE729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7339" b="20091"/>
          <a:stretch/>
        </p:blipFill>
        <p:spPr>
          <a:xfrm>
            <a:off x="5897661" y="456717"/>
            <a:ext cx="6294340" cy="6401284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9338CB-4134-07F0-A6E3-3EF2DA35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828924" y="2206256"/>
            <a:ext cx="6942397" cy="24454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3600" b="0" i="0">
                <a:solidFill>
                  <a:schemeClr val="bg1"/>
                </a:solidFill>
                <a:latin typeface="Figtree Light" pitchFamily="2" charset="0"/>
              </a:defRPr>
            </a:lvl1pPr>
            <a:lvl2pPr marL="457189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2pPr>
            <a:lvl3pPr marL="914377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3pPr>
            <a:lvl4pPr marL="1371566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4pPr>
            <a:lvl5pPr marL="1828754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5pPr>
          </a:lstStyle>
          <a:p>
            <a:pPr lvl="0"/>
            <a:r>
              <a:rPr lang="en-US"/>
              <a:t>This is a pull-quote placeholder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946C71-CFFD-7494-173E-E1849C44E80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1930" y="1831754"/>
            <a:ext cx="1348751" cy="1039037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E1CE688-D74E-8D3C-C8FB-273D20447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56F17F2-AAEF-FEEE-FEB8-8DF375D781F2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BE6E5B02-D478-7B84-9936-C8A086849FB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954978"/>
      </p:ext>
    </p:extLst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ull Quote Gold">
    <p:bg>
      <p:bgPr>
        <a:gradFill>
          <a:gsLst>
            <a:gs pos="0">
              <a:schemeClr val="accent6"/>
            </a:gs>
            <a:gs pos="54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863F30FA-505B-32FE-61E1-90E76DE729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7339" b="20091"/>
          <a:stretch/>
        </p:blipFill>
        <p:spPr>
          <a:xfrm>
            <a:off x="5897661" y="456717"/>
            <a:ext cx="6294340" cy="6401284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9338CB-4134-07F0-A6E3-3EF2DA35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828924" y="2206256"/>
            <a:ext cx="6942397" cy="24454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3600" b="0" i="0">
                <a:solidFill>
                  <a:schemeClr val="bg1"/>
                </a:solidFill>
                <a:latin typeface="Figtree Light" pitchFamily="2" charset="0"/>
              </a:defRPr>
            </a:lvl1pPr>
            <a:lvl2pPr marL="457189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2pPr>
            <a:lvl3pPr marL="914377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3pPr>
            <a:lvl4pPr marL="1371566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4pPr>
            <a:lvl5pPr marL="1828754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5pPr>
          </a:lstStyle>
          <a:p>
            <a:pPr lvl="0"/>
            <a:r>
              <a:rPr lang="en-US"/>
              <a:t>This is a pull-quote placeholder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946C71-CFFD-7494-173E-E1849C44E80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1930" y="1831754"/>
            <a:ext cx="1348751" cy="1039037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EFF9B6A-2657-DE51-519D-1E20B3FDA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AD89207-345D-F496-AF0B-592807269139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07A89A59-A76B-D96F-9CE2-1086D4C06B3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041734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ull Quote Green">
    <p:bg>
      <p:bgPr>
        <a:gradFill>
          <a:gsLst>
            <a:gs pos="0">
              <a:schemeClr val="accent2"/>
            </a:gs>
            <a:gs pos="54000">
              <a:schemeClr val="accent5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863F30FA-505B-32FE-61E1-90E76DE729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7339" b="20091"/>
          <a:stretch/>
        </p:blipFill>
        <p:spPr>
          <a:xfrm>
            <a:off x="5897661" y="456717"/>
            <a:ext cx="6294340" cy="6401284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9338CB-4134-07F0-A6E3-3EF2DA35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828924" y="2206256"/>
            <a:ext cx="6942397" cy="24454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3600" b="0" i="0">
                <a:solidFill>
                  <a:schemeClr val="bg1"/>
                </a:solidFill>
                <a:latin typeface="Figtree Light" pitchFamily="2" charset="0"/>
              </a:defRPr>
            </a:lvl1pPr>
            <a:lvl2pPr marL="457189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2pPr>
            <a:lvl3pPr marL="914377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3pPr>
            <a:lvl4pPr marL="1371566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4pPr>
            <a:lvl5pPr marL="1828754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5pPr>
          </a:lstStyle>
          <a:p>
            <a:pPr lvl="0"/>
            <a:r>
              <a:rPr lang="en-US"/>
              <a:t>This is a pull-quote placeholder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946C71-CFFD-7494-173E-E1849C44E80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1930" y="1831754"/>
            <a:ext cx="1348751" cy="1039037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507A87D-5CC5-BF86-C0AA-3E1DDCEA1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6BBC947-4C17-284C-CC69-494D42DEE5CC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87BA6484-6E55-DD5F-9E5D-1E9FEF47CF2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570920"/>
      </p:ext>
    </p:extLst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ull Quote Orange">
    <p:bg>
      <p:bgPr>
        <a:gradFill>
          <a:gsLst>
            <a:gs pos="0">
              <a:schemeClr val="accent3"/>
            </a:gs>
            <a:gs pos="54000">
              <a:schemeClr val="accent6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863F30FA-505B-32FE-61E1-90E76DE729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7339" b="20091"/>
          <a:stretch/>
        </p:blipFill>
        <p:spPr>
          <a:xfrm>
            <a:off x="5897661" y="456717"/>
            <a:ext cx="6294340" cy="6401284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9338CB-4134-07F0-A6E3-3EF2DA35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828924" y="2206256"/>
            <a:ext cx="6942397" cy="24454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3600" b="0" i="0">
                <a:solidFill>
                  <a:schemeClr val="bg1"/>
                </a:solidFill>
                <a:latin typeface="Figtree Light" pitchFamily="2" charset="0"/>
              </a:defRPr>
            </a:lvl1pPr>
            <a:lvl2pPr marL="457189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2pPr>
            <a:lvl3pPr marL="914377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3pPr>
            <a:lvl4pPr marL="1371566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4pPr>
            <a:lvl5pPr marL="1828754" indent="0">
              <a:buFontTx/>
              <a:buNone/>
              <a:defRPr b="0" i="0">
                <a:solidFill>
                  <a:schemeClr val="bg1"/>
                </a:solidFill>
                <a:latin typeface="Figtree Medium" pitchFamily="2" charset="0"/>
              </a:defRPr>
            </a:lvl5pPr>
          </a:lstStyle>
          <a:p>
            <a:pPr lvl="0"/>
            <a:r>
              <a:rPr lang="en-US"/>
              <a:t>This is a pull-quote placeholder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946C71-CFFD-7494-173E-E1849C44E80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1930" y="1831754"/>
            <a:ext cx="1348751" cy="1039037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260A482-67B1-88FD-50A7-98D6A2DC1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7334E67-BF46-822A-CDA7-B19153C5567B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97922417-E2C6-1B89-E477-CE2A211BCE6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3599" y="6437961"/>
            <a:ext cx="857519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236637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CDF5FA7B-72FB-B64A-A69A-D4755A18580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8" r="7548" b="33468"/>
          <a:stretch/>
        </p:blipFill>
        <p:spPr>
          <a:xfrm>
            <a:off x="5897661" y="1502251"/>
            <a:ext cx="6294340" cy="534866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3389C-B1D7-C694-57D5-6C711FC198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12572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800" b="0" i="0">
                <a:solidFill>
                  <a:schemeClr val="tx2"/>
                </a:solidFill>
                <a:latin typeface="Figtree" pitchFamily="2" charset="0"/>
              </a:defRPr>
            </a:lvl1pPr>
            <a:lvl2pPr marL="742932" indent="-285744">
              <a:buFont typeface="Arial" panose="020B0604020202020204" pitchFamily="34" charset="0"/>
              <a:buChar char="•"/>
              <a:defRPr sz="1800" b="0" i="0">
                <a:solidFill>
                  <a:schemeClr val="tx2"/>
                </a:solidFill>
                <a:latin typeface="Figtree" pitchFamily="2" charset="0"/>
              </a:defRPr>
            </a:lvl2pPr>
            <a:lvl3pPr marL="1200121" indent="-285744">
              <a:buFont typeface="Arial" panose="020B0604020202020204" pitchFamily="34" charset="0"/>
              <a:buChar char="•"/>
              <a:defRPr sz="1800" b="0" i="0">
                <a:solidFill>
                  <a:schemeClr val="tx2"/>
                </a:solidFill>
                <a:latin typeface="Figtree" pitchFamily="2" charset="0"/>
              </a:defRPr>
            </a:lvl3pPr>
            <a:lvl4pPr marL="1657309" indent="-285744">
              <a:buFont typeface="Arial" panose="020B0604020202020204" pitchFamily="34" charset="0"/>
              <a:buChar char="•"/>
              <a:defRPr sz="1800" b="0" i="0">
                <a:solidFill>
                  <a:schemeClr val="tx2"/>
                </a:solidFill>
                <a:latin typeface="Figtree" pitchFamily="2" charset="0"/>
              </a:defRPr>
            </a:lvl4pPr>
            <a:lvl5pPr marL="2114498" indent="-285744">
              <a:buFont typeface="Arial" panose="020B0604020202020204" pitchFamily="34" charset="0"/>
              <a:buChar char="•"/>
              <a:defRPr sz="1800" b="0" i="0">
                <a:solidFill>
                  <a:schemeClr val="tx2"/>
                </a:solidFill>
                <a:latin typeface="Figtree" pitchFamily="2" charset="0"/>
              </a:defRPr>
            </a:lvl5pPr>
          </a:lstStyle>
          <a:p>
            <a:pPr lvl="0"/>
            <a:r>
              <a:rPr lang="en-US" dirty="0" err="1"/>
              <a:t>Click</a:t>
            </a:r>
            <a:r>
              <a:rPr lang="en-US" dirty="0"/>
              <a:t>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C3EAA-1CA5-FCD9-354C-BC491AF39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27D6499-7F82-8950-61E9-B99B5A5DBC7B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A blue and black logo&#10;&#10;AI-generated content may be incorrect.">
            <a:extLst>
              <a:ext uri="{FF2B5EF4-FFF2-40B4-BE49-F238E27FC236}">
                <a16:creationId xmlns:a16="http://schemas.microsoft.com/office/drawing/2014/main" id="{94F72188-A0A9-5F3A-CF20-6B8F5FE585F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597" y="6437961"/>
            <a:ext cx="857523" cy="243268"/>
          </a:xfrm>
          <a:prstGeom prst="rect">
            <a:avLst/>
          </a:prstGeom>
        </p:spPr>
      </p:pic>
      <p:sp>
        <p:nvSpPr>
          <p:cNvPr id="21" name="Title 1">
            <a:extLst>
              <a:ext uri="{FF2B5EF4-FFF2-40B4-BE49-F238E27FC236}">
                <a16:creationId xmlns:a16="http://schemas.microsoft.com/office/drawing/2014/main" id="{DD612E32-8B24-CFBA-FD04-7AFAC14F7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9" y="447042"/>
            <a:ext cx="11491993" cy="1169207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>
              <a:lnSpc>
                <a:spcPct val="80000"/>
              </a:lnSpc>
              <a:defRPr sz="4000"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98974297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+ Imag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77975A2F-3139-064B-C4DB-834F5B6D5E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00658" y="1"/>
            <a:ext cx="6891343" cy="6868952"/>
          </a:xfrm>
          <a:custGeom>
            <a:avLst/>
            <a:gdLst>
              <a:gd name="connsiteX0" fmla="*/ 2766197 w 6558116"/>
              <a:gd name="connsiteY0" fmla="*/ 0 h 6276807"/>
              <a:gd name="connsiteX1" fmla="*/ 6558116 w 6558116"/>
              <a:gd name="connsiteY1" fmla="*/ 0 h 6276807"/>
              <a:gd name="connsiteX2" fmla="*/ 6558116 w 6558116"/>
              <a:gd name="connsiteY2" fmla="*/ 6276807 h 6276807"/>
              <a:gd name="connsiteX3" fmla="*/ 0 w 6558116"/>
              <a:gd name="connsiteY3" fmla="*/ 6276807 h 6276807"/>
              <a:gd name="connsiteX4" fmla="*/ 0 w 6558116"/>
              <a:gd name="connsiteY4" fmla="*/ 6276241 h 6276807"/>
              <a:gd name="connsiteX0" fmla="*/ 3043116 w 6835035"/>
              <a:gd name="connsiteY0" fmla="*/ 0 h 6276807"/>
              <a:gd name="connsiteX1" fmla="*/ 6835035 w 6835035"/>
              <a:gd name="connsiteY1" fmla="*/ 0 h 6276807"/>
              <a:gd name="connsiteX2" fmla="*/ 6835035 w 6835035"/>
              <a:gd name="connsiteY2" fmla="*/ 6276807 h 6276807"/>
              <a:gd name="connsiteX3" fmla="*/ 276919 w 6835035"/>
              <a:gd name="connsiteY3" fmla="*/ 6276807 h 6276807"/>
              <a:gd name="connsiteX4" fmla="*/ 0 w 6835035"/>
              <a:gd name="connsiteY4" fmla="*/ 6244460 h 6276807"/>
              <a:gd name="connsiteX5" fmla="*/ 3043116 w 6835035"/>
              <a:gd name="connsiteY5" fmla="*/ 0 h 6276807"/>
              <a:gd name="connsiteX0" fmla="*/ 3077731 w 6869650"/>
              <a:gd name="connsiteY0" fmla="*/ 0 h 6286835"/>
              <a:gd name="connsiteX1" fmla="*/ 6869650 w 6869650"/>
              <a:gd name="connsiteY1" fmla="*/ 0 h 6286835"/>
              <a:gd name="connsiteX2" fmla="*/ 6869650 w 6869650"/>
              <a:gd name="connsiteY2" fmla="*/ 6276807 h 6286835"/>
              <a:gd name="connsiteX3" fmla="*/ 311534 w 6869650"/>
              <a:gd name="connsiteY3" fmla="*/ 6276807 h 6286835"/>
              <a:gd name="connsiteX4" fmla="*/ 0 w 6869650"/>
              <a:gd name="connsiteY4" fmla="*/ 6286835 h 6286835"/>
              <a:gd name="connsiteX5" fmla="*/ 3077731 w 6869650"/>
              <a:gd name="connsiteY5" fmla="*/ 0 h 6286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69650" h="6286835">
                <a:moveTo>
                  <a:pt x="3077731" y="0"/>
                </a:moveTo>
                <a:lnTo>
                  <a:pt x="6869650" y="0"/>
                </a:lnTo>
                <a:lnTo>
                  <a:pt x="6869650" y="6276807"/>
                </a:lnTo>
                <a:lnTo>
                  <a:pt x="311534" y="6276807"/>
                </a:lnTo>
                <a:lnTo>
                  <a:pt x="0" y="6286835"/>
                </a:lnTo>
                <a:cubicBezTo>
                  <a:pt x="922066" y="4194755"/>
                  <a:pt x="2155665" y="2092080"/>
                  <a:pt x="3077731" y="0"/>
                </a:cubicBezTo>
                <a:close/>
              </a:path>
            </a:pathLst>
          </a:custGeom>
          <a:pattFill prst="weave">
            <a:fgClr>
              <a:schemeClr val="bg2"/>
            </a:fgClr>
            <a:bgClr>
              <a:schemeClr val="bg1"/>
            </a:bgClr>
          </a:pattFill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Figtree Medium" pitchFamily="2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938C98-750F-B989-E8A2-47D33F5F8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689" y="457200"/>
            <a:ext cx="4602999" cy="1600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4000" b="1" i="0">
                <a:solidFill>
                  <a:schemeClr val="accent2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2D103-5877-6749-18AE-0555B8B45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688" y="2425491"/>
            <a:ext cx="4602997" cy="33321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Figtree" pitchFamily="2" charset="0"/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9B28ACF-39D2-C671-C9B4-9D48311B4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blue and black logo&#10;&#10;AI-generated content may be incorrect.">
            <a:extLst>
              <a:ext uri="{FF2B5EF4-FFF2-40B4-BE49-F238E27FC236}">
                <a16:creationId xmlns:a16="http://schemas.microsoft.com/office/drawing/2014/main" id="{FB6BC089-6024-60CC-51A6-E270462E81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597" y="6437961"/>
            <a:ext cx="857523" cy="243268"/>
          </a:xfrm>
          <a:prstGeom prst="rect">
            <a:avLst/>
          </a:prstGeom>
        </p:spPr>
      </p:pic>
      <p:sp>
        <p:nvSpPr>
          <p:cNvPr id="17" name="Freeform 16">
            <a:extLst>
              <a:ext uri="{FF2B5EF4-FFF2-40B4-BE49-F238E27FC236}">
                <a16:creationId xmlns:a16="http://schemas.microsoft.com/office/drawing/2014/main" id="{43C4FB2F-E7D0-EBC7-4DDB-6CC86298818F}"/>
              </a:ext>
            </a:extLst>
          </p:cNvPr>
          <p:cNvSpPr/>
          <p:nvPr userDrawn="1"/>
        </p:nvSpPr>
        <p:spPr>
          <a:xfrm>
            <a:off x="4809511" y="-5"/>
            <a:ext cx="3605100" cy="6858005"/>
          </a:xfrm>
          <a:custGeom>
            <a:avLst/>
            <a:gdLst>
              <a:gd name="connsiteX0" fmla="*/ 0 w 3200400"/>
              <a:gd name="connsiteY0" fmla="*/ 6276813 h 6276813"/>
              <a:gd name="connsiteX1" fmla="*/ 891153 w 3200400"/>
              <a:gd name="connsiteY1" fmla="*/ 6276813 h 6276813"/>
              <a:gd name="connsiteX2" fmla="*/ 3200400 w 3200400"/>
              <a:gd name="connsiteY2" fmla="*/ 0 h 6276813"/>
              <a:gd name="connsiteX3" fmla="*/ 3115159 w 3200400"/>
              <a:gd name="connsiteY3" fmla="*/ 0 h 6276813"/>
              <a:gd name="connsiteX4" fmla="*/ 0 w 3200400"/>
              <a:gd name="connsiteY4" fmla="*/ 6276813 h 6276813"/>
              <a:gd name="connsiteX0" fmla="*/ 0 w 3254644"/>
              <a:gd name="connsiteY0" fmla="*/ 6284563 h 6284563"/>
              <a:gd name="connsiteX1" fmla="*/ 945397 w 3254644"/>
              <a:gd name="connsiteY1" fmla="*/ 6276813 h 6284563"/>
              <a:gd name="connsiteX2" fmla="*/ 3254644 w 3254644"/>
              <a:gd name="connsiteY2" fmla="*/ 0 h 6284563"/>
              <a:gd name="connsiteX3" fmla="*/ 3169403 w 3254644"/>
              <a:gd name="connsiteY3" fmla="*/ 0 h 6284563"/>
              <a:gd name="connsiteX4" fmla="*/ 0 w 3254644"/>
              <a:gd name="connsiteY4" fmla="*/ 6284563 h 6284563"/>
              <a:gd name="connsiteX0" fmla="*/ 0 w 3285640"/>
              <a:gd name="connsiteY0" fmla="*/ 6284563 h 6284563"/>
              <a:gd name="connsiteX1" fmla="*/ 976393 w 3285640"/>
              <a:gd name="connsiteY1" fmla="*/ 6276813 h 6284563"/>
              <a:gd name="connsiteX2" fmla="*/ 3285640 w 3285640"/>
              <a:gd name="connsiteY2" fmla="*/ 0 h 6284563"/>
              <a:gd name="connsiteX3" fmla="*/ 3200399 w 3285640"/>
              <a:gd name="connsiteY3" fmla="*/ 0 h 6284563"/>
              <a:gd name="connsiteX4" fmla="*/ 0 w 3285640"/>
              <a:gd name="connsiteY4" fmla="*/ 6284563 h 6284563"/>
              <a:gd name="connsiteX0" fmla="*/ 0 w 2812941"/>
              <a:gd name="connsiteY0" fmla="*/ 6292312 h 6292312"/>
              <a:gd name="connsiteX1" fmla="*/ 503694 w 2812941"/>
              <a:gd name="connsiteY1" fmla="*/ 6276813 h 6292312"/>
              <a:gd name="connsiteX2" fmla="*/ 2812941 w 2812941"/>
              <a:gd name="connsiteY2" fmla="*/ 0 h 6292312"/>
              <a:gd name="connsiteX3" fmla="*/ 2727700 w 2812941"/>
              <a:gd name="connsiteY3" fmla="*/ 0 h 6292312"/>
              <a:gd name="connsiteX4" fmla="*/ 0 w 2812941"/>
              <a:gd name="connsiteY4" fmla="*/ 6292312 h 6292312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24525 w 2809766"/>
              <a:gd name="connsiteY3" fmla="*/ 0 h 6276813"/>
              <a:gd name="connsiteX4" fmla="*/ 0 w 2809766"/>
              <a:gd name="connsiteY4" fmla="*/ 6276437 h 6276813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68975 w 2809766"/>
              <a:gd name="connsiteY3" fmla="*/ 6350 h 6276813"/>
              <a:gd name="connsiteX4" fmla="*/ 0 w 2809766"/>
              <a:gd name="connsiteY4" fmla="*/ 6276437 h 6276813"/>
              <a:gd name="connsiteX0" fmla="*/ 0 w 3264621"/>
              <a:gd name="connsiteY0" fmla="*/ 6270087 h 6270463"/>
              <a:gd name="connsiteX1" fmla="*/ 500519 w 3264621"/>
              <a:gd name="connsiteY1" fmla="*/ 6270463 h 6270463"/>
              <a:gd name="connsiteX2" fmla="*/ 3264621 w 3264621"/>
              <a:gd name="connsiteY2" fmla="*/ 3028 h 6270463"/>
              <a:gd name="connsiteX3" fmla="*/ 2768975 w 3264621"/>
              <a:gd name="connsiteY3" fmla="*/ 0 h 6270463"/>
              <a:gd name="connsiteX4" fmla="*/ 0 w 3264621"/>
              <a:gd name="connsiteY4" fmla="*/ 6270087 h 6270463"/>
              <a:gd name="connsiteX0" fmla="*/ 0 w 3264621"/>
              <a:gd name="connsiteY0" fmla="*/ 6267059 h 6267435"/>
              <a:gd name="connsiteX1" fmla="*/ 500519 w 3264621"/>
              <a:gd name="connsiteY1" fmla="*/ 6267435 h 6267435"/>
              <a:gd name="connsiteX2" fmla="*/ 3264621 w 3264621"/>
              <a:gd name="connsiteY2" fmla="*/ 0 h 6267435"/>
              <a:gd name="connsiteX3" fmla="*/ 3214452 w 3264621"/>
              <a:gd name="connsiteY3" fmla="*/ 1661 h 6267435"/>
              <a:gd name="connsiteX4" fmla="*/ 0 w 3264621"/>
              <a:gd name="connsiteY4" fmla="*/ 6267059 h 626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4621" h="6267435">
                <a:moveTo>
                  <a:pt x="0" y="6267059"/>
                </a:moveTo>
                <a:lnTo>
                  <a:pt x="500519" y="6267435"/>
                </a:lnTo>
                <a:lnTo>
                  <a:pt x="3264621" y="0"/>
                </a:lnTo>
                <a:lnTo>
                  <a:pt x="3214452" y="1661"/>
                </a:lnTo>
                <a:lnTo>
                  <a:pt x="0" y="6267059"/>
                </a:lnTo>
                <a:close/>
              </a:path>
            </a:pathLst>
          </a:custGeom>
          <a:gradFill>
            <a:gsLst>
              <a:gs pos="49000">
                <a:schemeClr val="accent2"/>
              </a:gs>
              <a:gs pos="90000">
                <a:schemeClr val="tx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241522199"/>
      </p:ext>
    </p:extLst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+ Image Pl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B69C6E8A-1D0A-512B-A944-81B2539A1E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00658" y="1"/>
            <a:ext cx="6891343" cy="6868952"/>
          </a:xfrm>
          <a:custGeom>
            <a:avLst/>
            <a:gdLst>
              <a:gd name="connsiteX0" fmla="*/ 2766197 w 6558116"/>
              <a:gd name="connsiteY0" fmla="*/ 0 h 6276807"/>
              <a:gd name="connsiteX1" fmla="*/ 6558116 w 6558116"/>
              <a:gd name="connsiteY1" fmla="*/ 0 h 6276807"/>
              <a:gd name="connsiteX2" fmla="*/ 6558116 w 6558116"/>
              <a:gd name="connsiteY2" fmla="*/ 6276807 h 6276807"/>
              <a:gd name="connsiteX3" fmla="*/ 0 w 6558116"/>
              <a:gd name="connsiteY3" fmla="*/ 6276807 h 6276807"/>
              <a:gd name="connsiteX4" fmla="*/ 0 w 6558116"/>
              <a:gd name="connsiteY4" fmla="*/ 6276241 h 6276807"/>
              <a:gd name="connsiteX0" fmla="*/ 3043116 w 6835035"/>
              <a:gd name="connsiteY0" fmla="*/ 0 h 6276807"/>
              <a:gd name="connsiteX1" fmla="*/ 6835035 w 6835035"/>
              <a:gd name="connsiteY1" fmla="*/ 0 h 6276807"/>
              <a:gd name="connsiteX2" fmla="*/ 6835035 w 6835035"/>
              <a:gd name="connsiteY2" fmla="*/ 6276807 h 6276807"/>
              <a:gd name="connsiteX3" fmla="*/ 276919 w 6835035"/>
              <a:gd name="connsiteY3" fmla="*/ 6276807 h 6276807"/>
              <a:gd name="connsiteX4" fmla="*/ 0 w 6835035"/>
              <a:gd name="connsiteY4" fmla="*/ 6244460 h 6276807"/>
              <a:gd name="connsiteX5" fmla="*/ 3043116 w 6835035"/>
              <a:gd name="connsiteY5" fmla="*/ 0 h 6276807"/>
              <a:gd name="connsiteX0" fmla="*/ 3077731 w 6869650"/>
              <a:gd name="connsiteY0" fmla="*/ 0 h 6286835"/>
              <a:gd name="connsiteX1" fmla="*/ 6869650 w 6869650"/>
              <a:gd name="connsiteY1" fmla="*/ 0 h 6286835"/>
              <a:gd name="connsiteX2" fmla="*/ 6869650 w 6869650"/>
              <a:gd name="connsiteY2" fmla="*/ 6276807 h 6286835"/>
              <a:gd name="connsiteX3" fmla="*/ 311534 w 6869650"/>
              <a:gd name="connsiteY3" fmla="*/ 6276807 h 6286835"/>
              <a:gd name="connsiteX4" fmla="*/ 0 w 6869650"/>
              <a:gd name="connsiteY4" fmla="*/ 6286835 h 6286835"/>
              <a:gd name="connsiteX5" fmla="*/ 3077731 w 6869650"/>
              <a:gd name="connsiteY5" fmla="*/ 0 h 6286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69650" h="6286835">
                <a:moveTo>
                  <a:pt x="3077731" y="0"/>
                </a:moveTo>
                <a:lnTo>
                  <a:pt x="6869650" y="0"/>
                </a:lnTo>
                <a:lnTo>
                  <a:pt x="6869650" y="6276807"/>
                </a:lnTo>
                <a:lnTo>
                  <a:pt x="311534" y="6276807"/>
                </a:lnTo>
                <a:lnTo>
                  <a:pt x="0" y="6286835"/>
                </a:lnTo>
                <a:cubicBezTo>
                  <a:pt x="922066" y="4194755"/>
                  <a:pt x="2155665" y="2092080"/>
                  <a:pt x="3077731" y="0"/>
                </a:cubicBezTo>
                <a:close/>
              </a:path>
            </a:pathLst>
          </a:custGeom>
          <a:pattFill prst="weave">
            <a:fgClr>
              <a:schemeClr val="bg2"/>
            </a:fgClr>
            <a:bgClr>
              <a:schemeClr val="bg1"/>
            </a:bgClr>
          </a:pattFill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Figtree Medium" pitchFamily="2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938C98-750F-B989-E8A2-47D33F5F8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689" y="457200"/>
            <a:ext cx="4602999" cy="1600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4000" b="1" i="0">
                <a:solidFill>
                  <a:schemeClr val="accent2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2D103-5877-6749-18AE-0555B8B45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688" y="2425491"/>
            <a:ext cx="4602997" cy="33321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Figtree" pitchFamily="2" charset="0"/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9B28ACF-39D2-C671-C9B4-9D48311B4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blue and black logo&#10;&#10;AI-generated content may be incorrect.">
            <a:extLst>
              <a:ext uri="{FF2B5EF4-FFF2-40B4-BE49-F238E27FC236}">
                <a16:creationId xmlns:a16="http://schemas.microsoft.com/office/drawing/2014/main" id="{FB6BC089-6024-60CC-51A6-E270462E81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597" y="6437961"/>
            <a:ext cx="857523" cy="243268"/>
          </a:xfrm>
          <a:prstGeom prst="rect">
            <a:avLst/>
          </a:prstGeom>
        </p:spPr>
      </p:pic>
      <p:sp>
        <p:nvSpPr>
          <p:cNvPr id="3" name="Freeform 2">
            <a:extLst>
              <a:ext uri="{FF2B5EF4-FFF2-40B4-BE49-F238E27FC236}">
                <a16:creationId xmlns:a16="http://schemas.microsoft.com/office/drawing/2014/main" id="{63078809-296D-371D-64D3-36C8022650B2}"/>
              </a:ext>
            </a:extLst>
          </p:cNvPr>
          <p:cNvSpPr/>
          <p:nvPr userDrawn="1"/>
        </p:nvSpPr>
        <p:spPr>
          <a:xfrm>
            <a:off x="4847710" y="-5"/>
            <a:ext cx="3566903" cy="6858001"/>
          </a:xfrm>
          <a:custGeom>
            <a:avLst/>
            <a:gdLst>
              <a:gd name="connsiteX0" fmla="*/ 0 w 3200400"/>
              <a:gd name="connsiteY0" fmla="*/ 6276813 h 6276813"/>
              <a:gd name="connsiteX1" fmla="*/ 891153 w 3200400"/>
              <a:gd name="connsiteY1" fmla="*/ 6276813 h 6276813"/>
              <a:gd name="connsiteX2" fmla="*/ 3200400 w 3200400"/>
              <a:gd name="connsiteY2" fmla="*/ 0 h 6276813"/>
              <a:gd name="connsiteX3" fmla="*/ 3115159 w 3200400"/>
              <a:gd name="connsiteY3" fmla="*/ 0 h 6276813"/>
              <a:gd name="connsiteX4" fmla="*/ 0 w 3200400"/>
              <a:gd name="connsiteY4" fmla="*/ 6276813 h 6276813"/>
              <a:gd name="connsiteX0" fmla="*/ 0 w 3254644"/>
              <a:gd name="connsiteY0" fmla="*/ 6284563 h 6284563"/>
              <a:gd name="connsiteX1" fmla="*/ 945397 w 3254644"/>
              <a:gd name="connsiteY1" fmla="*/ 6276813 h 6284563"/>
              <a:gd name="connsiteX2" fmla="*/ 3254644 w 3254644"/>
              <a:gd name="connsiteY2" fmla="*/ 0 h 6284563"/>
              <a:gd name="connsiteX3" fmla="*/ 3169403 w 3254644"/>
              <a:gd name="connsiteY3" fmla="*/ 0 h 6284563"/>
              <a:gd name="connsiteX4" fmla="*/ 0 w 3254644"/>
              <a:gd name="connsiteY4" fmla="*/ 6284563 h 6284563"/>
              <a:gd name="connsiteX0" fmla="*/ 0 w 3285640"/>
              <a:gd name="connsiteY0" fmla="*/ 6284563 h 6284563"/>
              <a:gd name="connsiteX1" fmla="*/ 976393 w 3285640"/>
              <a:gd name="connsiteY1" fmla="*/ 6276813 h 6284563"/>
              <a:gd name="connsiteX2" fmla="*/ 3285640 w 3285640"/>
              <a:gd name="connsiteY2" fmla="*/ 0 h 6284563"/>
              <a:gd name="connsiteX3" fmla="*/ 3200399 w 3285640"/>
              <a:gd name="connsiteY3" fmla="*/ 0 h 6284563"/>
              <a:gd name="connsiteX4" fmla="*/ 0 w 3285640"/>
              <a:gd name="connsiteY4" fmla="*/ 6284563 h 6284563"/>
              <a:gd name="connsiteX0" fmla="*/ 0 w 2812941"/>
              <a:gd name="connsiteY0" fmla="*/ 6292312 h 6292312"/>
              <a:gd name="connsiteX1" fmla="*/ 503694 w 2812941"/>
              <a:gd name="connsiteY1" fmla="*/ 6276813 h 6292312"/>
              <a:gd name="connsiteX2" fmla="*/ 2812941 w 2812941"/>
              <a:gd name="connsiteY2" fmla="*/ 0 h 6292312"/>
              <a:gd name="connsiteX3" fmla="*/ 2727700 w 2812941"/>
              <a:gd name="connsiteY3" fmla="*/ 0 h 6292312"/>
              <a:gd name="connsiteX4" fmla="*/ 0 w 2812941"/>
              <a:gd name="connsiteY4" fmla="*/ 6292312 h 6292312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24525 w 2809766"/>
              <a:gd name="connsiteY3" fmla="*/ 0 h 6276813"/>
              <a:gd name="connsiteX4" fmla="*/ 0 w 2809766"/>
              <a:gd name="connsiteY4" fmla="*/ 6276437 h 6276813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68975 w 2809766"/>
              <a:gd name="connsiteY3" fmla="*/ 6350 h 6276813"/>
              <a:gd name="connsiteX4" fmla="*/ 0 w 2809766"/>
              <a:gd name="connsiteY4" fmla="*/ 6276437 h 6276813"/>
              <a:gd name="connsiteX0" fmla="*/ 0 w 3264621"/>
              <a:gd name="connsiteY0" fmla="*/ 6270087 h 6270463"/>
              <a:gd name="connsiteX1" fmla="*/ 500519 w 3264621"/>
              <a:gd name="connsiteY1" fmla="*/ 6270463 h 6270463"/>
              <a:gd name="connsiteX2" fmla="*/ 3264621 w 3264621"/>
              <a:gd name="connsiteY2" fmla="*/ 3028 h 6270463"/>
              <a:gd name="connsiteX3" fmla="*/ 2768975 w 3264621"/>
              <a:gd name="connsiteY3" fmla="*/ 0 h 6270463"/>
              <a:gd name="connsiteX4" fmla="*/ 0 w 3264621"/>
              <a:gd name="connsiteY4" fmla="*/ 6270087 h 6270463"/>
              <a:gd name="connsiteX0" fmla="*/ 0 w 3264621"/>
              <a:gd name="connsiteY0" fmla="*/ 6267059 h 6267435"/>
              <a:gd name="connsiteX1" fmla="*/ 500519 w 3264621"/>
              <a:gd name="connsiteY1" fmla="*/ 6267435 h 6267435"/>
              <a:gd name="connsiteX2" fmla="*/ 3264621 w 3264621"/>
              <a:gd name="connsiteY2" fmla="*/ 0 h 6267435"/>
              <a:gd name="connsiteX3" fmla="*/ 3214452 w 3264621"/>
              <a:gd name="connsiteY3" fmla="*/ 1661 h 6267435"/>
              <a:gd name="connsiteX4" fmla="*/ 0 w 3264621"/>
              <a:gd name="connsiteY4" fmla="*/ 6267059 h 626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4621" h="6267435">
                <a:moveTo>
                  <a:pt x="0" y="6267059"/>
                </a:moveTo>
                <a:lnTo>
                  <a:pt x="500519" y="6267435"/>
                </a:lnTo>
                <a:lnTo>
                  <a:pt x="3264621" y="0"/>
                </a:lnTo>
                <a:lnTo>
                  <a:pt x="3214452" y="1661"/>
                </a:lnTo>
                <a:lnTo>
                  <a:pt x="0" y="6267059"/>
                </a:lnTo>
                <a:close/>
              </a:path>
            </a:pathLst>
          </a:custGeom>
          <a:gradFill>
            <a:gsLst>
              <a:gs pos="45000">
                <a:schemeClr val="accent3"/>
              </a:gs>
              <a:gs pos="89000">
                <a:schemeClr val="accent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669942874"/>
      </p:ext>
    </p:extLst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+ Image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38C98-750F-B989-E8A2-47D33F5F8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689" y="457200"/>
            <a:ext cx="4602999" cy="1600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4000" b="1" i="0">
                <a:solidFill>
                  <a:schemeClr val="accent2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347A47-ADDB-726A-B2AC-AF6601AB38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00658" y="1"/>
            <a:ext cx="6891343" cy="6868952"/>
          </a:xfrm>
          <a:custGeom>
            <a:avLst/>
            <a:gdLst>
              <a:gd name="connsiteX0" fmla="*/ 2766197 w 6558116"/>
              <a:gd name="connsiteY0" fmla="*/ 0 h 6276807"/>
              <a:gd name="connsiteX1" fmla="*/ 6558116 w 6558116"/>
              <a:gd name="connsiteY1" fmla="*/ 0 h 6276807"/>
              <a:gd name="connsiteX2" fmla="*/ 6558116 w 6558116"/>
              <a:gd name="connsiteY2" fmla="*/ 6276807 h 6276807"/>
              <a:gd name="connsiteX3" fmla="*/ 0 w 6558116"/>
              <a:gd name="connsiteY3" fmla="*/ 6276807 h 6276807"/>
              <a:gd name="connsiteX4" fmla="*/ 0 w 6558116"/>
              <a:gd name="connsiteY4" fmla="*/ 6276241 h 6276807"/>
              <a:gd name="connsiteX0" fmla="*/ 3043116 w 6835035"/>
              <a:gd name="connsiteY0" fmla="*/ 0 h 6276807"/>
              <a:gd name="connsiteX1" fmla="*/ 6835035 w 6835035"/>
              <a:gd name="connsiteY1" fmla="*/ 0 h 6276807"/>
              <a:gd name="connsiteX2" fmla="*/ 6835035 w 6835035"/>
              <a:gd name="connsiteY2" fmla="*/ 6276807 h 6276807"/>
              <a:gd name="connsiteX3" fmla="*/ 276919 w 6835035"/>
              <a:gd name="connsiteY3" fmla="*/ 6276807 h 6276807"/>
              <a:gd name="connsiteX4" fmla="*/ 0 w 6835035"/>
              <a:gd name="connsiteY4" fmla="*/ 6244460 h 6276807"/>
              <a:gd name="connsiteX5" fmla="*/ 3043116 w 6835035"/>
              <a:gd name="connsiteY5" fmla="*/ 0 h 6276807"/>
              <a:gd name="connsiteX0" fmla="*/ 3077731 w 6869650"/>
              <a:gd name="connsiteY0" fmla="*/ 0 h 6286835"/>
              <a:gd name="connsiteX1" fmla="*/ 6869650 w 6869650"/>
              <a:gd name="connsiteY1" fmla="*/ 0 h 6286835"/>
              <a:gd name="connsiteX2" fmla="*/ 6869650 w 6869650"/>
              <a:gd name="connsiteY2" fmla="*/ 6276807 h 6286835"/>
              <a:gd name="connsiteX3" fmla="*/ 311534 w 6869650"/>
              <a:gd name="connsiteY3" fmla="*/ 6276807 h 6286835"/>
              <a:gd name="connsiteX4" fmla="*/ 0 w 6869650"/>
              <a:gd name="connsiteY4" fmla="*/ 6286835 h 6286835"/>
              <a:gd name="connsiteX5" fmla="*/ 3077731 w 6869650"/>
              <a:gd name="connsiteY5" fmla="*/ 0 h 6286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69650" h="6286835">
                <a:moveTo>
                  <a:pt x="3077731" y="0"/>
                </a:moveTo>
                <a:lnTo>
                  <a:pt x="6869650" y="0"/>
                </a:lnTo>
                <a:lnTo>
                  <a:pt x="6869650" y="6276807"/>
                </a:lnTo>
                <a:lnTo>
                  <a:pt x="311534" y="6276807"/>
                </a:lnTo>
                <a:lnTo>
                  <a:pt x="0" y="6286835"/>
                </a:lnTo>
                <a:cubicBezTo>
                  <a:pt x="922066" y="4194755"/>
                  <a:pt x="2155665" y="2092080"/>
                  <a:pt x="3077731" y="0"/>
                </a:cubicBezTo>
                <a:close/>
              </a:path>
            </a:pathLst>
          </a:custGeom>
          <a:pattFill prst="weave">
            <a:fgClr>
              <a:schemeClr val="bg2"/>
            </a:fgClr>
            <a:bgClr>
              <a:schemeClr val="bg1"/>
            </a:bgClr>
          </a:pattFill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Figtree Medium" pitchFamily="2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2D103-5877-6749-18AE-0555B8B45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688" y="2425491"/>
            <a:ext cx="4602997" cy="33321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Figtree" pitchFamily="2" charset="0"/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9B28ACF-39D2-C671-C9B4-9D48311B4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blue and black logo&#10;&#10;AI-generated content may be incorrect.">
            <a:extLst>
              <a:ext uri="{FF2B5EF4-FFF2-40B4-BE49-F238E27FC236}">
                <a16:creationId xmlns:a16="http://schemas.microsoft.com/office/drawing/2014/main" id="{FB6BC089-6024-60CC-51A6-E270462E81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597" y="6437961"/>
            <a:ext cx="857523" cy="243268"/>
          </a:xfrm>
          <a:prstGeom prst="rect">
            <a:avLst/>
          </a:prstGeom>
        </p:spPr>
      </p:pic>
      <p:sp>
        <p:nvSpPr>
          <p:cNvPr id="5" name="Freeform 4">
            <a:extLst>
              <a:ext uri="{FF2B5EF4-FFF2-40B4-BE49-F238E27FC236}">
                <a16:creationId xmlns:a16="http://schemas.microsoft.com/office/drawing/2014/main" id="{F06610B9-8C48-9789-3124-8DB88AA039B6}"/>
              </a:ext>
            </a:extLst>
          </p:cNvPr>
          <p:cNvSpPr/>
          <p:nvPr userDrawn="1"/>
        </p:nvSpPr>
        <p:spPr>
          <a:xfrm>
            <a:off x="4855811" y="-5"/>
            <a:ext cx="3558800" cy="6868957"/>
          </a:xfrm>
          <a:custGeom>
            <a:avLst/>
            <a:gdLst>
              <a:gd name="connsiteX0" fmla="*/ 0 w 3200400"/>
              <a:gd name="connsiteY0" fmla="*/ 6276813 h 6276813"/>
              <a:gd name="connsiteX1" fmla="*/ 891153 w 3200400"/>
              <a:gd name="connsiteY1" fmla="*/ 6276813 h 6276813"/>
              <a:gd name="connsiteX2" fmla="*/ 3200400 w 3200400"/>
              <a:gd name="connsiteY2" fmla="*/ 0 h 6276813"/>
              <a:gd name="connsiteX3" fmla="*/ 3115159 w 3200400"/>
              <a:gd name="connsiteY3" fmla="*/ 0 h 6276813"/>
              <a:gd name="connsiteX4" fmla="*/ 0 w 3200400"/>
              <a:gd name="connsiteY4" fmla="*/ 6276813 h 6276813"/>
              <a:gd name="connsiteX0" fmla="*/ 0 w 3254644"/>
              <a:gd name="connsiteY0" fmla="*/ 6284563 h 6284563"/>
              <a:gd name="connsiteX1" fmla="*/ 945397 w 3254644"/>
              <a:gd name="connsiteY1" fmla="*/ 6276813 h 6284563"/>
              <a:gd name="connsiteX2" fmla="*/ 3254644 w 3254644"/>
              <a:gd name="connsiteY2" fmla="*/ 0 h 6284563"/>
              <a:gd name="connsiteX3" fmla="*/ 3169403 w 3254644"/>
              <a:gd name="connsiteY3" fmla="*/ 0 h 6284563"/>
              <a:gd name="connsiteX4" fmla="*/ 0 w 3254644"/>
              <a:gd name="connsiteY4" fmla="*/ 6284563 h 6284563"/>
              <a:gd name="connsiteX0" fmla="*/ 0 w 3285640"/>
              <a:gd name="connsiteY0" fmla="*/ 6284563 h 6284563"/>
              <a:gd name="connsiteX1" fmla="*/ 976393 w 3285640"/>
              <a:gd name="connsiteY1" fmla="*/ 6276813 h 6284563"/>
              <a:gd name="connsiteX2" fmla="*/ 3285640 w 3285640"/>
              <a:gd name="connsiteY2" fmla="*/ 0 h 6284563"/>
              <a:gd name="connsiteX3" fmla="*/ 3200399 w 3285640"/>
              <a:gd name="connsiteY3" fmla="*/ 0 h 6284563"/>
              <a:gd name="connsiteX4" fmla="*/ 0 w 3285640"/>
              <a:gd name="connsiteY4" fmla="*/ 6284563 h 6284563"/>
              <a:gd name="connsiteX0" fmla="*/ 0 w 2812941"/>
              <a:gd name="connsiteY0" fmla="*/ 6292312 h 6292312"/>
              <a:gd name="connsiteX1" fmla="*/ 503694 w 2812941"/>
              <a:gd name="connsiteY1" fmla="*/ 6276813 h 6292312"/>
              <a:gd name="connsiteX2" fmla="*/ 2812941 w 2812941"/>
              <a:gd name="connsiteY2" fmla="*/ 0 h 6292312"/>
              <a:gd name="connsiteX3" fmla="*/ 2727700 w 2812941"/>
              <a:gd name="connsiteY3" fmla="*/ 0 h 6292312"/>
              <a:gd name="connsiteX4" fmla="*/ 0 w 2812941"/>
              <a:gd name="connsiteY4" fmla="*/ 6292312 h 6292312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24525 w 2809766"/>
              <a:gd name="connsiteY3" fmla="*/ 0 h 6276813"/>
              <a:gd name="connsiteX4" fmla="*/ 0 w 2809766"/>
              <a:gd name="connsiteY4" fmla="*/ 6276437 h 6276813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68975 w 2809766"/>
              <a:gd name="connsiteY3" fmla="*/ 6350 h 6276813"/>
              <a:gd name="connsiteX4" fmla="*/ 0 w 2809766"/>
              <a:gd name="connsiteY4" fmla="*/ 6276437 h 6276813"/>
              <a:gd name="connsiteX0" fmla="*/ 0 w 3264621"/>
              <a:gd name="connsiteY0" fmla="*/ 6270087 h 6270463"/>
              <a:gd name="connsiteX1" fmla="*/ 500519 w 3264621"/>
              <a:gd name="connsiteY1" fmla="*/ 6270463 h 6270463"/>
              <a:gd name="connsiteX2" fmla="*/ 3264621 w 3264621"/>
              <a:gd name="connsiteY2" fmla="*/ 3028 h 6270463"/>
              <a:gd name="connsiteX3" fmla="*/ 2768975 w 3264621"/>
              <a:gd name="connsiteY3" fmla="*/ 0 h 6270463"/>
              <a:gd name="connsiteX4" fmla="*/ 0 w 3264621"/>
              <a:gd name="connsiteY4" fmla="*/ 6270087 h 6270463"/>
              <a:gd name="connsiteX0" fmla="*/ 0 w 3264621"/>
              <a:gd name="connsiteY0" fmla="*/ 6267059 h 6267435"/>
              <a:gd name="connsiteX1" fmla="*/ 500519 w 3264621"/>
              <a:gd name="connsiteY1" fmla="*/ 6267435 h 6267435"/>
              <a:gd name="connsiteX2" fmla="*/ 3264621 w 3264621"/>
              <a:gd name="connsiteY2" fmla="*/ 0 h 6267435"/>
              <a:gd name="connsiteX3" fmla="*/ 3214452 w 3264621"/>
              <a:gd name="connsiteY3" fmla="*/ 1661 h 6267435"/>
              <a:gd name="connsiteX4" fmla="*/ 0 w 3264621"/>
              <a:gd name="connsiteY4" fmla="*/ 6267059 h 626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4621" h="6267435">
                <a:moveTo>
                  <a:pt x="0" y="6267059"/>
                </a:moveTo>
                <a:lnTo>
                  <a:pt x="500519" y="6267435"/>
                </a:lnTo>
                <a:lnTo>
                  <a:pt x="3264621" y="0"/>
                </a:lnTo>
                <a:lnTo>
                  <a:pt x="3214452" y="1661"/>
                </a:lnTo>
                <a:lnTo>
                  <a:pt x="0" y="6267059"/>
                </a:lnTo>
                <a:close/>
              </a:path>
            </a:pathLst>
          </a:custGeom>
          <a:gradFill>
            <a:gsLst>
              <a:gs pos="52000">
                <a:schemeClr val="accent4"/>
              </a:gs>
              <a:gs pos="90000">
                <a:schemeClr val="accent6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967992246"/>
      </p:ext>
    </p:extLst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+ Image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347A47-ADDB-726A-B2AC-AF6601AB38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13821" y="0"/>
            <a:ext cx="6891343" cy="6868957"/>
          </a:xfrm>
          <a:custGeom>
            <a:avLst/>
            <a:gdLst>
              <a:gd name="connsiteX0" fmla="*/ 2766197 w 6558116"/>
              <a:gd name="connsiteY0" fmla="*/ 0 h 6276807"/>
              <a:gd name="connsiteX1" fmla="*/ 6558116 w 6558116"/>
              <a:gd name="connsiteY1" fmla="*/ 0 h 6276807"/>
              <a:gd name="connsiteX2" fmla="*/ 6558116 w 6558116"/>
              <a:gd name="connsiteY2" fmla="*/ 6276807 h 6276807"/>
              <a:gd name="connsiteX3" fmla="*/ 0 w 6558116"/>
              <a:gd name="connsiteY3" fmla="*/ 6276807 h 6276807"/>
              <a:gd name="connsiteX4" fmla="*/ 0 w 6558116"/>
              <a:gd name="connsiteY4" fmla="*/ 6276241 h 6276807"/>
              <a:gd name="connsiteX0" fmla="*/ 3043116 w 6835035"/>
              <a:gd name="connsiteY0" fmla="*/ 0 h 6276807"/>
              <a:gd name="connsiteX1" fmla="*/ 6835035 w 6835035"/>
              <a:gd name="connsiteY1" fmla="*/ 0 h 6276807"/>
              <a:gd name="connsiteX2" fmla="*/ 6835035 w 6835035"/>
              <a:gd name="connsiteY2" fmla="*/ 6276807 h 6276807"/>
              <a:gd name="connsiteX3" fmla="*/ 276919 w 6835035"/>
              <a:gd name="connsiteY3" fmla="*/ 6276807 h 6276807"/>
              <a:gd name="connsiteX4" fmla="*/ 0 w 6835035"/>
              <a:gd name="connsiteY4" fmla="*/ 6244460 h 6276807"/>
              <a:gd name="connsiteX5" fmla="*/ 3043116 w 6835035"/>
              <a:gd name="connsiteY5" fmla="*/ 0 h 6276807"/>
              <a:gd name="connsiteX0" fmla="*/ 3077731 w 6869650"/>
              <a:gd name="connsiteY0" fmla="*/ 0 h 6286835"/>
              <a:gd name="connsiteX1" fmla="*/ 6869650 w 6869650"/>
              <a:gd name="connsiteY1" fmla="*/ 0 h 6286835"/>
              <a:gd name="connsiteX2" fmla="*/ 6869650 w 6869650"/>
              <a:gd name="connsiteY2" fmla="*/ 6276807 h 6286835"/>
              <a:gd name="connsiteX3" fmla="*/ 311534 w 6869650"/>
              <a:gd name="connsiteY3" fmla="*/ 6276807 h 6286835"/>
              <a:gd name="connsiteX4" fmla="*/ 0 w 6869650"/>
              <a:gd name="connsiteY4" fmla="*/ 6286835 h 6286835"/>
              <a:gd name="connsiteX5" fmla="*/ 3077731 w 6869650"/>
              <a:gd name="connsiteY5" fmla="*/ 0 h 6286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69650" h="6286835">
                <a:moveTo>
                  <a:pt x="3077731" y="0"/>
                </a:moveTo>
                <a:lnTo>
                  <a:pt x="6869650" y="0"/>
                </a:lnTo>
                <a:lnTo>
                  <a:pt x="6869650" y="6276807"/>
                </a:lnTo>
                <a:lnTo>
                  <a:pt x="311534" y="6276807"/>
                </a:lnTo>
                <a:lnTo>
                  <a:pt x="0" y="6286835"/>
                </a:lnTo>
                <a:cubicBezTo>
                  <a:pt x="922066" y="4194755"/>
                  <a:pt x="2155665" y="2092080"/>
                  <a:pt x="3077731" y="0"/>
                </a:cubicBezTo>
                <a:close/>
              </a:path>
            </a:pathLst>
          </a:custGeom>
          <a:pattFill prst="weave">
            <a:fgClr>
              <a:schemeClr val="bg2"/>
            </a:fgClr>
            <a:bgClr>
              <a:schemeClr val="bg1"/>
            </a:bgClr>
          </a:pattFill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Figtree Medium" pitchFamily="2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938C98-750F-B989-E8A2-47D33F5F8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689" y="457200"/>
            <a:ext cx="4602999" cy="1600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4000" b="1" i="0">
                <a:solidFill>
                  <a:schemeClr val="accent2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2D103-5877-6749-18AE-0555B8B45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688" y="2425491"/>
            <a:ext cx="4602997" cy="33321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Figtree" pitchFamily="2" charset="0"/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9B28ACF-39D2-C671-C9B4-9D48311B4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blue and black logo&#10;&#10;AI-generated content may be incorrect.">
            <a:extLst>
              <a:ext uri="{FF2B5EF4-FFF2-40B4-BE49-F238E27FC236}">
                <a16:creationId xmlns:a16="http://schemas.microsoft.com/office/drawing/2014/main" id="{FB6BC089-6024-60CC-51A6-E270462E81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597" y="6437961"/>
            <a:ext cx="857523" cy="243268"/>
          </a:xfrm>
          <a:prstGeom prst="rect">
            <a:avLst/>
          </a:prstGeom>
        </p:spPr>
      </p:pic>
      <p:sp>
        <p:nvSpPr>
          <p:cNvPr id="3" name="Freeform 2">
            <a:extLst>
              <a:ext uri="{FF2B5EF4-FFF2-40B4-BE49-F238E27FC236}">
                <a16:creationId xmlns:a16="http://schemas.microsoft.com/office/drawing/2014/main" id="{CB73E4F5-5916-13A5-64C5-8C77558117BD}"/>
              </a:ext>
            </a:extLst>
          </p:cNvPr>
          <p:cNvSpPr/>
          <p:nvPr userDrawn="1"/>
        </p:nvSpPr>
        <p:spPr>
          <a:xfrm>
            <a:off x="4809511" y="-5"/>
            <a:ext cx="3605100" cy="6868957"/>
          </a:xfrm>
          <a:custGeom>
            <a:avLst/>
            <a:gdLst>
              <a:gd name="connsiteX0" fmla="*/ 0 w 3200400"/>
              <a:gd name="connsiteY0" fmla="*/ 6276813 h 6276813"/>
              <a:gd name="connsiteX1" fmla="*/ 891153 w 3200400"/>
              <a:gd name="connsiteY1" fmla="*/ 6276813 h 6276813"/>
              <a:gd name="connsiteX2" fmla="*/ 3200400 w 3200400"/>
              <a:gd name="connsiteY2" fmla="*/ 0 h 6276813"/>
              <a:gd name="connsiteX3" fmla="*/ 3115159 w 3200400"/>
              <a:gd name="connsiteY3" fmla="*/ 0 h 6276813"/>
              <a:gd name="connsiteX4" fmla="*/ 0 w 3200400"/>
              <a:gd name="connsiteY4" fmla="*/ 6276813 h 6276813"/>
              <a:gd name="connsiteX0" fmla="*/ 0 w 3254644"/>
              <a:gd name="connsiteY0" fmla="*/ 6284563 h 6284563"/>
              <a:gd name="connsiteX1" fmla="*/ 945397 w 3254644"/>
              <a:gd name="connsiteY1" fmla="*/ 6276813 h 6284563"/>
              <a:gd name="connsiteX2" fmla="*/ 3254644 w 3254644"/>
              <a:gd name="connsiteY2" fmla="*/ 0 h 6284563"/>
              <a:gd name="connsiteX3" fmla="*/ 3169403 w 3254644"/>
              <a:gd name="connsiteY3" fmla="*/ 0 h 6284563"/>
              <a:gd name="connsiteX4" fmla="*/ 0 w 3254644"/>
              <a:gd name="connsiteY4" fmla="*/ 6284563 h 6284563"/>
              <a:gd name="connsiteX0" fmla="*/ 0 w 3285640"/>
              <a:gd name="connsiteY0" fmla="*/ 6284563 h 6284563"/>
              <a:gd name="connsiteX1" fmla="*/ 976393 w 3285640"/>
              <a:gd name="connsiteY1" fmla="*/ 6276813 h 6284563"/>
              <a:gd name="connsiteX2" fmla="*/ 3285640 w 3285640"/>
              <a:gd name="connsiteY2" fmla="*/ 0 h 6284563"/>
              <a:gd name="connsiteX3" fmla="*/ 3200399 w 3285640"/>
              <a:gd name="connsiteY3" fmla="*/ 0 h 6284563"/>
              <a:gd name="connsiteX4" fmla="*/ 0 w 3285640"/>
              <a:gd name="connsiteY4" fmla="*/ 6284563 h 6284563"/>
              <a:gd name="connsiteX0" fmla="*/ 0 w 2812941"/>
              <a:gd name="connsiteY0" fmla="*/ 6292312 h 6292312"/>
              <a:gd name="connsiteX1" fmla="*/ 503694 w 2812941"/>
              <a:gd name="connsiteY1" fmla="*/ 6276813 h 6292312"/>
              <a:gd name="connsiteX2" fmla="*/ 2812941 w 2812941"/>
              <a:gd name="connsiteY2" fmla="*/ 0 h 6292312"/>
              <a:gd name="connsiteX3" fmla="*/ 2727700 w 2812941"/>
              <a:gd name="connsiteY3" fmla="*/ 0 h 6292312"/>
              <a:gd name="connsiteX4" fmla="*/ 0 w 2812941"/>
              <a:gd name="connsiteY4" fmla="*/ 6292312 h 6292312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24525 w 2809766"/>
              <a:gd name="connsiteY3" fmla="*/ 0 h 6276813"/>
              <a:gd name="connsiteX4" fmla="*/ 0 w 2809766"/>
              <a:gd name="connsiteY4" fmla="*/ 6276437 h 6276813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68975 w 2809766"/>
              <a:gd name="connsiteY3" fmla="*/ 6350 h 6276813"/>
              <a:gd name="connsiteX4" fmla="*/ 0 w 2809766"/>
              <a:gd name="connsiteY4" fmla="*/ 6276437 h 6276813"/>
              <a:gd name="connsiteX0" fmla="*/ 0 w 3264621"/>
              <a:gd name="connsiteY0" fmla="*/ 6270087 h 6270463"/>
              <a:gd name="connsiteX1" fmla="*/ 500519 w 3264621"/>
              <a:gd name="connsiteY1" fmla="*/ 6270463 h 6270463"/>
              <a:gd name="connsiteX2" fmla="*/ 3264621 w 3264621"/>
              <a:gd name="connsiteY2" fmla="*/ 3028 h 6270463"/>
              <a:gd name="connsiteX3" fmla="*/ 2768975 w 3264621"/>
              <a:gd name="connsiteY3" fmla="*/ 0 h 6270463"/>
              <a:gd name="connsiteX4" fmla="*/ 0 w 3264621"/>
              <a:gd name="connsiteY4" fmla="*/ 6270087 h 6270463"/>
              <a:gd name="connsiteX0" fmla="*/ 0 w 3264621"/>
              <a:gd name="connsiteY0" fmla="*/ 6267059 h 6267435"/>
              <a:gd name="connsiteX1" fmla="*/ 500519 w 3264621"/>
              <a:gd name="connsiteY1" fmla="*/ 6267435 h 6267435"/>
              <a:gd name="connsiteX2" fmla="*/ 3264621 w 3264621"/>
              <a:gd name="connsiteY2" fmla="*/ 0 h 6267435"/>
              <a:gd name="connsiteX3" fmla="*/ 3214452 w 3264621"/>
              <a:gd name="connsiteY3" fmla="*/ 1661 h 6267435"/>
              <a:gd name="connsiteX4" fmla="*/ 0 w 3264621"/>
              <a:gd name="connsiteY4" fmla="*/ 6267059 h 626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4621" h="6267435">
                <a:moveTo>
                  <a:pt x="0" y="6267059"/>
                </a:moveTo>
                <a:lnTo>
                  <a:pt x="500519" y="6267435"/>
                </a:lnTo>
                <a:lnTo>
                  <a:pt x="3264621" y="0"/>
                </a:lnTo>
                <a:lnTo>
                  <a:pt x="3214452" y="1661"/>
                </a:lnTo>
                <a:lnTo>
                  <a:pt x="0" y="6267059"/>
                </a:lnTo>
                <a:close/>
              </a:path>
            </a:pathLst>
          </a:custGeom>
          <a:gradFill>
            <a:gsLst>
              <a:gs pos="44000">
                <a:schemeClr val="accent5"/>
              </a:gs>
              <a:gs pos="81000">
                <a:schemeClr val="accent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697960472"/>
      </p:ext>
    </p:extLst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+ Image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38C98-750F-B989-E8A2-47D33F5F8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689" y="457200"/>
            <a:ext cx="4602999" cy="16002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4000" b="1" i="0">
                <a:solidFill>
                  <a:schemeClr val="accent2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347A47-ADDB-726A-B2AC-AF6601AB38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00658" y="1"/>
            <a:ext cx="6891343" cy="6868952"/>
          </a:xfrm>
          <a:custGeom>
            <a:avLst/>
            <a:gdLst>
              <a:gd name="connsiteX0" fmla="*/ 2766197 w 6558116"/>
              <a:gd name="connsiteY0" fmla="*/ 0 h 6276807"/>
              <a:gd name="connsiteX1" fmla="*/ 6558116 w 6558116"/>
              <a:gd name="connsiteY1" fmla="*/ 0 h 6276807"/>
              <a:gd name="connsiteX2" fmla="*/ 6558116 w 6558116"/>
              <a:gd name="connsiteY2" fmla="*/ 6276807 h 6276807"/>
              <a:gd name="connsiteX3" fmla="*/ 0 w 6558116"/>
              <a:gd name="connsiteY3" fmla="*/ 6276807 h 6276807"/>
              <a:gd name="connsiteX4" fmla="*/ 0 w 6558116"/>
              <a:gd name="connsiteY4" fmla="*/ 6276241 h 6276807"/>
              <a:gd name="connsiteX0" fmla="*/ 3043116 w 6835035"/>
              <a:gd name="connsiteY0" fmla="*/ 0 h 6276807"/>
              <a:gd name="connsiteX1" fmla="*/ 6835035 w 6835035"/>
              <a:gd name="connsiteY1" fmla="*/ 0 h 6276807"/>
              <a:gd name="connsiteX2" fmla="*/ 6835035 w 6835035"/>
              <a:gd name="connsiteY2" fmla="*/ 6276807 h 6276807"/>
              <a:gd name="connsiteX3" fmla="*/ 276919 w 6835035"/>
              <a:gd name="connsiteY3" fmla="*/ 6276807 h 6276807"/>
              <a:gd name="connsiteX4" fmla="*/ 0 w 6835035"/>
              <a:gd name="connsiteY4" fmla="*/ 6244460 h 6276807"/>
              <a:gd name="connsiteX5" fmla="*/ 3043116 w 6835035"/>
              <a:gd name="connsiteY5" fmla="*/ 0 h 6276807"/>
              <a:gd name="connsiteX0" fmla="*/ 3077731 w 6869650"/>
              <a:gd name="connsiteY0" fmla="*/ 0 h 6286835"/>
              <a:gd name="connsiteX1" fmla="*/ 6869650 w 6869650"/>
              <a:gd name="connsiteY1" fmla="*/ 0 h 6286835"/>
              <a:gd name="connsiteX2" fmla="*/ 6869650 w 6869650"/>
              <a:gd name="connsiteY2" fmla="*/ 6276807 h 6286835"/>
              <a:gd name="connsiteX3" fmla="*/ 311534 w 6869650"/>
              <a:gd name="connsiteY3" fmla="*/ 6276807 h 6286835"/>
              <a:gd name="connsiteX4" fmla="*/ 0 w 6869650"/>
              <a:gd name="connsiteY4" fmla="*/ 6286835 h 6286835"/>
              <a:gd name="connsiteX5" fmla="*/ 3077731 w 6869650"/>
              <a:gd name="connsiteY5" fmla="*/ 0 h 6286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69650" h="6286835">
                <a:moveTo>
                  <a:pt x="3077731" y="0"/>
                </a:moveTo>
                <a:lnTo>
                  <a:pt x="6869650" y="0"/>
                </a:lnTo>
                <a:lnTo>
                  <a:pt x="6869650" y="6276807"/>
                </a:lnTo>
                <a:lnTo>
                  <a:pt x="311534" y="6276807"/>
                </a:lnTo>
                <a:lnTo>
                  <a:pt x="0" y="6286835"/>
                </a:lnTo>
                <a:cubicBezTo>
                  <a:pt x="922066" y="4194755"/>
                  <a:pt x="2155665" y="2092080"/>
                  <a:pt x="3077731" y="0"/>
                </a:cubicBezTo>
                <a:close/>
              </a:path>
            </a:pathLst>
          </a:custGeom>
          <a:pattFill prst="weave">
            <a:fgClr>
              <a:schemeClr val="bg2"/>
            </a:fgClr>
            <a:bgClr>
              <a:schemeClr val="bg1"/>
            </a:bgClr>
          </a:pattFill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Figtree Medium" pitchFamily="2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2D103-5877-6749-18AE-0555B8B45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688" y="2425491"/>
            <a:ext cx="4602997" cy="33321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Figtree" pitchFamily="2" charset="0"/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9B28ACF-39D2-C671-C9B4-9D48311B4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CEC24C-CECD-91CA-2C36-F562C4C98EB5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blue and black logo&#10;&#10;AI-generated content may be incorrect.">
            <a:extLst>
              <a:ext uri="{FF2B5EF4-FFF2-40B4-BE49-F238E27FC236}">
                <a16:creationId xmlns:a16="http://schemas.microsoft.com/office/drawing/2014/main" id="{FB6BC089-6024-60CC-51A6-E270462E81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597" y="6437961"/>
            <a:ext cx="857523" cy="243268"/>
          </a:xfrm>
          <a:prstGeom prst="rect">
            <a:avLst/>
          </a:prstGeom>
        </p:spPr>
      </p:pic>
      <p:sp>
        <p:nvSpPr>
          <p:cNvPr id="5" name="Freeform 4">
            <a:extLst>
              <a:ext uri="{FF2B5EF4-FFF2-40B4-BE49-F238E27FC236}">
                <a16:creationId xmlns:a16="http://schemas.microsoft.com/office/drawing/2014/main" id="{CFD3A720-686E-513F-0664-2531C8B0201E}"/>
              </a:ext>
            </a:extLst>
          </p:cNvPr>
          <p:cNvSpPr/>
          <p:nvPr userDrawn="1"/>
        </p:nvSpPr>
        <p:spPr>
          <a:xfrm>
            <a:off x="4809511" y="-5"/>
            <a:ext cx="3605100" cy="6868957"/>
          </a:xfrm>
          <a:custGeom>
            <a:avLst/>
            <a:gdLst>
              <a:gd name="connsiteX0" fmla="*/ 0 w 3200400"/>
              <a:gd name="connsiteY0" fmla="*/ 6276813 h 6276813"/>
              <a:gd name="connsiteX1" fmla="*/ 891153 w 3200400"/>
              <a:gd name="connsiteY1" fmla="*/ 6276813 h 6276813"/>
              <a:gd name="connsiteX2" fmla="*/ 3200400 w 3200400"/>
              <a:gd name="connsiteY2" fmla="*/ 0 h 6276813"/>
              <a:gd name="connsiteX3" fmla="*/ 3115159 w 3200400"/>
              <a:gd name="connsiteY3" fmla="*/ 0 h 6276813"/>
              <a:gd name="connsiteX4" fmla="*/ 0 w 3200400"/>
              <a:gd name="connsiteY4" fmla="*/ 6276813 h 6276813"/>
              <a:gd name="connsiteX0" fmla="*/ 0 w 3254644"/>
              <a:gd name="connsiteY0" fmla="*/ 6284563 h 6284563"/>
              <a:gd name="connsiteX1" fmla="*/ 945397 w 3254644"/>
              <a:gd name="connsiteY1" fmla="*/ 6276813 h 6284563"/>
              <a:gd name="connsiteX2" fmla="*/ 3254644 w 3254644"/>
              <a:gd name="connsiteY2" fmla="*/ 0 h 6284563"/>
              <a:gd name="connsiteX3" fmla="*/ 3169403 w 3254644"/>
              <a:gd name="connsiteY3" fmla="*/ 0 h 6284563"/>
              <a:gd name="connsiteX4" fmla="*/ 0 w 3254644"/>
              <a:gd name="connsiteY4" fmla="*/ 6284563 h 6284563"/>
              <a:gd name="connsiteX0" fmla="*/ 0 w 3285640"/>
              <a:gd name="connsiteY0" fmla="*/ 6284563 h 6284563"/>
              <a:gd name="connsiteX1" fmla="*/ 976393 w 3285640"/>
              <a:gd name="connsiteY1" fmla="*/ 6276813 h 6284563"/>
              <a:gd name="connsiteX2" fmla="*/ 3285640 w 3285640"/>
              <a:gd name="connsiteY2" fmla="*/ 0 h 6284563"/>
              <a:gd name="connsiteX3" fmla="*/ 3200399 w 3285640"/>
              <a:gd name="connsiteY3" fmla="*/ 0 h 6284563"/>
              <a:gd name="connsiteX4" fmla="*/ 0 w 3285640"/>
              <a:gd name="connsiteY4" fmla="*/ 6284563 h 6284563"/>
              <a:gd name="connsiteX0" fmla="*/ 0 w 2812941"/>
              <a:gd name="connsiteY0" fmla="*/ 6292312 h 6292312"/>
              <a:gd name="connsiteX1" fmla="*/ 503694 w 2812941"/>
              <a:gd name="connsiteY1" fmla="*/ 6276813 h 6292312"/>
              <a:gd name="connsiteX2" fmla="*/ 2812941 w 2812941"/>
              <a:gd name="connsiteY2" fmla="*/ 0 h 6292312"/>
              <a:gd name="connsiteX3" fmla="*/ 2727700 w 2812941"/>
              <a:gd name="connsiteY3" fmla="*/ 0 h 6292312"/>
              <a:gd name="connsiteX4" fmla="*/ 0 w 2812941"/>
              <a:gd name="connsiteY4" fmla="*/ 6292312 h 6292312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24525 w 2809766"/>
              <a:gd name="connsiteY3" fmla="*/ 0 h 6276813"/>
              <a:gd name="connsiteX4" fmla="*/ 0 w 2809766"/>
              <a:gd name="connsiteY4" fmla="*/ 6276437 h 6276813"/>
              <a:gd name="connsiteX0" fmla="*/ 0 w 2809766"/>
              <a:gd name="connsiteY0" fmla="*/ 6276437 h 6276813"/>
              <a:gd name="connsiteX1" fmla="*/ 500519 w 2809766"/>
              <a:gd name="connsiteY1" fmla="*/ 6276813 h 6276813"/>
              <a:gd name="connsiteX2" fmla="*/ 2809766 w 2809766"/>
              <a:gd name="connsiteY2" fmla="*/ 0 h 6276813"/>
              <a:gd name="connsiteX3" fmla="*/ 2768975 w 2809766"/>
              <a:gd name="connsiteY3" fmla="*/ 6350 h 6276813"/>
              <a:gd name="connsiteX4" fmla="*/ 0 w 2809766"/>
              <a:gd name="connsiteY4" fmla="*/ 6276437 h 6276813"/>
              <a:gd name="connsiteX0" fmla="*/ 0 w 3264621"/>
              <a:gd name="connsiteY0" fmla="*/ 6270087 h 6270463"/>
              <a:gd name="connsiteX1" fmla="*/ 500519 w 3264621"/>
              <a:gd name="connsiteY1" fmla="*/ 6270463 h 6270463"/>
              <a:gd name="connsiteX2" fmla="*/ 3264621 w 3264621"/>
              <a:gd name="connsiteY2" fmla="*/ 3028 h 6270463"/>
              <a:gd name="connsiteX3" fmla="*/ 2768975 w 3264621"/>
              <a:gd name="connsiteY3" fmla="*/ 0 h 6270463"/>
              <a:gd name="connsiteX4" fmla="*/ 0 w 3264621"/>
              <a:gd name="connsiteY4" fmla="*/ 6270087 h 6270463"/>
              <a:gd name="connsiteX0" fmla="*/ 0 w 3264621"/>
              <a:gd name="connsiteY0" fmla="*/ 6267059 h 6267435"/>
              <a:gd name="connsiteX1" fmla="*/ 500519 w 3264621"/>
              <a:gd name="connsiteY1" fmla="*/ 6267435 h 6267435"/>
              <a:gd name="connsiteX2" fmla="*/ 3264621 w 3264621"/>
              <a:gd name="connsiteY2" fmla="*/ 0 h 6267435"/>
              <a:gd name="connsiteX3" fmla="*/ 3214452 w 3264621"/>
              <a:gd name="connsiteY3" fmla="*/ 1661 h 6267435"/>
              <a:gd name="connsiteX4" fmla="*/ 0 w 3264621"/>
              <a:gd name="connsiteY4" fmla="*/ 6267059 h 626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64621" h="6267435">
                <a:moveTo>
                  <a:pt x="0" y="6267059"/>
                </a:moveTo>
                <a:lnTo>
                  <a:pt x="500519" y="6267435"/>
                </a:lnTo>
                <a:lnTo>
                  <a:pt x="3264621" y="0"/>
                </a:lnTo>
                <a:lnTo>
                  <a:pt x="3214452" y="1661"/>
                </a:lnTo>
                <a:lnTo>
                  <a:pt x="0" y="6267059"/>
                </a:lnTo>
                <a:close/>
              </a:path>
            </a:pathLst>
          </a:custGeom>
          <a:gradFill>
            <a:gsLst>
              <a:gs pos="49000">
                <a:schemeClr val="accent6"/>
              </a:gs>
              <a:gs pos="87000">
                <a:schemeClr val="accent3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784690531"/>
      </p:ext>
    </p:extLst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8CCF58C-6D75-29B7-7B8C-B77608243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A1374A-4FD1-F1A4-3B49-EFD13560F1C3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A blue and black logo&#10;&#10;AI-generated content may be incorrect.">
            <a:extLst>
              <a:ext uri="{FF2B5EF4-FFF2-40B4-BE49-F238E27FC236}">
                <a16:creationId xmlns:a16="http://schemas.microsoft.com/office/drawing/2014/main" id="{2FEB4F50-7FD4-5B00-02DD-264E75D45C3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597" y="6437961"/>
            <a:ext cx="857523" cy="24326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7838763F-D0EE-C40A-01C9-6B4A286F7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9" y="447042"/>
            <a:ext cx="11491993" cy="1169207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>
              <a:lnSpc>
                <a:spcPct val="80000"/>
              </a:lnSpc>
              <a:defRPr sz="4000" b="1" i="0">
                <a:solidFill>
                  <a:schemeClr val="bg1"/>
                </a:solidFill>
                <a:latin typeface="Figtree SemiBold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27837897"/>
      </p:ext>
    </p:extLst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8CCF58C-6D75-29B7-7B8C-B77608243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>
                    <a:lumMod val="65000"/>
                  </a:schemeClr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A1374A-4FD1-F1A4-3B49-EFD13560F1C3}"/>
              </a:ext>
            </a:extLst>
          </p:cNvPr>
          <p:cNvCxnSpPr>
            <a:cxnSpLocks/>
          </p:cNvCxnSpPr>
          <p:nvPr userDrawn="1"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A blue and black logo&#10;&#10;AI-generated content may be incorrect.">
            <a:extLst>
              <a:ext uri="{FF2B5EF4-FFF2-40B4-BE49-F238E27FC236}">
                <a16:creationId xmlns:a16="http://schemas.microsoft.com/office/drawing/2014/main" id="{2FEB4F50-7FD4-5B00-02DD-264E75D45C3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597" y="6437961"/>
            <a:ext cx="857523" cy="2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353675"/>
      </p:ext>
    </p:extLst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losing Slide">
    <p:bg>
      <p:bgPr>
        <a:gradFill>
          <a:gsLst>
            <a:gs pos="0">
              <a:schemeClr val="accent2"/>
            </a:gs>
            <a:gs pos="54000">
              <a:schemeClr val="tx2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8C7F35EF-1610-E5B0-B764-FC143C8BAA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7339" b="33231"/>
          <a:stretch/>
        </p:blipFill>
        <p:spPr>
          <a:xfrm>
            <a:off x="5897661" y="1509339"/>
            <a:ext cx="6294340" cy="53486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674F01-5FF3-D372-A30F-3AA70A84088C}"/>
              </a:ext>
            </a:extLst>
          </p:cNvPr>
          <p:cNvSpPr txBox="1"/>
          <p:nvPr userDrawn="1"/>
        </p:nvSpPr>
        <p:spPr>
          <a:xfrm>
            <a:off x="777608" y="4118432"/>
            <a:ext cx="3950762" cy="110799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7200" b="1" i="0" dirty="0">
                <a:solidFill>
                  <a:schemeClr val="bg1"/>
                </a:solidFill>
                <a:latin typeface="Figtree" pitchFamily="2" charset="0"/>
              </a:rPr>
              <a:t>Thank You</a:t>
            </a:r>
          </a:p>
        </p:txBody>
      </p:sp>
      <p:pic>
        <p:nvPicPr>
          <p:cNvPr id="2" name="Picture 1" descr="A white letters on a black background&#10;&#10;AI-generated content may be incorrect.">
            <a:extLst>
              <a:ext uri="{FF2B5EF4-FFF2-40B4-BE49-F238E27FC236}">
                <a16:creationId xmlns:a16="http://schemas.microsoft.com/office/drawing/2014/main" id="{E75CDDDC-A96F-BAF7-E204-A505ACE5890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31851" y="705080"/>
            <a:ext cx="3398627" cy="944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547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6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9.xml"/><Relationship Id="rId18" Type="http://schemas.openxmlformats.org/officeDocument/2006/relationships/slideLayout" Target="../slideLayouts/slideLayout54.xml"/><Relationship Id="rId26" Type="http://schemas.openxmlformats.org/officeDocument/2006/relationships/slideLayout" Target="../slideLayouts/slideLayout62.xml"/><Relationship Id="rId39" Type="http://schemas.openxmlformats.org/officeDocument/2006/relationships/slideLayout" Target="../slideLayouts/slideLayout75.xml"/><Relationship Id="rId21" Type="http://schemas.openxmlformats.org/officeDocument/2006/relationships/slideLayout" Target="../slideLayouts/slideLayout57.xml"/><Relationship Id="rId34" Type="http://schemas.openxmlformats.org/officeDocument/2006/relationships/slideLayout" Target="../slideLayouts/slideLayout70.xml"/><Relationship Id="rId42" Type="http://schemas.openxmlformats.org/officeDocument/2006/relationships/slideLayout" Target="../slideLayouts/slideLayout78.xml"/><Relationship Id="rId47" Type="http://schemas.openxmlformats.org/officeDocument/2006/relationships/slideLayout" Target="../slideLayouts/slideLayout83.xml"/><Relationship Id="rId50" Type="http://schemas.openxmlformats.org/officeDocument/2006/relationships/slideLayout" Target="../slideLayouts/slideLayout86.xml"/><Relationship Id="rId55" Type="http://schemas.openxmlformats.org/officeDocument/2006/relationships/slideLayout" Target="../slideLayouts/slideLayout91.xml"/><Relationship Id="rId7" Type="http://schemas.openxmlformats.org/officeDocument/2006/relationships/slideLayout" Target="../slideLayouts/slideLayout43.xml"/><Relationship Id="rId2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52.xml"/><Relationship Id="rId29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47.xml"/><Relationship Id="rId24" Type="http://schemas.openxmlformats.org/officeDocument/2006/relationships/slideLayout" Target="../slideLayouts/slideLayout60.xml"/><Relationship Id="rId32" Type="http://schemas.openxmlformats.org/officeDocument/2006/relationships/slideLayout" Target="../slideLayouts/slideLayout68.xml"/><Relationship Id="rId37" Type="http://schemas.openxmlformats.org/officeDocument/2006/relationships/slideLayout" Target="../slideLayouts/slideLayout73.xml"/><Relationship Id="rId40" Type="http://schemas.openxmlformats.org/officeDocument/2006/relationships/slideLayout" Target="../slideLayouts/slideLayout76.xml"/><Relationship Id="rId45" Type="http://schemas.openxmlformats.org/officeDocument/2006/relationships/slideLayout" Target="../slideLayouts/slideLayout81.xml"/><Relationship Id="rId53" Type="http://schemas.openxmlformats.org/officeDocument/2006/relationships/slideLayout" Target="../slideLayouts/slideLayout89.xml"/><Relationship Id="rId58" Type="http://schemas.openxmlformats.org/officeDocument/2006/relationships/slideLayout" Target="../slideLayouts/slideLayout94.xml"/><Relationship Id="rId5" Type="http://schemas.openxmlformats.org/officeDocument/2006/relationships/slideLayout" Target="../slideLayouts/slideLayout41.xml"/><Relationship Id="rId19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50.xml"/><Relationship Id="rId22" Type="http://schemas.openxmlformats.org/officeDocument/2006/relationships/slideLayout" Target="../slideLayouts/slideLayout58.xml"/><Relationship Id="rId27" Type="http://schemas.openxmlformats.org/officeDocument/2006/relationships/slideLayout" Target="../slideLayouts/slideLayout63.xml"/><Relationship Id="rId30" Type="http://schemas.openxmlformats.org/officeDocument/2006/relationships/slideLayout" Target="../slideLayouts/slideLayout66.xml"/><Relationship Id="rId35" Type="http://schemas.openxmlformats.org/officeDocument/2006/relationships/slideLayout" Target="../slideLayouts/slideLayout71.xml"/><Relationship Id="rId43" Type="http://schemas.openxmlformats.org/officeDocument/2006/relationships/slideLayout" Target="../slideLayouts/slideLayout79.xml"/><Relationship Id="rId48" Type="http://schemas.openxmlformats.org/officeDocument/2006/relationships/slideLayout" Target="../slideLayouts/slideLayout84.xml"/><Relationship Id="rId56" Type="http://schemas.openxmlformats.org/officeDocument/2006/relationships/slideLayout" Target="../slideLayouts/slideLayout92.xml"/><Relationship Id="rId8" Type="http://schemas.openxmlformats.org/officeDocument/2006/relationships/slideLayout" Target="../slideLayouts/slideLayout44.xml"/><Relationship Id="rId51" Type="http://schemas.openxmlformats.org/officeDocument/2006/relationships/slideLayout" Target="../slideLayouts/slideLayout87.xml"/><Relationship Id="rId3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8.xml"/><Relationship Id="rId17" Type="http://schemas.openxmlformats.org/officeDocument/2006/relationships/slideLayout" Target="../slideLayouts/slideLayout53.xml"/><Relationship Id="rId25" Type="http://schemas.openxmlformats.org/officeDocument/2006/relationships/slideLayout" Target="../slideLayouts/slideLayout61.xml"/><Relationship Id="rId33" Type="http://schemas.openxmlformats.org/officeDocument/2006/relationships/slideLayout" Target="../slideLayouts/slideLayout69.xml"/><Relationship Id="rId38" Type="http://schemas.openxmlformats.org/officeDocument/2006/relationships/slideLayout" Target="../slideLayouts/slideLayout74.xml"/><Relationship Id="rId46" Type="http://schemas.openxmlformats.org/officeDocument/2006/relationships/slideLayout" Target="../slideLayouts/slideLayout82.xml"/><Relationship Id="rId59" Type="http://schemas.openxmlformats.org/officeDocument/2006/relationships/theme" Target="../theme/theme3.xml"/><Relationship Id="rId20" Type="http://schemas.openxmlformats.org/officeDocument/2006/relationships/slideLayout" Target="../slideLayouts/slideLayout56.xml"/><Relationship Id="rId41" Type="http://schemas.openxmlformats.org/officeDocument/2006/relationships/slideLayout" Target="../slideLayouts/slideLayout77.xml"/><Relationship Id="rId54" Type="http://schemas.openxmlformats.org/officeDocument/2006/relationships/slideLayout" Target="../slideLayouts/slideLayout90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5" Type="http://schemas.openxmlformats.org/officeDocument/2006/relationships/slideLayout" Target="../slideLayouts/slideLayout51.xml"/><Relationship Id="rId23" Type="http://schemas.openxmlformats.org/officeDocument/2006/relationships/slideLayout" Target="../slideLayouts/slideLayout59.xml"/><Relationship Id="rId28" Type="http://schemas.openxmlformats.org/officeDocument/2006/relationships/slideLayout" Target="../slideLayouts/slideLayout64.xml"/><Relationship Id="rId36" Type="http://schemas.openxmlformats.org/officeDocument/2006/relationships/slideLayout" Target="../slideLayouts/slideLayout72.xml"/><Relationship Id="rId49" Type="http://schemas.openxmlformats.org/officeDocument/2006/relationships/slideLayout" Target="../slideLayouts/slideLayout85.xml"/><Relationship Id="rId57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46.xml"/><Relationship Id="rId31" Type="http://schemas.openxmlformats.org/officeDocument/2006/relationships/slideLayout" Target="../slideLayouts/slideLayout67.xml"/><Relationship Id="rId44" Type="http://schemas.openxmlformats.org/officeDocument/2006/relationships/slideLayout" Target="../slideLayouts/slideLayout80.xml"/><Relationship Id="rId52" Type="http://schemas.openxmlformats.org/officeDocument/2006/relationships/slideLayout" Target="../slideLayouts/slideLayout88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07.xml"/><Relationship Id="rId18" Type="http://schemas.openxmlformats.org/officeDocument/2006/relationships/slideLayout" Target="../slideLayouts/slideLayout112.xml"/><Relationship Id="rId26" Type="http://schemas.openxmlformats.org/officeDocument/2006/relationships/slideLayout" Target="../slideLayouts/slideLayout120.xml"/><Relationship Id="rId3" Type="http://schemas.openxmlformats.org/officeDocument/2006/relationships/slideLayout" Target="../slideLayouts/slideLayout97.xml"/><Relationship Id="rId21" Type="http://schemas.openxmlformats.org/officeDocument/2006/relationships/slideLayout" Target="../slideLayouts/slideLayout115.xml"/><Relationship Id="rId34" Type="http://schemas.openxmlformats.org/officeDocument/2006/relationships/slideLayout" Target="../slideLayouts/slideLayout128.xml"/><Relationship Id="rId7" Type="http://schemas.openxmlformats.org/officeDocument/2006/relationships/slideLayout" Target="../slideLayouts/slideLayout101.xml"/><Relationship Id="rId12" Type="http://schemas.openxmlformats.org/officeDocument/2006/relationships/slideLayout" Target="../slideLayouts/slideLayout106.xml"/><Relationship Id="rId17" Type="http://schemas.openxmlformats.org/officeDocument/2006/relationships/slideLayout" Target="../slideLayouts/slideLayout111.xml"/><Relationship Id="rId25" Type="http://schemas.openxmlformats.org/officeDocument/2006/relationships/slideLayout" Target="../slideLayouts/slideLayout119.xml"/><Relationship Id="rId33" Type="http://schemas.openxmlformats.org/officeDocument/2006/relationships/slideLayout" Target="../slideLayouts/slideLayout127.xml"/><Relationship Id="rId2" Type="http://schemas.openxmlformats.org/officeDocument/2006/relationships/slideLayout" Target="../slideLayouts/slideLayout96.xml"/><Relationship Id="rId16" Type="http://schemas.openxmlformats.org/officeDocument/2006/relationships/slideLayout" Target="../slideLayouts/slideLayout110.xml"/><Relationship Id="rId20" Type="http://schemas.openxmlformats.org/officeDocument/2006/relationships/slideLayout" Target="../slideLayouts/slideLayout114.xml"/><Relationship Id="rId29" Type="http://schemas.openxmlformats.org/officeDocument/2006/relationships/slideLayout" Target="../slideLayouts/slideLayout123.xml"/><Relationship Id="rId1" Type="http://schemas.openxmlformats.org/officeDocument/2006/relationships/slideLayout" Target="../slideLayouts/slideLayout95.xml"/><Relationship Id="rId6" Type="http://schemas.openxmlformats.org/officeDocument/2006/relationships/slideLayout" Target="../slideLayouts/slideLayout100.xml"/><Relationship Id="rId11" Type="http://schemas.openxmlformats.org/officeDocument/2006/relationships/slideLayout" Target="../slideLayouts/slideLayout105.xml"/><Relationship Id="rId24" Type="http://schemas.openxmlformats.org/officeDocument/2006/relationships/slideLayout" Target="../slideLayouts/slideLayout118.xml"/><Relationship Id="rId32" Type="http://schemas.openxmlformats.org/officeDocument/2006/relationships/slideLayout" Target="../slideLayouts/slideLayout126.xml"/><Relationship Id="rId5" Type="http://schemas.openxmlformats.org/officeDocument/2006/relationships/slideLayout" Target="../slideLayouts/slideLayout99.xml"/><Relationship Id="rId15" Type="http://schemas.openxmlformats.org/officeDocument/2006/relationships/slideLayout" Target="../slideLayouts/slideLayout109.xml"/><Relationship Id="rId23" Type="http://schemas.openxmlformats.org/officeDocument/2006/relationships/slideLayout" Target="../slideLayouts/slideLayout117.xml"/><Relationship Id="rId28" Type="http://schemas.openxmlformats.org/officeDocument/2006/relationships/slideLayout" Target="../slideLayouts/slideLayout122.xml"/><Relationship Id="rId36" Type="http://schemas.openxmlformats.org/officeDocument/2006/relationships/theme" Target="../theme/theme4.xml"/><Relationship Id="rId10" Type="http://schemas.openxmlformats.org/officeDocument/2006/relationships/slideLayout" Target="../slideLayouts/slideLayout104.xml"/><Relationship Id="rId19" Type="http://schemas.openxmlformats.org/officeDocument/2006/relationships/slideLayout" Target="../slideLayouts/slideLayout113.xml"/><Relationship Id="rId31" Type="http://schemas.openxmlformats.org/officeDocument/2006/relationships/slideLayout" Target="../slideLayouts/slideLayout125.xml"/><Relationship Id="rId4" Type="http://schemas.openxmlformats.org/officeDocument/2006/relationships/slideLayout" Target="../slideLayouts/slideLayout98.xml"/><Relationship Id="rId9" Type="http://schemas.openxmlformats.org/officeDocument/2006/relationships/slideLayout" Target="../slideLayouts/slideLayout103.xml"/><Relationship Id="rId14" Type="http://schemas.openxmlformats.org/officeDocument/2006/relationships/slideLayout" Target="../slideLayouts/slideLayout108.xml"/><Relationship Id="rId22" Type="http://schemas.openxmlformats.org/officeDocument/2006/relationships/slideLayout" Target="../slideLayouts/slideLayout116.xml"/><Relationship Id="rId27" Type="http://schemas.openxmlformats.org/officeDocument/2006/relationships/slideLayout" Target="../slideLayouts/slideLayout121.xml"/><Relationship Id="rId30" Type="http://schemas.openxmlformats.org/officeDocument/2006/relationships/slideLayout" Target="../slideLayouts/slideLayout124.xml"/><Relationship Id="rId35" Type="http://schemas.openxmlformats.org/officeDocument/2006/relationships/slideLayout" Target="../slideLayouts/slideLayout129.xml"/><Relationship Id="rId8" Type="http://schemas.openxmlformats.org/officeDocument/2006/relationships/slideLayout" Target="../slideLayouts/slideLayout102.xml"/></Relationships>
</file>

<file path=ppt/slideMasters/_rels/slideMaster5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42.xml"/><Relationship Id="rId18" Type="http://schemas.openxmlformats.org/officeDocument/2006/relationships/slideLayout" Target="../slideLayouts/slideLayout147.xml"/><Relationship Id="rId26" Type="http://schemas.openxmlformats.org/officeDocument/2006/relationships/slideLayout" Target="../slideLayouts/slideLayout155.xml"/><Relationship Id="rId39" Type="http://schemas.openxmlformats.org/officeDocument/2006/relationships/slideLayout" Target="../slideLayouts/slideLayout168.xml"/><Relationship Id="rId21" Type="http://schemas.openxmlformats.org/officeDocument/2006/relationships/slideLayout" Target="../slideLayouts/slideLayout150.xml"/><Relationship Id="rId34" Type="http://schemas.openxmlformats.org/officeDocument/2006/relationships/slideLayout" Target="../slideLayouts/slideLayout163.xml"/><Relationship Id="rId42" Type="http://schemas.openxmlformats.org/officeDocument/2006/relationships/slideLayout" Target="../slideLayouts/slideLayout171.xml"/><Relationship Id="rId47" Type="http://schemas.openxmlformats.org/officeDocument/2006/relationships/slideLayout" Target="../slideLayouts/slideLayout176.xml"/><Relationship Id="rId50" Type="http://schemas.openxmlformats.org/officeDocument/2006/relationships/slideLayout" Target="../slideLayouts/slideLayout179.xml"/><Relationship Id="rId55" Type="http://schemas.openxmlformats.org/officeDocument/2006/relationships/slideLayout" Target="../slideLayouts/slideLayout184.xml"/><Relationship Id="rId7" Type="http://schemas.openxmlformats.org/officeDocument/2006/relationships/slideLayout" Target="../slideLayouts/slideLayout136.xml"/><Relationship Id="rId2" Type="http://schemas.openxmlformats.org/officeDocument/2006/relationships/slideLayout" Target="../slideLayouts/slideLayout131.xml"/><Relationship Id="rId16" Type="http://schemas.openxmlformats.org/officeDocument/2006/relationships/slideLayout" Target="../slideLayouts/slideLayout145.xml"/><Relationship Id="rId29" Type="http://schemas.openxmlformats.org/officeDocument/2006/relationships/slideLayout" Target="../slideLayouts/slideLayout158.xml"/><Relationship Id="rId11" Type="http://schemas.openxmlformats.org/officeDocument/2006/relationships/slideLayout" Target="../slideLayouts/slideLayout140.xml"/><Relationship Id="rId24" Type="http://schemas.openxmlformats.org/officeDocument/2006/relationships/slideLayout" Target="../slideLayouts/slideLayout153.xml"/><Relationship Id="rId32" Type="http://schemas.openxmlformats.org/officeDocument/2006/relationships/slideLayout" Target="../slideLayouts/slideLayout161.xml"/><Relationship Id="rId37" Type="http://schemas.openxmlformats.org/officeDocument/2006/relationships/slideLayout" Target="../slideLayouts/slideLayout166.xml"/><Relationship Id="rId40" Type="http://schemas.openxmlformats.org/officeDocument/2006/relationships/slideLayout" Target="../slideLayouts/slideLayout169.xml"/><Relationship Id="rId45" Type="http://schemas.openxmlformats.org/officeDocument/2006/relationships/slideLayout" Target="../slideLayouts/slideLayout174.xml"/><Relationship Id="rId53" Type="http://schemas.openxmlformats.org/officeDocument/2006/relationships/slideLayout" Target="../slideLayouts/slideLayout182.xml"/><Relationship Id="rId58" Type="http://schemas.openxmlformats.org/officeDocument/2006/relationships/slideLayout" Target="../slideLayouts/slideLayout187.xml"/><Relationship Id="rId5" Type="http://schemas.openxmlformats.org/officeDocument/2006/relationships/slideLayout" Target="../slideLayouts/slideLayout134.xml"/><Relationship Id="rId19" Type="http://schemas.openxmlformats.org/officeDocument/2006/relationships/slideLayout" Target="../slideLayouts/slideLayout148.xml"/><Relationship Id="rId4" Type="http://schemas.openxmlformats.org/officeDocument/2006/relationships/slideLayout" Target="../slideLayouts/slideLayout133.xml"/><Relationship Id="rId9" Type="http://schemas.openxmlformats.org/officeDocument/2006/relationships/slideLayout" Target="../slideLayouts/slideLayout138.xml"/><Relationship Id="rId14" Type="http://schemas.openxmlformats.org/officeDocument/2006/relationships/slideLayout" Target="../slideLayouts/slideLayout143.xml"/><Relationship Id="rId22" Type="http://schemas.openxmlformats.org/officeDocument/2006/relationships/slideLayout" Target="../slideLayouts/slideLayout151.xml"/><Relationship Id="rId27" Type="http://schemas.openxmlformats.org/officeDocument/2006/relationships/slideLayout" Target="../slideLayouts/slideLayout156.xml"/><Relationship Id="rId30" Type="http://schemas.openxmlformats.org/officeDocument/2006/relationships/slideLayout" Target="../slideLayouts/slideLayout159.xml"/><Relationship Id="rId35" Type="http://schemas.openxmlformats.org/officeDocument/2006/relationships/slideLayout" Target="../slideLayouts/slideLayout164.xml"/><Relationship Id="rId43" Type="http://schemas.openxmlformats.org/officeDocument/2006/relationships/slideLayout" Target="../slideLayouts/slideLayout172.xml"/><Relationship Id="rId48" Type="http://schemas.openxmlformats.org/officeDocument/2006/relationships/slideLayout" Target="../slideLayouts/slideLayout177.xml"/><Relationship Id="rId56" Type="http://schemas.openxmlformats.org/officeDocument/2006/relationships/slideLayout" Target="../slideLayouts/slideLayout185.xml"/><Relationship Id="rId8" Type="http://schemas.openxmlformats.org/officeDocument/2006/relationships/slideLayout" Target="../slideLayouts/slideLayout137.xml"/><Relationship Id="rId51" Type="http://schemas.openxmlformats.org/officeDocument/2006/relationships/slideLayout" Target="../slideLayouts/slideLayout180.xml"/><Relationship Id="rId3" Type="http://schemas.openxmlformats.org/officeDocument/2006/relationships/slideLayout" Target="../slideLayouts/slideLayout132.xml"/><Relationship Id="rId12" Type="http://schemas.openxmlformats.org/officeDocument/2006/relationships/slideLayout" Target="../slideLayouts/slideLayout141.xml"/><Relationship Id="rId17" Type="http://schemas.openxmlformats.org/officeDocument/2006/relationships/slideLayout" Target="../slideLayouts/slideLayout146.xml"/><Relationship Id="rId25" Type="http://schemas.openxmlformats.org/officeDocument/2006/relationships/slideLayout" Target="../slideLayouts/slideLayout154.xml"/><Relationship Id="rId33" Type="http://schemas.openxmlformats.org/officeDocument/2006/relationships/slideLayout" Target="../slideLayouts/slideLayout162.xml"/><Relationship Id="rId38" Type="http://schemas.openxmlformats.org/officeDocument/2006/relationships/slideLayout" Target="../slideLayouts/slideLayout167.xml"/><Relationship Id="rId46" Type="http://schemas.openxmlformats.org/officeDocument/2006/relationships/slideLayout" Target="../slideLayouts/slideLayout175.xml"/><Relationship Id="rId59" Type="http://schemas.openxmlformats.org/officeDocument/2006/relationships/theme" Target="../theme/theme5.xml"/><Relationship Id="rId20" Type="http://schemas.openxmlformats.org/officeDocument/2006/relationships/slideLayout" Target="../slideLayouts/slideLayout149.xml"/><Relationship Id="rId41" Type="http://schemas.openxmlformats.org/officeDocument/2006/relationships/slideLayout" Target="../slideLayouts/slideLayout170.xml"/><Relationship Id="rId54" Type="http://schemas.openxmlformats.org/officeDocument/2006/relationships/slideLayout" Target="../slideLayouts/slideLayout183.xml"/><Relationship Id="rId1" Type="http://schemas.openxmlformats.org/officeDocument/2006/relationships/slideLayout" Target="../slideLayouts/slideLayout130.xml"/><Relationship Id="rId6" Type="http://schemas.openxmlformats.org/officeDocument/2006/relationships/slideLayout" Target="../slideLayouts/slideLayout135.xml"/><Relationship Id="rId15" Type="http://schemas.openxmlformats.org/officeDocument/2006/relationships/slideLayout" Target="../slideLayouts/slideLayout144.xml"/><Relationship Id="rId23" Type="http://schemas.openxmlformats.org/officeDocument/2006/relationships/slideLayout" Target="../slideLayouts/slideLayout152.xml"/><Relationship Id="rId28" Type="http://schemas.openxmlformats.org/officeDocument/2006/relationships/slideLayout" Target="../slideLayouts/slideLayout157.xml"/><Relationship Id="rId36" Type="http://schemas.openxmlformats.org/officeDocument/2006/relationships/slideLayout" Target="../slideLayouts/slideLayout165.xml"/><Relationship Id="rId49" Type="http://schemas.openxmlformats.org/officeDocument/2006/relationships/slideLayout" Target="../slideLayouts/slideLayout178.xml"/><Relationship Id="rId57" Type="http://schemas.openxmlformats.org/officeDocument/2006/relationships/slideLayout" Target="../slideLayouts/slideLayout186.xml"/><Relationship Id="rId10" Type="http://schemas.openxmlformats.org/officeDocument/2006/relationships/slideLayout" Target="../slideLayouts/slideLayout139.xml"/><Relationship Id="rId31" Type="http://schemas.openxmlformats.org/officeDocument/2006/relationships/slideLayout" Target="../slideLayouts/slideLayout160.xml"/><Relationship Id="rId44" Type="http://schemas.openxmlformats.org/officeDocument/2006/relationships/slideLayout" Target="../slideLayouts/slideLayout173.xml"/><Relationship Id="rId52" Type="http://schemas.openxmlformats.org/officeDocument/2006/relationships/slideLayout" Target="../slideLayouts/slideLayout18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E4B9CDF1-F933-DFA5-6E10-DBF77CE5BB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093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51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75" r:id="rId8"/>
    <p:sldLayoutId id="2147483676" r:id="rId9"/>
    <p:sldLayoutId id="2147483692" r:id="rId10"/>
    <p:sldLayoutId id="2147483693" r:id="rId11"/>
    <p:sldLayoutId id="2147483694" r:id="rId12"/>
    <p:sldLayoutId id="2147483695" r:id="rId13"/>
    <p:sldLayoutId id="2147483688" r:id="rId14"/>
    <p:sldLayoutId id="2147483689" r:id="rId15"/>
    <p:sldLayoutId id="2147483690" r:id="rId16"/>
    <p:sldLayoutId id="2147483691" r:id="rId17"/>
    <p:sldLayoutId id="2147483681" r:id="rId18"/>
    <p:sldLayoutId id="2147483682" r:id="rId19"/>
    <p:sldLayoutId id="2147483683" r:id="rId20"/>
    <p:sldLayoutId id="2147483655" r:id="rId21"/>
    <p:sldLayoutId id="2147483684" r:id="rId22"/>
    <p:sldLayoutId id="2147483685" r:id="rId23"/>
    <p:sldLayoutId id="2147483686" r:id="rId24"/>
    <p:sldLayoutId id="2147483687" r:id="rId25"/>
    <p:sldLayoutId id="2147483650" r:id="rId26"/>
    <p:sldLayoutId id="2147483657" r:id="rId27"/>
    <p:sldLayoutId id="2147483696" r:id="rId28"/>
    <p:sldLayoutId id="2147483697" r:id="rId29"/>
    <p:sldLayoutId id="2147483698" r:id="rId30"/>
    <p:sldLayoutId id="2147483699" r:id="rId31"/>
    <p:sldLayoutId id="2147483654" r:id="rId32"/>
    <p:sldLayoutId id="2147483668" r:id="rId33"/>
    <p:sldLayoutId id="2147483669" r:id="rId34"/>
    <p:sldLayoutId id="2147483674" r:id="rId3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48" y="25400"/>
            <a:ext cx="12188952" cy="6858000"/>
          </a:xfrm>
          <a:prstGeom prst="rect">
            <a:avLst/>
          </a:prstGeom>
        </p:spPr>
      </p:pic>
      <p:sp>
        <p:nvSpPr>
          <p:cNvPr id="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7848" y="584200"/>
            <a:ext cx="11582400" cy="5399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1600200" y="6172201"/>
            <a:ext cx="2133600" cy="216887"/>
          </a:xfrm>
          <a:prstGeom prst="rect">
            <a:avLst/>
          </a:prstGeom>
          <a:ln/>
        </p:spPr>
        <p:txBody>
          <a:bodyPr/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810000" y="6184511"/>
            <a:ext cx="2819400" cy="216887"/>
          </a:xfrm>
          <a:prstGeom prst="rect">
            <a:avLst/>
          </a:prstGeom>
          <a:ln/>
        </p:spPr>
        <p:txBody>
          <a:bodyPr/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292100" y="6186664"/>
            <a:ext cx="1219200" cy="228600"/>
          </a:xfrm>
          <a:prstGeom prst="rect">
            <a:avLst/>
          </a:prstGeom>
          <a:ln/>
        </p:spPr>
        <p:txBody>
          <a:bodyPr/>
          <a:lstStyle>
            <a:lvl1pPr>
              <a:defRPr sz="1400"/>
            </a:lvl1pPr>
          </a:lstStyle>
          <a:p>
            <a:pPr>
              <a:defRPr/>
            </a:pPr>
            <a:fld id="{B586D440-F702-449A-AAC2-9ACFF17038B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756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Clr>
          <a:srgbClr val="1B3D6C"/>
        </a:buClr>
        <a:buFont typeface="Wingdings" charset="2"/>
        <a:buChar char="Ø"/>
        <a:defRPr sz="3200" kern="1200">
          <a:solidFill>
            <a:schemeClr val="tx1"/>
          </a:solidFill>
          <a:latin typeface="Helvetica" charset="0"/>
          <a:ea typeface="Helvetica" charset="0"/>
          <a:cs typeface="Helvetica" charset="0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Clr>
          <a:srgbClr val="1B3D6C"/>
        </a:buClr>
        <a:buFont typeface="Wingdings" charset="2"/>
        <a:buChar char="Ø"/>
        <a:defRPr sz="2800" kern="1200">
          <a:solidFill>
            <a:schemeClr val="tx1"/>
          </a:solidFill>
          <a:latin typeface="Helvetica" charset="0"/>
          <a:ea typeface="Helvetica" charset="0"/>
          <a:cs typeface="Helvetica" charset="0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Clr>
          <a:srgbClr val="1B3D6C"/>
        </a:buClr>
        <a:buFont typeface="Wingdings" charset="2"/>
        <a:buChar char="Ø"/>
        <a:defRPr sz="2400" kern="1200">
          <a:solidFill>
            <a:schemeClr val="tx1"/>
          </a:solidFill>
          <a:latin typeface="Helvetica" charset="0"/>
          <a:ea typeface="Helvetica" charset="0"/>
          <a:cs typeface="Helvetica" charset="0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Clr>
          <a:srgbClr val="1B3D6C"/>
        </a:buClr>
        <a:buFont typeface="Wingdings" charset="2"/>
        <a:buChar char="Ø"/>
        <a:defRPr sz="2000" kern="1200">
          <a:solidFill>
            <a:schemeClr val="tx1"/>
          </a:solidFill>
          <a:latin typeface="Helvetica" charset="0"/>
          <a:ea typeface="Helvetica" charset="0"/>
          <a:cs typeface="Helvetica" charset="0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Clr>
          <a:srgbClr val="1B3D6C"/>
        </a:buClr>
        <a:buFont typeface="Wingdings" charset="2"/>
        <a:buChar char="Ø"/>
        <a:defRPr sz="2000" kern="1200">
          <a:solidFill>
            <a:schemeClr val="tx1"/>
          </a:solidFill>
          <a:latin typeface="Helvetica" charset="0"/>
          <a:ea typeface="Helvetica" charset="0"/>
          <a:cs typeface="Helvetica" charset="0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E4B9CDF1-F933-DFA5-6E10-DBF77CE5BB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836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1" r:id="rId1"/>
    <p:sldLayoutId id="2147483822" r:id="rId2"/>
    <p:sldLayoutId id="2147483823" r:id="rId3"/>
    <p:sldLayoutId id="2147483824" r:id="rId4"/>
    <p:sldLayoutId id="2147483825" r:id="rId5"/>
    <p:sldLayoutId id="2147483826" r:id="rId6"/>
    <p:sldLayoutId id="2147483827" r:id="rId7"/>
    <p:sldLayoutId id="2147483828" r:id="rId8"/>
    <p:sldLayoutId id="2147483829" r:id="rId9"/>
    <p:sldLayoutId id="2147483830" r:id="rId10"/>
    <p:sldLayoutId id="2147483831" r:id="rId11"/>
    <p:sldLayoutId id="2147483832" r:id="rId12"/>
    <p:sldLayoutId id="2147483833" r:id="rId13"/>
    <p:sldLayoutId id="2147483834" r:id="rId14"/>
    <p:sldLayoutId id="2147483835" r:id="rId15"/>
    <p:sldLayoutId id="2147483836" r:id="rId16"/>
    <p:sldLayoutId id="2147483837" r:id="rId17"/>
    <p:sldLayoutId id="2147483838" r:id="rId18"/>
    <p:sldLayoutId id="2147483839" r:id="rId19"/>
    <p:sldLayoutId id="2147483840" r:id="rId20"/>
    <p:sldLayoutId id="2147483841" r:id="rId21"/>
    <p:sldLayoutId id="2147483842" r:id="rId22"/>
    <p:sldLayoutId id="2147483843" r:id="rId23"/>
    <p:sldLayoutId id="2147483844" r:id="rId24"/>
    <p:sldLayoutId id="2147483845" r:id="rId25"/>
    <p:sldLayoutId id="2147483846" r:id="rId26"/>
    <p:sldLayoutId id="2147483847" r:id="rId27"/>
    <p:sldLayoutId id="2147483848" r:id="rId28"/>
    <p:sldLayoutId id="2147483849" r:id="rId29"/>
    <p:sldLayoutId id="2147483850" r:id="rId30"/>
    <p:sldLayoutId id="2147483851" r:id="rId31"/>
    <p:sldLayoutId id="2147483852" r:id="rId32"/>
    <p:sldLayoutId id="2147483853" r:id="rId33"/>
    <p:sldLayoutId id="2147483854" r:id="rId34"/>
    <p:sldLayoutId id="2147483855" r:id="rId35"/>
    <p:sldLayoutId id="2147483856" r:id="rId36"/>
    <p:sldLayoutId id="2147483857" r:id="rId37"/>
    <p:sldLayoutId id="2147483858" r:id="rId38"/>
    <p:sldLayoutId id="2147483859" r:id="rId39"/>
    <p:sldLayoutId id="2147483860" r:id="rId40"/>
    <p:sldLayoutId id="2147483861" r:id="rId41"/>
    <p:sldLayoutId id="2147483862" r:id="rId42"/>
    <p:sldLayoutId id="2147483863" r:id="rId43"/>
    <p:sldLayoutId id="2147483864" r:id="rId44"/>
    <p:sldLayoutId id="2147483865" r:id="rId45"/>
    <p:sldLayoutId id="2147483866" r:id="rId46"/>
    <p:sldLayoutId id="2147483867" r:id="rId47"/>
    <p:sldLayoutId id="2147483868" r:id="rId48"/>
    <p:sldLayoutId id="2147483869" r:id="rId49"/>
    <p:sldLayoutId id="2147483870" r:id="rId50"/>
    <p:sldLayoutId id="2147483871" r:id="rId51"/>
    <p:sldLayoutId id="2147483872" r:id="rId52"/>
    <p:sldLayoutId id="2147483873" r:id="rId53"/>
    <p:sldLayoutId id="2147483874" r:id="rId54"/>
    <p:sldLayoutId id="2147483875" r:id="rId55"/>
    <p:sldLayoutId id="2147483876" r:id="rId56"/>
    <p:sldLayoutId id="2147483877" r:id="rId57"/>
    <p:sldLayoutId id="2147483878" r:id="rId58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E4B9CDF1-F933-DFA5-6E10-DBF77CE5BB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5980" y="6454130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669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6" r:id="rId1"/>
    <p:sldLayoutId id="2147483947" r:id="rId2"/>
    <p:sldLayoutId id="2147483948" r:id="rId3"/>
    <p:sldLayoutId id="2147483949" r:id="rId4"/>
    <p:sldLayoutId id="2147483950" r:id="rId5"/>
    <p:sldLayoutId id="2147483951" r:id="rId6"/>
    <p:sldLayoutId id="2147483952" r:id="rId7"/>
    <p:sldLayoutId id="2147483953" r:id="rId8"/>
    <p:sldLayoutId id="2147483954" r:id="rId9"/>
    <p:sldLayoutId id="2147483955" r:id="rId10"/>
    <p:sldLayoutId id="2147483956" r:id="rId11"/>
    <p:sldLayoutId id="2147483957" r:id="rId12"/>
    <p:sldLayoutId id="2147483958" r:id="rId13"/>
    <p:sldLayoutId id="2147483959" r:id="rId14"/>
    <p:sldLayoutId id="2147483960" r:id="rId15"/>
    <p:sldLayoutId id="2147483961" r:id="rId16"/>
    <p:sldLayoutId id="2147483962" r:id="rId17"/>
    <p:sldLayoutId id="2147483963" r:id="rId18"/>
    <p:sldLayoutId id="2147483964" r:id="rId19"/>
    <p:sldLayoutId id="2147483965" r:id="rId20"/>
    <p:sldLayoutId id="2147483966" r:id="rId21"/>
    <p:sldLayoutId id="2147483967" r:id="rId22"/>
    <p:sldLayoutId id="2147483968" r:id="rId23"/>
    <p:sldLayoutId id="2147483969" r:id="rId24"/>
    <p:sldLayoutId id="2147483970" r:id="rId25"/>
    <p:sldLayoutId id="2147483971" r:id="rId26"/>
    <p:sldLayoutId id="2147483972" r:id="rId27"/>
    <p:sldLayoutId id="2147483973" r:id="rId28"/>
    <p:sldLayoutId id="2147483974" r:id="rId29"/>
    <p:sldLayoutId id="2147483975" r:id="rId30"/>
    <p:sldLayoutId id="2147483976" r:id="rId31"/>
    <p:sldLayoutId id="2147483977" r:id="rId32"/>
    <p:sldLayoutId id="2147483978" r:id="rId33"/>
    <p:sldLayoutId id="2147483979" r:id="rId34"/>
    <p:sldLayoutId id="2147483980" r:id="rId3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E4B9CDF1-F933-DFA5-6E10-DBF77CE5BB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5981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8FBCB428-D880-FC4A-9B26-64132A65A03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8760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2" r:id="rId1"/>
    <p:sldLayoutId id="2147483983" r:id="rId2"/>
    <p:sldLayoutId id="2147483984" r:id="rId3"/>
    <p:sldLayoutId id="2147483985" r:id="rId4"/>
    <p:sldLayoutId id="2147483986" r:id="rId5"/>
    <p:sldLayoutId id="2147483987" r:id="rId6"/>
    <p:sldLayoutId id="2147483988" r:id="rId7"/>
    <p:sldLayoutId id="2147483989" r:id="rId8"/>
    <p:sldLayoutId id="2147483990" r:id="rId9"/>
    <p:sldLayoutId id="2147483991" r:id="rId10"/>
    <p:sldLayoutId id="2147483992" r:id="rId11"/>
    <p:sldLayoutId id="2147483993" r:id="rId12"/>
    <p:sldLayoutId id="2147483994" r:id="rId13"/>
    <p:sldLayoutId id="2147483995" r:id="rId14"/>
    <p:sldLayoutId id="2147483996" r:id="rId15"/>
    <p:sldLayoutId id="2147483997" r:id="rId16"/>
    <p:sldLayoutId id="2147483998" r:id="rId17"/>
    <p:sldLayoutId id="2147483999" r:id="rId18"/>
    <p:sldLayoutId id="2147484000" r:id="rId19"/>
    <p:sldLayoutId id="2147484001" r:id="rId20"/>
    <p:sldLayoutId id="2147484002" r:id="rId21"/>
    <p:sldLayoutId id="2147484003" r:id="rId22"/>
    <p:sldLayoutId id="2147484004" r:id="rId23"/>
    <p:sldLayoutId id="2147484005" r:id="rId24"/>
    <p:sldLayoutId id="2147484006" r:id="rId25"/>
    <p:sldLayoutId id="2147484007" r:id="rId26"/>
    <p:sldLayoutId id="2147484008" r:id="rId27"/>
    <p:sldLayoutId id="2147484009" r:id="rId28"/>
    <p:sldLayoutId id="2147484010" r:id="rId29"/>
    <p:sldLayoutId id="2147484011" r:id="rId30"/>
    <p:sldLayoutId id="2147484012" r:id="rId31"/>
    <p:sldLayoutId id="2147484013" r:id="rId32"/>
    <p:sldLayoutId id="2147484014" r:id="rId33"/>
    <p:sldLayoutId id="2147484015" r:id="rId34"/>
    <p:sldLayoutId id="2147484016" r:id="rId35"/>
    <p:sldLayoutId id="2147484017" r:id="rId36"/>
    <p:sldLayoutId id="2147484018" r:id="rId37"/>
    <p:sldLayoutId id="2147484019" r:id="rId38"/>
    <p:sldLayoutId id="2147484020" r:id="rId39"/>
    <p:sldLayoutId id="2147484021" r:id="rId40"/>
    <p:sldLayoutId id="2147484022" r:id="rId41"/>
    <p:sldLayoutId id="2147484023" r:id="rId42"/>
    <p:sldLayoutId id="2147484024" r:id="rId43"/>
    <p:sldLayoutId id="2147484025" r:id="rId44"/>
    <p:sldLayoutId id="2147484026" r:id="rId45"/>
    <p:sldLayoutId id="2147484027" r:id="rId46"/>
    <p:sldLayoutId id="2147484028" r:id="rId47"/>
    <p:sldLayoutId id="2147484029" r:id="rId48"/>
    <p:sldLayoutId id="2147484030" r:id="rId49"/>
    <p:sldLayoutId id="2147484031" r:id="rId50"/>
    <p:sldLayoutId id="2147484032" r:id="rId51"/>
    <p:sldLayoutId id="2147484033" r:id="rId52"/>
    <p:sldLayoutId id="2147484034" r:id="rId53"/>
    <p:sldLayoutId id="2147484035" r:id="rId54"/>
    <p:sldLayoutId id="2147484036" r:id="rId55"/>
    <p:sldLayoutId id="2147484037" r:id="rId56"/>
    <p:sldLayoutId id="2147484038" r:id="rId57"/>
    <p:sldLayoutId id="2147484039" r:id="rId58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mailto:lweitz@mitre.org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mailto:lweitz@mitre.org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drive/folders/1qVzgT3BEHDCNVJVptEkWIKRvNFBesXLk?usp=drive_link" TargetMode="External"/><Relationship Id="rId1" Type="http://schemas.openxmlformats.org/officeDocument/2006/relationships/slideLayout" Target="../slideLayouts/slideLayout2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mailto:stephen.blanchette@aero.org" TargetMode="External"/><Relationship Id="rId1" Type="http://schemas.openxmlformats.org/officeDocument/2006/relationships/slideLayout" Target="../slideLayouts/slideLayout3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mailto:stephen.blanchette@aero.org" TargetMode="External"/><Relationship Id="rId1" Type="http://schemas.openxmlformats.org/officeDocument/2006/relationships/slideLayout" Target="../slideLayouts/slideLayout13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19A16-725D-689E-3105-16AC6191C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2355742"/>
            <a:ext cx="9549935" cy="2445200"/>
          </a:xfrm>
        </p:spPr>
        <p:txBody>
          <a:bodyPr/>
          <a:lstStyle/>
          <a:p>
            <a:r>
              <a:rPr lang="en-US" sz="5800" dirty="0"/>
              <a:t>Technical Activities Division (TAD) Spring Business Meeting</a:t>
            </a:r>
            <a:br>
              <a:rPr lang="en-US" dirty="0"/>
            </a:br>
            <a:r>
              <a:rPr lang="en-US" sz="4400" dirty="0"/>
              <a:t>17 May 2026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EDA4B5-0240-777F-5A8A-84C0A116B2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5017002"/>
            <a:ext cx="8017682" cy="837388"/>
          </a:xfrm>
        </p:spPr>
        <p:txBody>
          <a:bodyPr>
            <a:normAutofit/>
          </a:bodyPr>
          <a:lstStyle/>
          <a:p>
            <a:r>
              <a:rPr lang="en-US"/>
              <a:t>POC: Lesley Weitz, TAD Chief</a:t>
            </a:r>
          </a:p>
          <a:p>
            <a:r>
              <a:rPr lang="en-US"/>
              <a:t>lweitz@mitre.org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067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2A929-AA2B-C5B1-FF6F-2B331BE76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E2EDCE-D658-C29A-BC68-BB286C76A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BCB428-D880-FC4A-9B26-64132A65A03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Figtree" pitchFamily="2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Figtree" pitchFamily="2" charset="0"/>
              <a:ea typeface="+mn-ea"/>
              <a:cs typeface="+mn-cs"/>
            </a:endParaRPr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83EF7C77-7F61-C04E-2054-17794CA60329}"/>
              </a:ext>
            </a:extLst>
          </p:cNvPr>
          <p:cNvGraphicFramePr>
            <a:graphicFrameLocks/>
          </p:cNvGraphicFramePr>
          <p:nvPr/>
        </p:nvGraphicFramePr>
        <p:xfrm>
          <a:off x="1694493" y="1299009"/>
          <a:ext cx="9615939" cy="50824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833605">
                  <a:extLst>
                    <a:ext uri="{9D8B030D-6E8A-4147-A177-3AD203B41FA5}">
                      <a16:colId xmlns:a16="http://schemas.microsoft.com/office/drawing/2014/main" val="3119500679"/>
                    </a:ext>
                  </a:extLst>
                </a:gridCol>
                <a:gridCol w="961510">
                  <a:extLst>
                    <a:ext uri="{9D8B030D-6E8A-4147-A177-3AD203B41FA5}">
                      <a16:colId xmlns:a16="http://schemas.microsoft.com/office/drawing/2014/main" val="3609719234"/>
                    </a:ext>
                  </a:extLst>
                </a:gridCol>
                <a:gridCol w="1089487">
                  <a:extLst>
                    <a:ext uri="{9D8B030D-6E8A-4147-A177-3AD203B41FA5}">
                      <a16:colId xmlns:a16="http://schemas.microsoft.com/office/drawing/2014/main" val="3340353588"/>
                    </a:ext>
                  </a:extLst>
                </a:gridCol>
                <a:gridCol w="4733714">
                  <a:extLst>
                    <a:ext uri="{9D8B030D-6E8A-4147-A177-3AD203B41FA5}">
                      <a16:colId xmlns:a16="http://schemas.microsoft.com/office/drawing/2014/main" val="3593664530"/>
                    </a:ext>
                  </a:extLst>
                </a:gridCol>
                <a:gridCol w="1997623">
                  <a:extLst>
                    <a:ext uri="{9D8B030D-6E8A-4147-A177-3AD203B41FA5}">
                      <a16:colId xmlns:a16="http://schemas.microsoft.com/office/drawing/2014/main" val="230305379"/>
                    </a:ext>
                  </a:extLst>
                </a:gridCol>
              </a:tblGrid>
              <a:tr h="56139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ＭＳ Ｐゴシック"/>
                        </a:defRPr>
                      </a:lvl9pPr>
                    </a:lstStyle>
                    <a:p>
                      <a:pPr marL="0" algn="ctr" defTabSz="685783" rtl="0" eaLnBrk="1" latinLnBrk="0" hangingPunct="1"/>
                      <a:r>
                        <a:rPr lang="en-US" sz="1600" b="1" kern="1200" dirty="0">
                          <a:solidFill>
                            <a:schemeClr val="lt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Topic </a:t>
                      </a:r>
                      <a:endParaRPr lang="en-US" sz="1600" b="1" kern="1200" dirty="0">
                        <a:solidFill>
                          <a:schemeClr val="lt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L="121920" marR="12192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B3D6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ＭＳ Ｐゴシック"/>
                        </a:defRPr>
                      </a:lvl9pPr>
                    </a:lstStyle>
                    <a:p>
                      <a:pPr marL="0" algn="ctr" defTabSz="685783" rtl="0" eaLnBrk="1" latinLnBrk="0" hangingPunct="1"/>
                      <a:r>
                        <a:rPr lang="en-US" sz="1600" b="1" kern="1200" dirty="0">
                          <a:solidFill>
                            <a:schemeClr val="lt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Start Time</a:t>
                      </a:r>
                      <a:endParaRPr lang="en-US" sz="1600" b="1" kern="1200" dirty="0">
                        <a:solidFill>
                          <a:schemeClr val="lt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L="121920" marR="12192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B3D6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ＭＳ Ｐゴシック"/>
                        </a:defRPr>
                      </a:lvl9pPr>
                    </a:lstStyle>
                    <a:p>
                      <a:pPr marL="0" algn="ctr" defTabSz="685783" rtl="0" eaLnBrk="1" latinLnBrk="0" hangingPunct="1"/>
                      <a:r>
                        <a:rPr lang="en-US" sz="1600" b="1" kern="1200" dirty="0">
                          <a:solidFill>
                            <a:schemeClr val="lt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Duration (min)</a:t>
                      </a:r>
                    </a:p>
                  </a:txBody>
                  <a:tcPr marL="121920" marR="12192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B3D6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ＭＳ Ｐゴシック"/>
                        </a:defRPr>
                      </a:lvl9pPr>
                    </a:lstStyle>
                    <a:p>
                      <a:pPr marL="0" algn="l" defTabSz="685783" rtl="0" eaLnBrk="1" latinLnBrk="0" hangingPunct="1"/>
                      <a:r>
                        <a:rPr lang="en-US" sz="1600" b="1" kern="1200" dirty="0">
                          <a:solidFill>
                            <a:schemeClr val="lt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Topic</a:t>
                      </a:r>
                      <a:endParaRPr lang="en-US" sz="1600" b="1" kern="1200" dirty="0">
                        <a:solidFill>
                          <a:schemeClr val="lt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L="121920" marR="12192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B3D6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arrow"/>
                          <a:ea typeface="ＭＳ Ｐゴシック"/>
                        </a:defRPr>
                      </a:lvl9pPr>
                    </a:lstStyle>
                    <a:p>
                      <a:pPr marL="0" algn="ctr" defTabSz="685783" rtl="0" eaLnBrk="1" latinLnBrk="0" hangingPunct="1"/>
                      <a:r>
                        <a:rPr lang="en-US" sz="1600" b="1" kern="1200" dirty="0">
                          <a:solidFill>
                            <a:schemeClr val="lt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Speaker</a:t>
                      </a:r>
                      <a:endParaRPr lang="en-US" sz="1600" b="1" kern="1200" dirty="0">
                        <a:solidFill>
                          <a:schemeClr val="lt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L="121920" marR="12192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B3D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2824854"/>
                  </a:ext>
                </a:extLst>
              </a:tr>
              <a:tr h="3002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9pPr>
                    </a:lstStyle>
                    <a:p>
                      <a:pPr marL="0" algn="ctr" defTabSz="685783" rtl="0" eaLnBrk="1" latinLnBrk="0" hangingPunct="1"/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T="18288" marB="18288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9pPr>
                    </a:lstStyle>
                    <a:p>
                      <a:pPr marL="0" algn="ctr" defTabSz="685783" rtl="0" eaLnBrk="1" latinLnBrk="0" hangingPunct="1"/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1:00</a:t>
                      </a:r>
                    </a:p>
                  </a:txBody>
                  <a:tcPr marT="18288" marB="18288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9pPr>
                    </a:lstStyle>
                    <a:p>
                      <a:pPr marL="0" algn="ctr" defTabSz="685783" rtl="0" eaLnBrk="1" latinLnBrk="0" hangingPunct="1"/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T="18288" marB="18288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9pPr>
                    </a:lstStyle>
                    <a:p>
                      <a:pPr marL="0" algn="l" defTabSz="685783" rtl="0" eaLnBrk="1" latinLnBrk="0" hangingPunct="1"/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Agenda and Review of SciTech Meeting Minutes</a:t>
                      </a:r>
                      <a:endParaRPr lang="en-US" sz="16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T="18288" marB="18288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9pPr>
                    </a:lstStyle>
                    <a:p>
                      <a:pPr marL="0" algn="ctr" defTabSz="685783" rtl="0" eaLnBrk="1" latinLnBrk="0" hangingPunct="1"/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Weitz</a:t>
                      </a:r>
                      <a:endParaRPr lang="en-US" sz="16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T="18288" marB="18288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4316939"/>
                  </a:ext>
                </a:extLst>
              </a:tr>
              <a:tr h="3002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9pPr>
                    </a:lstStyle>
                    <a:p>
                      <a:pPr marL="0" algn="ctr" defTabSz="685783" rtl="0" eaLnBrk="1" latinLnBrk="0" hangingPunct="1"/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T="18288" marB="18288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9pPr>
                    </a:lstStyle>
                    <a:p>
                      <a:pPr marL="0" algn="ctr" defTabSz="685783" rtl="0" eaLnBrk="1" latinLnBrk="0" hangingPunct="1"/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1:05</a:t>
                      </a:r>
                    </a:p>
                  </a:txBody>
                  <a:tcPr marT="18288" marB="18288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9pPr>
                    </a:lstStyle>
                    <a:p>
                      <a:pPr marL="0" algn="ctr" defTabSz="685783" rtl="0" eaLnBrk="1" latinLnBrk="0" hangingPunct="1"/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T="18288" marB="18288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9pPr>
                    </a:lstStyle>
                    <a:p>
                      <a:pPr marL="0" algn="l" defTabSz="685783" rtl="0" eaLnBrk="1" latinLnBrk="0" hangingPunct="1"/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Helvetica" panose="020B0604020202020204" pitchFamily="34" charset="0"/>
                        </a:rPr>
                        <a:t>TAD Chief’s Report</a:t>
                      </a:r>
                    </a:p>
                  </a:txBody>
                  <a:tcPr marT="18288" marB="18288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9pPr>
                    </a:lstStyle>
                    <a:p>
                      <a:pPr marL="0" algn="ctr" defTabSz="685783" rtl="0" eaLnBrk="1" latinLnBrk="0" hangingPunct="1"/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Helvetica" panose="020B0604020202020204" pitchFamily="34" charset="0"/>
                        </a:rPr>
                        <a:t>Weitz</a:t>
                      </a:r>
                    </a:p>
                  </a:txBody>
                  <a:tcPr marT="18288" marB="18288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1754218"/>
                  </a:ext>
                </a:extLst>
              </a:tr>
              <a:tr h="3002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9pPr>
                    </a:lstStyle>
                    <a:p>
                      <a:pPr marL="0" algn="ctr" defTabSz="685783" rtl="0" eaLnBrk="1" latinLnBrk="0" hangingPunct="1"/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T="18288" marB="18288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9pPr>
                    </a:lstStyle>
                    <a:p>
                      <a:pPr marL="0" algn="ctr" defTabSz="685783" rtl="0" eaLnBrk="1" latinLnBrk="0" hangingPunct="1"/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1:15</a:t>
                      </a:r>
                    </a:p>
                  </a:txBody>
                  <a:tcPr marT="18288" marB="18288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9pPr>
                    </a:lstStyle>
                    <a:p>
                      <a:pPr marL="0" algn="ctr" defTabSz="685783" rtl="0" eaLnBrk="1" latinLnBrk="0" hangingPunct="1"/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T="18288" marB="18288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9pPr>
                    </a:lstStyle>
                    <a:p>
                      <a:pPr marL="0" algn="l" defTabSz="685783" rtl="0" eaLnBrk="1" latinLnBrk="0" hangingPunct="1"/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Helvetica" panose="020B0604020202020204" pitchFamily="34" charset="0"/>
                        </a:rPr>
                        <a:t>TAD Chief Transition and New Chief’s Vision</a:t>
                      </a:r>
                    </a:p>
                  </a:txBody>
                  <a:tcPr marT="18288" marB="18288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9pPr>
                    </a:lstStyle>
                    <a:p>
                      <a:pPr marL="0" algn="ctr" defTabSz="685783" rtl="0" eaLnBrk="1" latinLnBrk="0" hangingPunct="1"/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Helvetica" panose="020B0604020202020204" pitchFamily="34" charset="0"/>
                        </a:rPr>
                        <a:t>Mange</a:t>
                      </a:r>
                    </a:p>
                  </a:txBody>
                  <a:tcPr marT="18288" marB="18288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5333904"/>
                  </a:ext>
                </a:extLst>
              </a:tr>
              <a:tr h="3002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9pPr>
                    </a:lstStyle>
                    <a:p>
                      <a:pPr marL="0" algn="ctr" defTabSz="685783" rtl="0" eaLnBrk="1" latinLnBrk="0" hangingPunct="1"/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T="18288" marB="18288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9pPr>
                    </a:lstStyle>
                    <a:p>
                      <a:pPr marL="0" algn="ctr" defTabSz="685783" rtl="0" eaLnBrk="1" latinLnBrk="0" hangingPunct="1"/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1:25</a:t>
                      </a:r>
                    </a:p>
                  </a:txBody>
                  <a:tcPr marT="18288" marB="18288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9pPr>
                    </a:lstStyle>
                    <a:p>
                      <a:pPr marL="0" algn="ctr" defTabSz="685783" rtl="0" eaLnBrk="1" latinLnBrk="0" hangingPunct="1"/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T="18288" marB="18288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9pPr>
                    </a:lstStyle>
                    <a:p>
                      <a:pPr marL="0" algn="l" defTabSz="685783" rtl="0" eaLnBrk="1" latinLnBrk="0" hangingPunct="1"/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Helvetica" panose="020B0604020202020204" pitchFamily="34" charset="0"/>
                        </a:rPr>
                        <a:t>AIAA Director’s Report</a:t>
                      </a:r>
                    </a:p>
                  </a:txBody>
                  <a:tcPr marT="18288" marB="18288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9pPr>
                    </a:lstStyle>
                    <a:p>
                      <a:pPr marL="0" algn="ctr" defTabSz="685783" rtl="0" eaLnBrk="1" latinLnBrk="0" hangingPunct="1"/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Helvetica" panose="020B0604020202020204" pitchFamily="34" charset="0"/>
                        </a:rPr>
                        <a:t>Lagana</a:t>
                      </a:r>
                    </a:p>
                  </a:txBody>
                  <a:tcPr marT="18288" marB="18288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5386935"/>
                  </a:ext>
                </a:extLst>
              </a:tr>
              <a:tr h="3002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9pPr>
                    </a:lstStyle>
                    <a:p>
                      <a:pPr marL="0" algn="ctr" defTabSz="685783" rtl="0" eaLnBrk="1" latinLnBrk="0" hangingPunct="1"/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T="18288" marB="18288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9pPr>
                    </a:lstStyle>
                    <a:p>
                      <a:pPr marL="0" algn="ctr" defTabSz="685783" rtl="0" eaLnBrk="1" latinLnBrk="0" hangingPunct="1"/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1:35</a:t>
                      </a:r>
                    </a:p>
                  </a:txBody>
                  <a:tcPr marT="18288" marB="18288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9pPr>
                    </a:lstStyle>
                    <a:p>
                      <a:pPr marL="0" algn="ctr" defTabSz="685783" rtl="0" eaLnBrk="1" latinLnBrk="0" hangingPunct="1"/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T="18288" marB="18288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9pPr>
                    </a:lstStyle>
                    <a:p>
                      <a:pPr marL="0" algn="l" defTabSz="685783" rtl="0" eaLnBrk="1" latinLnBrk="0" hangingPunct="1"/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Helvetica" panose="020B0604020202020204" pitchFamily="34" charset="0"/>
                        </a:rPr>
                        <a:t>FIS Report</a:t>
                      </a:r>
                    </a:p>
                  </a:txBody>
                  <a:tcPr marT="18288" marB="18288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9pPr>
                    </a:lstStyle>
                    <a:p>
                      <a:pPr marL="0" algn="ctr" defTabSz="685783" rtl="0" eaLnBrk="1" latinLnBrk="0" hangingPunct="1"/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Helvetica" panose="020B0604020202020204" pitchFamily="34" charset="0"/>
                        </a:rPr>
                        <a:t>Azevedo</a:t>
                      </a:r>
                    </a:p>
                  </a:txBody>
                  <a:tcPr marT="18288" marB="18288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1111559"/>
                  </a:ext>
                </a:extLst>
              </a:tr>
              <a:tr h="3002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9pPr>
                    </a:lstStyle>
                    <a:p>
                      <a:pPr marL="0" algn="ctr" defTabSz="685783" rtl="0" eaLnBrk="1" latinLnBrk="0" hangingPunct="1"/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T="18288" marB="18288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9pPr>
                    </a:lstStyle>
                    <a:p>
                      <a:pPr marL="0" algn="ctr" defTabSz="685783" rtl="0" eaLnBrk="1" latinLnBrk="0" hangingPunct="1"/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1:45</a:t>
                      </a:r>
                    </a:p>
                  </a:txBody>
                  <a:tcPr marT="18288" marB="18288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9pPr>
                    </a:lstStyle>
                    <a:p>
                      <a:pPr marL="0" algn="ctr" defTabSz="685783" rtl="0" eaLnBrk="1" latinLnBrk="0" hangingPunct="1"/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T="18288" marB="18288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9pPr>
                    </a:lstStyle>
                    <a:p>
                      <a:pPr marL="0" algn="l" defTabSz="685783" rtl="0" eaLnBrk="1" latinLnBrk="0" hangingPunct="1"/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Helvetica" panose="020B0604020202020204" pitchFamily="34" charset="0"/>
                        </a:rPr>
                        <a:t>TIS Report</a:t>
                      </a:r>
                    </a:p>
                  </a:txBody>
                  <a:tcPr marT="18288" marB="18288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9pPr>
                    </a:lstStyle>
                    <a:p>
                      <a:pPr marL="0" algn="ctr" defTabSz="685783" rtl="0" eaLnBrk="1" latinLnBrk="0" hangingPunct="1"/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Helvetica" panose="020B0604020202020204" pitchFamily="34" charset="0"/>
                        </a:rPr>
                        <a:t>Smith</a:t>
                      </a:r>
                    </a:p>
                  </a:txBody>
                  <a:tcPr marT="18288" marB="18288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4933312"/>
                  </a:ext>
                </a:extLst>
              </a:tr>
              <a:tr h="300220">
                <a:tc>
                  <a:txBody>
                    <a:bodyPr/>
                    <a:lstStyle/>
                    <a:p>
                      <a:pPr marL="0" algn="ctr" defTabSz="685783" rtl="0" eaLnBrk="1" latinLnBrk="0" hangingPunct="1"/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T="18288" marB="18288"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783" rtl="0" eaLnBrk="1" latinLnBrk="0" hangingPunct="1"/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1:55</a:t>
                      </a:r>
                    </a:p>
                  </a:txBody>
                  <a:tcPr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783" rtl="0" eaLnBrk="1" latinLnBrk="0" hangingPunct="1"/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685783" rtl="0" eaLnBrk="1" latinLnBrk="0" hangingPunct="1"/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Helvetica" panose="020B0604020202020204" pitchFamily="34" charset="0"/>
                        </a:rPr>
                        <a:t>Defense WG Report</a:t>
                      </a:r>
                    </a:p>
                  </a:txBody>
                  <a:tcPr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783" rtl="0" eaLnBrk="1" latinLnBrk="0" hangingPunct="1"/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Helvetica" panose="020B0604020202020204" pitchFamily="34" charset="0"/>
                        </a:rPr>
                        <a:t>McEver</a:t>
                      </a:r>
                    </a:p>
                  </a:txBody>
                  <a:tcPr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2D8A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953607"/>
                  </a:ext>
                </a:extLst>
              </a:tr>
              <a:tr h="3002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9pPr>
                    </a:lstStyle>
                    <a:p>
                      <a:pPr marL="0" algn="ctr" defTabSz="685783" rtl="0" eaLnBrk="1" latinLnBrk="0" hangingPunct="1"/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T="18288" marB="18288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9pPr>
                    </a:lstStyle>
                    <a:p>
                      <a:pPr marL="0" algn="ctr" defTabSz="685783" rtl="0" eaLnBrk="1" latinLnBrk="0" hangingPunct="1"/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2:15</a:t>
                      </a:r>
                    </a:p>
                  </a:txBody>
                  <a:tcPr marT="18288" marB="18288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9pPr>
                    </a:lstStyle>
                    <a:p>
                      <a:pPr marL="0" algn="ctr" defTabSz="685783" rtl="0" eaLnBrk="1" latinLnBrk="0" hangingPunct="1"/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marT="18288" marB="18288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9pPr>
                    </a:lstStyle>
                    <a:p>
                      <a:pPr marL="0" algn="l" defTabSz="685783" rtl="0" eaLnBrk="1" latinLnBrk="0" hangingPunct="1"/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SMG TC Change Proposal</a:t>
                      </a:r>
                    </a:p>
                  </a:txBody>
                  <a:tcPr marT="18288" marB="18288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9pPr>
                    </a:lstStyle>
                    <a:p>
                      <a:pPr marL="0" algn="ctr" defTabSz="685783" rtl="0" eaLnBrk="1" latinLnBrk="0" hangingPunct="1"/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Blanchette</a:t>
                      </a:r>
                    </a:p>
                  </a:txBody>
                  <a:tcPr marT="18288" marB="18288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206522"/>
                  </a:ext>
                </a:extLst>
              </a:tr>
              <a:tr h="300220">
                <a:tc>
                  <a:txBody>
                    <a:bodyPr/>
                    <a:lstStyle/>
                    <a:p>
                      <a:pPr marL="0" algn="ctr" defTabSz="685783" rtl="0" eaLnBrk="1" latinLnBrk="0" hangingPunct="1"/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T="18288" marB="18288"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DCDD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783" rtl="0" eaLnBrk="1" latinLnBrk="0" hangingPunct="1"/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2:35</a:t>
                      </a:r>
                    </a:p>
                  </a:txBody>
                  <a:tcPr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DCDD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783" rtl="0" eaLnBrk="1" latinLnBrk="0" hangingPunct="1"/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DCDD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685783" rtl="0" eaLnBrk="1" latinLnBrk="0" hangingPunct="1"/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Helvetica" panose="020B0604020202020204" pitchFamily="34" charset="0"/>
                        </a:rPr>
                        <a:t>Publications Updates</a:t>
                      </a:r>
                    </a:p>
                  </a:txBody>
                  <a:tcPr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DCDD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783" rtl="0" eaLnBrk="1" latinLnBrk="0" hangingPunct="1"/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Helvetica" panose="020B0604020202020204" pitchFamily="34" charset="0"/>
                        </a:rPr>
                        <a:t>O’Connor</a:t>
                      </a:r>
                    </a:p>
                  </a:txBody>
                  <a:tcPr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DC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752723"/>
                  </a:ext>
                </a:extLst>
              </a:tr>
              <a:tr h="3002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9pPr>
                    </a:lstStyle>
                    <a:p>
                      <a:pPr marL="0" algn="ctr" defTabSz="685783" rtl="0" eaLnBrk="1" latinLnBrk="0" hangingPunct="1"/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T="18288" marB="18288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9pPr>
                    </a:lstStyle>
                    <a:p>
                      <a:pPr marL="0" algn="ctr" defTabSz="685783" rtl="0" eaLnBrk="1" latinLnBrk="0" hangingPunct="1"/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2:50</a:t>
                      </a:r>
                    </a:p>
                  </a:txBody>
                  <a:tcPr marT="18288" marB="18288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9pPr>
                    </a:lstStyle>
                    <a:p>
                      <a:pPr marL="0" algn="ctr" defTabSz="685783" rtl="0" eaLnBrk="1" latinLnBrk="0" hangingPunct="1"/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T="18288" marB="18288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9pPr>
                    </a:lstStyle>
                    <a:p>
                      <a:pPr marL="0" algn="l" defTabSz="685783" rtl="0" eaLnBrk="1" latinLnBrk="0" hangingPunct="1"/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CTO Summit Overview and TAD Involvement</a:t>
                      </a:r>
                    </a:p>
                  </a:txBody>
                  <a:tcPr marT="18288" marB="18288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9pPr>
                    </a:lstStyle>
                    <a:p>
                      <a:pPr marL="0" algn="ctr" defTabSz="685783" rtl="0" eaLnBrk="1" latinLnBrk="0" hangingPunct="1"/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Weitz/Lagana</a:t>
                      </a:r>
                    </a:p>
                  </a:txBody>
                  <a:tcPr marT="18288" marB="18288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4117410"/>
                  </a:ext>
                </a:extLst>
              </a:tr>
              <a:tr h="3002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9pPr>
                    </a:lstStyle>
                    <a:p>
                      <a:pPr marL="0" algn="ctr" defTabSz="685783" rtl="0" eaLnBrk="1" latinLnBrk="0" hangingPunct="1"/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T="18288" marB="18288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DCDDA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9pPr>
                    </a:lstStyle>
                    <a:p>
                      <a:pPr marL="0" algn="ctr" defTabSz="685783" rtl="0" eaLnBrk="1" latinLnBrk="0" hangingPunct="1"/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3:00</a:t>
                      </a:r>
                    </a:p>
                  </a:txBody>
                  <a:tcPr marT="18288" marB="18288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DCDDA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9pPr>
                    </a:lstStyle>
                    <a:p>
                      <a:pPr marL="0" algn="ctr" defTabSz="685783" rtl="0" eaLnBrk="1" latinLnBrk="0" hangingPunct="1"/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T="18288" marB="18288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DCDDA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9pPr>
                    </a:lstStyle>
                    <a:p>
                      <a:pPr marL="0" algn="l" defTabSz="685783" rtl="0" eaLnBrk="1" latinLnBrk="0" hangingPunct="1"/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Helvetica" panose="020B0604020202020204" pitchFamily="34" charset="0"/>
                        </a:rPr>
                        <a:t>Update on IT Upgrades and Survey Results</a:t>
                      </a:r>
                    </a:p>
                  </a:txBody>
                  <a:tcPr marT="18288" marB="18288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DCDDA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9pPr>
                    </a:lstStyle>
                    <a:p>
                      <a:pPr marL="0" algn="ctr" defTabSz="685783" rtl="0" eaLnBrk="1" latinLnBrk="0" hangingPunct="1"/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Helvetica" panose="020B0604020202020204" pitchFamily="34" charset="0"/>
                        </a:rPr>
                        <a:t>Lagana</a:t>
                      </a:r>
                    </a:p>
                  </a:txBody>
                  <a:tcPr marT="18288" marB="18288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DC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1890578"/>
                  </a:ext>
                </a:extLst>
              </a:tr>
              <a:tr h="300220">
                <a:tc>
                  <a:txBody>
                    <a:bodyPr/>
                    <a:lstStyle/>
                    <a:p>
                      <a:pPr marL="0" marR="0" lvl="0" indent="0" algn="ctr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18288" marB="18288"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783" rtl="0" eaLnBrk="1" latinLnBrk="0" hangingPunct="1"/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3:10</a:t>
                      </a:r>
                    </a:p>
                  </a:txBody>
                  <a:tcPr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783" rtl="0" eaLnBrk="1" latinLnBrk="0" hangingPunct="1"/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685783" rtl="0" eaLnBrk="1" latinLnBrk="0" hangingPunct="1"/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Helvetica" panose="020B0604020202020204" pitchFamily="34" charset="0"/>
                        </a:rPr>
                        <a:t>Break</a:t>
                      </a:r>
                    </a:p>
                  </a:txBody>
                  <a:tcPr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783" rtl="0" eaLnBrk="1" latinLnBrk="0" hangingPunct="1"/>
                      <a:endParaRPr lang="en-US" sz="16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7578411"/>
                  </a:ext>
                </a:extLst>
              </a:tr>
              <a:tr h="3002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9pPr>
                    </a:lstStyle>
                    <a:p>
                      <a:pPr marL="0" marR="0" lvl="0" indent="0" algn="ctr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marT="18288" marB="18288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DCDDA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9pPr>
                    </a:lstStyle>
                    <a:p>
                      <a:pPr marL="0" algn="ctr" defTabSz="685783" rtl="0" eaLnBrk="1" latinLnBrk="0" hangingPunct="1"/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3:25</a:t>
                      </a:r>
                    </a:p>
                  </a:txBody>
                  <a:tcPr marT="18288" marB="18288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DCDDA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9pPr>
                    </a:lstStyle>
                    <a:p>
                      <a:pPr marL="0" algn="ctr" defTabSz="685783" rtl="0" eaLnBrk="1" latinLnBrk="0" hangingPunct="1"/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 marT="18288" marB="18288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DCDDA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9pPr>
                    </a:lstStyle>
                    <a:p>
                      <a:pPr marL="0" algn="l" defTabSz="685783" rtl="0" eaLnBrk="1" latinLnBrk="0" hangingPunct="1"/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Helvetica" panose="020B0604020202020204" pitchFamily="34" charset="0"/>
                        </a:rPr>
                        <a:t>Director Roundtable</a:t>
                      </a:r>
                    </a:p>
                  </a:txBody>
                  <a:tcPr marT="18288" marB="18288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DCDDA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9pPr>
                    </a:lstStyle>
                    <a:p>
                      <a:pPr marL="0" algn="ctr" defTabSz="685783" rtl="0" eaLnBrk="1" latinLnBrk="0" hangingPunct="1"/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Helvetica" panose="020B0604020202020204" pitchFamily="34" charset="0"/>
                        </a:rPr>
                        <a:t>All</a:t>
                      </a:r>
                    </a:p>
                  </a:txBody>
                  <a:tcPr marT="18288" marB="18288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DC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2922426"/>
                  </a:ext>
                </a:extLst>
              </a:tr>
              <a:tr h="3002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9pPr>
                    </a:lstStyle>
                    <a:p>
                      <a:pPr marL="0" algn="ctr" defTabSz="685783" rtl="0" eaLnBrk="1" latinLnBrk="0" hangingPunct="1"/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 marT="18288" marB="18288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9pPr>
                    </a:lstStyle>
                    <a:p>
                      <a:pPr marL="0" algn="ctr" defTabSz="685783" rtl="0" eaLnBrk="1" latinLnBrk="0" hangingPunct="1"/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4:35</a:t>
                      </a:r>
                    </a:p>
                  </a:txBody>
                  <a:tcPr marT="18288" marB="18288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9pPr>
                    </a:lstStyle>
                    <a:p>
                      <a:pPr marL="0" algn="ctr" defTabSz="685783" rtl="0" eaLnBrk="1" latinLnBrk="0" hangingPunct="1"/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T="18288" marB="18288"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9pPr>
                    </a:lstStyle>
                    <a:p>
                      <a:pPr marL="0" algn="l" defTabSz="685783" rtl="0" eaLnBrk="1" latinLnBrk="0" hangingPunct="1"/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Helvetica" panose="020B0604020202020204" pitchFamily="34" charset="0"/>
                        </a:rPr>
                        <a:t>Broken Sword Award</a:t>
                      </a:r>
                    </a:p>
                  </a:txBody>
                  <a:tcPr marT="18288" marB="18288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9pPr>
                    </a:lstStyle>
                    <a:p>
                      <a:pPr marL="0" algn="ctr" defTabSz="685783" rtl="0" eaLnBrk="1" latinLnBrk="0" hangingPunct="1"/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Helvetica" panose="020B0604020202020204" pitchFamily="34" charset="0"/>
                        </a:rPr>
                        <a:t>Beresh</a:t>
                      </a:r>
                    </a:p>
                  </a:txBody>
                  <a:tcPr marT="18288" marB="18288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2163049"/>
                  </a:ext>
                </a:extLst>
              </a:tr>
              <a:tr h="3002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9pPr>
                    </a:lstStyle>
                    <a:p>
                      <a:pPr marL="0" algn="ctr" defTabSz="685783" rtl="0" eaLnBrk="1" latinLnBrk="0" hangingPunct="1"/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 marT="18288" marB="18288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DCDDA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9pPr>
                    </a:lstStyle>
                    <a:p>
                      <a:pPr marL="0" algn="ctr" defTabSz="685783" rtl="0" eaLnBrk="1" latinLnBrk="0" hangingPunct="1"/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4:40</a:t>
                      </a:r>
                    </a:p>
                  </a:txBody>
                  <a:tcPr marT="18288" marB="18288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DCDDA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9pPr>
                    </a:lstStyle>
                    <a:p>
                      <a:pPr marL="0" algn="ctr" defTabSz="685783" rtl="0" eaLnBrk="1" latinLnBrk="0" hangingPunct="1"/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T="18288" marB="18288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DCDDA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9pPr>
                    </a:lstStyle>
                    <a:p>
                      <a:pPr marL="0" algn="l" defTabSz="685783" rtl="0" eaLnBrk="1" latinLnBrk="0" hangingPunct="1"/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Helvetica" panose="020B0604020202020204" pitchFamily="34" charset="0"/>
                        </a:rPr>
                        <a:t>Actions and Closing</a:t>
                      </a:r>
                    </a:p>
                  </a:txBody>
                  <a:tcPr marT="18288" marB="18288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DCDDA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ＭＳ Ｐゴシック"/>
                        </a:defRPr>
                      </a:lvl9pPr>
                    </a:lstStyle>
                    <a:p>
                      <a:pPr marL="0" marR="0" lvl="0" indent="0" algn="ctr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Helvetica" panose="020B0604020202020204" pitchFamily="34" charset="0"/>
                        </a:rPr>
                        <a:t>Weitz</a:t>
                      </a:r>
                    </a:p>
                  </a:txBody>
                  <a:tcPr marT="18288" marB="18288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DC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623430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8BCFCDE-A7CB-6589-0ABE-C9DB7E671460}"/>
              </a:ext>
            </a:extLst>
          </p:cNvPr>
          <p:cNvSpPr txBox="1"/>
          <p:nvPr/>
        </p:nvSpPr>
        <p:spPr>
          <a:xfrm>
            <a:off x="3641274" y="929677"/>
            <a:ext cx="5722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Sunday, May 17, 2026, 1-5 PM ET, Washington Hilton</a:t>
            </a:r>
          </a:p>
        </p:txBody>
      </p:sp>
    </p:spTree>
    <p:extLst>
      <p:ext uri="{BB962C8B-B14F-4D97-AF65-F5344CB8AC3E}">
        <p14:creationId xmlns:p14="http://schemas.microsoft.com/office/powerpoint/2010/main" val="475048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B1AE9-8C95-CC2B-97FB-EA07C967D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Fall Meeting Minutes - UPDATE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E04C1-9F98-7AD3-0762-DBCB6C66A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0" tIns="0" rIns="0" bIns="0" anchor="t">
            <a:noAutofit/>
          </a:bodyPr>
          <a:lstStyle/>
          <a:p>
            <a:r>
              <a:rPr lang="en-US" sz="2800" b="1">
                <a:latin typeface="Figtree"/>
              </a:rPr>
              <a:t>Note: we are behind on Meeting Minutes from the Summer and November TAD meetings. We will aim to complete them before the Spring Business Meetings.</a:t>
            </a:r>
            <a:endParaRPr lang="en-US">
              <a:latin typeface="Figtree"/>
            </a:endParaRPr>
          </a:p>
          <a:p>
            <a:endParaRPr lang="en-US" sz="2800" b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D3ACAB-68C0-F07F-65AA-85298A885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CB428-D880-FC4A-9B26-64132A65A030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186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1E953-B4E4-3A60-48E0-56257C4F1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46657-BF64-5A7D-EC20-CD946B584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TAD Chief’s Report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103FCD-631C-11E5-FD45-56811A1957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Lesley Weitz (</a:t>
            </a:r>
            <a:r>
              <a:rPr lang="en-US" dirty="0">
                <a:hlinkClick r:id="rId2"/>
              </a:rPr>
              <a:t>lweitz@mitre.org</a:t>
            </a:r>
            <a:r>
              <a:rPr lang="en-US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02DB16-8C78-C46F-78EC-D24846921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CB428-D880-FC4A-9B26-64132A65A030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071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316CD-2A90-9977-6FA7-AD7C9B32A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E1109C-D9E0-F7F0-D52B-4A0A88B73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597" y="109730"/>
            <a:ext cx="11491993" cy="646498"/>
          </a:xfrm>
        </p:spPr>
        <p:txBody>
          <a:bodyPr/>
          <a:lstStyle/>
          <a:p>
            <a:pPr algn="ctr"/>
            <a:r>
              <a:rPr lang="en-US" sz="3500"/>
              <a:t>Technical Activities Division Org Chart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B473EC1-2FC9-9C6D-C4DE-221321525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65705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BCB428-D880-FC4A-9B26-64132A65A03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gtree" pitchFamily="2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igtree" pitchFamily="2" charset="0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BDA795-EE4B-BE92-307D-9C3B3BD3153E}"/>
              </a:ext>
            </a:extLst>
          </p:cNvPr>
          <p:cNvSpPr txBox="1">
            <a:spLocks/>
          </p:cNvSpPr>
          <p:nvPr/>
        </p:nvSpPr>
        <p:spPr>
          <a:xfrm>
            <a:off x="11629484" y="6456058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l" defTabSz="914400" rtl="0" eaLnBrk="1" latinLnBrk="0" hangingPunct="1">
              <a:defRPr sz="1000" b="0" i="0" kern="1200">
                <a:solidFill>
                  <a:schemeClr val="bg1">
                    <a:lumMod val="65000"/>
                  </a:schemeClr>
                </a:solidFill>
                <a:latin typeface="Figtree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BCB428-D880-FC4A-9B26-64132A65A03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Figtree" pitchFamily="2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Figtree" pitchFamily="2" charset="0"/>
              <a:ea typeface="+mn-ea"/>
              <a:cs typeface="+mn-cs"/>
            </a:endParaRPr>
          </a:p>
        </p:txBody>
      </p:sp>
      <p:sp>
        <p:nvSpPr>
          <p:cNvPr id="3" name="Text Box 15">
            <a:extLst>
              <a:ext uri="{FF2B5EF4-FFF2-40B4-BE49-F238E27FC236}">
                <a16:creationId xmlns:a16="http://schemas.microsoft.com/office/drawing/2014/main" id="{9EBABAFB-A720-E991-BD13-041B8E6DA1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8419" y="1094167"/>
            <a:ext cx="3183129" cy="282331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1pPr>
            <a:lvl2pPr marL="457189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2pPr>
            <a:lvl3pPr marL="914377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3pPr>
            <a:lvl4pPr marL="1371566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4pPr>
            <a:lvl5pPr marL="1828754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5pPr>
            <a:lvl6pPr marL="2285943" algn="l" defTabSz="914377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6pPr>
            <a:lvl7pPr marL="2743131" algn="l" defTabSz="914377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7pPr>
            <a:lvl8pPr marL="3200320" algn="l" defTabSz="914377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8pPr>
            <a:lvl9pPr marL="3657509" algn="l" defTabSz="914377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9pPr>
          </a:lstStyle>
          <a:p>
            <a:pPr marL="0" marR="0" lvl="0" indent="0" algn="ctr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AIRCRAFT TECHNOLOGY, </a:t>
            </a:r>
            <a:br>
              <a:rPr kumimoji="0" lang="en-US" altLang="en-US" sz="85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en-US" altLang="en-US" sz="85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INTEGRATION, AND OPERATIONS GROUP</a:t>
            </a:r>
            <a:endParaRPr kumimoji="0" lang="en-US" altLang="en-US" sz="8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gtree" pitchFamily="2" charset="0"/>
              <a:ea typeface="ＭＳ Ｐゴシック" charset="-128"/>
              <a:cs typeface="Arial" charset="0"/>
            </a:endParaRPr>
          </a:p>
          <a:p>
            <a:pPr marL="0" marR="0" lvl="0" indent="0" algn="ctr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David Maroney, Director</a:t>
            </a:r>
            <a:endParaRPr kumimoji="0" lang="en-US" altLang="en-US" sz="85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gtree" pitchFamily="2" charset="0"/>
              <a:ea typeface="ＭＳ Ｐゴシック" charset="-128"/>
              <a:cs typeface="Arial" charset="0"/>
            </a:endParaRPr>
          </a:p>
          <a:p>
            <a:pPr marL="0" marR="0" lvl="0" indent="0" algn="ctr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Arial" panose="020B0604020202020204" pitchFamily="34" charset="0"/>
              </a:rPr>
              <a:t>Phillip Ansell – Dep Dir for Cross-Institute Coordination</a:t>
            </a:r>
            <a:endParaRPr kumimoji="0" lang="en-US" altLang="en-US" sz="8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gtree" pitchFamily="2" charset="0"/>
              <a:ea typeface="ＭＳ Ｐゴシック" charset="-128"/>
              <a:cs typeface="Arial" panose="020B0604020202020204" pitchFamily="34" charset="0"/>
            </a:endParaRPr>
          </a:p>
          <a:p>
            <a:pPr marL="0" marR="0" lvl="0" indent="0" algn="ctr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Arial" panose="020B0604020202020204" pitchFamily="34" charset="0"/>
              </a:rPr>
              <a:t>David Levy – Deputy Director for Forums</a:t>
            </a:r>
            <a:endParaRPr kumimoji="0" lang="en-US" altLang="en-US" sz="8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gtree" pitchFamily="2" charset="0"/>
              <a:ea typeface="ＭＳ Ｐゴシック" charset="-128"/>
              <a:cs typeface="Arial" panose="020B0604020202020204" pitchFamily="34" charset="0"/>
            </a:endParaRPr>
          </a:p>
          <a:p>
            <a:pPr marL="0" marR="0" lvl="0" indent="0" algn="ctr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85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gtree" pitchFamily="2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lvl="0" indent="0" algn="ctr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Arial" panose="020B0604020202020204" pitchFamily="34" charset="0"/>
              </a:rPr>
              <a:t>Scot Campbell – Deputy Director for Aircraft Operations</a:t>
            </a:r>
            <a:endParaRPr kumimoji="0" lang="en-US" altLang="en-US" sz="8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gtree" pitchFamily="2" charset="0"/>
              <a:ea typeface="ＭＳ Ｐゴシック" charset="-128"/>
              <a:cs typeface="Arial" panose="020B0604020202020204" pitchFamily="34" charset="0"/>
            </a:endParaRPr>
          </a:p>
          <a:p>
            <a:pPr marL="0" marR="0" lvl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Arial" panose="020B0604020202020204" pitchFamily="34" charset="0"/>
              </a:rPr>
              <a:t>Aerospace Lifecycle Management – James Chou</a:t>
            </a:r>
            <a:endParaRPr kumimoji="0" lang="en-US" altLang="en-US" sz="8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gtree" pitchFamily="2" charset="0"/>
              <a:ea typeface="ＭＳ Ｐゴシック" charset="-128"/>
              <a:cs typeface="Arial" panose="020B0604020202020204" pitchFamily="34" charset="0"/>
            </a:endParaRPr>
          </a:p>
          <a:p>
            <a:pPr marL="0" marR="0" lvl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Arial" panose="020B0604020202020204" pitchFamily="34" charset="0"/>
              </a:rPr>
              <a:t>Aircraft Operations – Gabriele Enea</a:t>
            </a:r>
            <a:endParaRPr kumimoji="0" lang="en-US" altLang="en-US" sz="8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gtree" pitchFamily="2" charset="0"/>
              <a:ea typeface="ＭＳ Ｐゴシック" charset="-128"/>
              <a:cs typeface="Arial" panose="020B0604020202020204" pitchFamily="34" charset="0"/>
            </a:endParaRPr>
          </a:p>
          <a:p>
            <a:pPr marL="0" marR="0" lvl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Arial" panose="020B0604020202020204" pitchFamily="34" charset="0"/>
              </a:rPr>
              <a:t>Air Transportation Systems – Min Xue</a:t>
            </a:r>
            <a:endParaRPr kumimoji="0" lang="en-US" altLang="en-US" sz="8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gtree" pitchFamily="2" charset="0"/>
              <a:ea typeface="ＭＳ Ｐゴシック" charset="-128"/>
              <a:cs typeface="Arial" panose="020B0604020202020204" pitchFamily="34" charset="0"/>
            </a:endParaRPr>
          </a:p>
          <a:p>
            <a:pPr marL="0" marR="0" lvl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Arial" panose="020B0604020202020204" pitchFamily="34" charset="0"/>
              </a:rPr>
              <a:t>Flight Testing – Cody Hydrick</a:t>
            </a:r>
          </a:p>
          <a:p>
            <a:pPr marL="0" marR="0" lvl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85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gtree" pitchFamily="2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lvl="0" indent="0" algn="ctr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Arial" panose="020B0604020202020204" pitchFamily="34" charset="0"/>
              </a:rPr>
              <a:t>Danielle Soban– Deputy Director for Aircraft Technologies</a:t>
            </a:r>
            <a:endParaRPr kumimoji="0" lang="en-US" altLang="en-US" sz="8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gtree" pitchFamily="2" charset="0"/>
              <a:ea typeface="ＭＳ Ｐゴシック" charset="-128"/>
              <a:cs typeface="Arial" panose="020B0604020202020204" pitchFamily="34" charset="0"/>
            </a:endParaRPr>
          </a:p>
          <a:p>
            <a:pPr marL="0" marR="0" lvl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Arial" panose="020B0604020202020204" pitchFamily="34" charset="0"/>
              </a:rPr>
              <a:t>Aerodynamic Decelerator Systems – Aaron Morris</a:t>
            </a:r>
            <a:endParaRPr kumimoji="0" lang="en-US" altLang="en-US" sz="8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gtree" pitchFamily="2" charset="0"/>
              <a:ea typeface="ＭＳ Ｐゴシック" charset="-128"/>
              <a:cs typeface="Arial" panose="020B0604020202020204" pitchFamily="34" charset="0"/>
            </a:endParaRPr>
          </a:p>
          <a:p>
            <a:pPr marL="0" marR="0" lvl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Arial" panose="020B0604020202020204" pitchFamily="34" charset="0"/>
              </a:rPr>
              <a:t>Aircraft Design – Douglas Wells</a:t>
            </a:r>
            <a:endParaRPr kumimoji="0" lang="en-US" altLang="en-US" sz="8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gtree" pitchFamily="2" charset="0"/>
              <a:ea typeface="ＭＳ Ｐゴシック" charset="-128"/>
              <a:cs typeface="Arial" panose="020B0604020202020204" pitchFamily="34" charset="0"/>
            </a:endParaRPr>
          </a:p>
          <a:p>
            <a:pPr marL="0" marR="0" lvl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Arial" panose="020B0604020202020204" pitchFamily="34" charset="0"/>
              </a:rPr>
              <a:t>Balloon Systems – Javier Romualdez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gtree" pitchFamily="2" charset="0"/>
              <a:ea typeface="Calibri" panose="020F0502020204030204" pitchFamily="34" charset="0"/>
              <a:cs typeface="Arial" charset="0"/>
            </a:endParaRPr>
          </a:p>
          <a:p>
            <a:pPr marL="0" marR="0" lvl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ＭＳ Ｐゴシック" charset="-128"/>
                <a:cs typeface="Arial" panose="020B0604020202020204" pitchFamily="34" charset="0"/>
              </a:rPr>
              <a:t>Electrified Aircraft Technology – Gökçin Çınar</a:t>
            </a:r>
            <a:endParaRPr kumimoji="0" lang="en-US" altLang="en-US" sz="85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gtree" pitchFamily="2" charset="0"/>
              <a:ea typeface="ＭＳ Ｐゴシック" charset="-128"/>
              <a:cs typeface="Arial" panose="020B0604020202020204" pitchFamily="34" charset="0"/>
            </a:endParaRPr>
          </a:p>
          <a:p>
            <a:pPr marL="0" marR="0" lvl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Arial" panose="020B0604020202020204" pitchFamily="34" charset="0"/>
              </a:rPr>
              <a:t>General Aviation – Matt Crink</a:t>
            </a:r>
            <a:endParaRPr kumimoji="0" lang="en-US" altLang="en-US" sz="8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gtree" pitchFamily="2" charset="0"/>
              <a:ea typeface="ＭＳ Ｐゴシック" charset="-128"/>
              <a:cs typeface="Arial" panose="020B0604020202020204" pitchFamily="34" charset="0"/>
            </a:endParaRPr>
          </a:p>
          <a:p>
            <a:pPr marL="0" marR="0" lvl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Arial" panose="020B0604020202020204" pitchFamily="34" charset="0"/>
              </a:rPr>
              <a:t>HyTASP</a:t>
            </a:r>
            <a:r>
              <a:rPr kumimoji="0" lang="en-US" altLang="en-US" sz="8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Arial" panose="020B0604020202020204" pitchFamily="34" charset="0"/>
              </a:rPr>
              <a:t> – Hicham Alkandry</a:t>
            </a:r>
            <a:endParaRPr kumimoji="0" lang="en-US" altLang="en-US" sz="8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gtree" pitchFamily="2" charset="0"/>
              <a:ea typeface="ＭＳ Ｐゴシック" charset="-128"/>
              <a:cs typeface="Arial" panose="020B0604020202020204" pitchFamily="34" charset="0"/>
            </a:endParaRPr>
          </a:p>
          <a:p>
            <a:pPr marL="0" marR="0" lvl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Arial" panose="020B0604020202020204" pitchFamily="34" charset="0"/>
              </a:rPr>
              <a:t>Lighter-Than-Air Systems – Michael Conners</a:t>
            </a:r>
            <a:endParaRPr kumimoji="0" lang="en-US" altLang="en-US" sz="8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gtree" pitchFamily="2" charset="0"/>
              <a:ea typeface="ＭＳ Ｐゴシック" charset="-128"/>
              <a:cs typeface="Arial" panose="020B0604020202020204" pitchFamily="34" charset="0"/>
            </a:endParaRPr>
          </a:p>
          <a:p>
            <a:pPr marL="0" marR="0" lvl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Arial" panose="020B0604020202020204" pitchFamily="34" charset="0"/>
              </a:rPr>
              <a:t>V/STOL Aircraft Systems – Marcus McWaters</a:t>
            </a:r>
            <a:endParaRPr kumimoji="0" lang="en-US" altLang="en-US" sz="8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gtree" pitchFamily="2" charset="0"/>
              <a:ea typeface="ＭＳ Ｐゴシック" charset="-128"/>
              <a:cs typeface="Arial" panose="020B0604020202020204" pitchFamily="34" charset="0"/>
            </a:endParaRPr>
          </a:p>
        </p:txBody>
      </p:sp>
      <p:sp>
        <p:nvSpPr>
          <p:cNvPr id="5" name="Text Box 14">
            <a:extLst>
              <a:ext uri="{FF2B5EF4-FFF2-40B4-BE49-F238E27FC236}">
                <a16:creationId xmlns:a16="http://schemas.microsoft.com/office/drawing/2014/main" id="{D15280C3-86B4-7B6C-9FA8-1189110EA9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7682" y="3467876"/>
            <a:ext cx="3256813" cy="322643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1pPr>
            <a:lvl2pPr marL="457189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2pPr>
            <a:lvl3pPr marL="914377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3pPr>
            <a:lvl4pPr marL="1371566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4pPr>
            <a:lvl5pPr marL="1828754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5pPr>
            <a:lvl6pPr marL="2285943" algn="l" defTabSz="914377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6pPr>
            <a:lvl7pPr marL="2743131" algn="l" defTabSz="914377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7pPr>
            <a:lvl8pPr marL="3200320" algn="l" defTabSz="914377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8pPr>
            <a:lvl9pPr marL="3657509" algn="l" defTabSz="914377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9pPr>
          </a:lstStyle>
          <a:p>
            <a:pPr marL="0" marR="0" lvl="0" indent="0" algn="ctr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850" b="1" i="0" u="sng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gtree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PROPULSION AND ENERGY GROUP</a:t>
            </a:r>
            <a:endParaRPr kumimoji="0" lang="en-US" altLang="en-US" sz="8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gtree" pitchFamily="2" charset="0"/>
              <a:ea typeface="ＭＳ Ｐゴシック" charset="-128"/>
              <a:cs typeface="Arial" charset="0"/>
            </a:endParaRPr>
          </a:p>
          <a:p>
            <a:pPr marL="0" marR="0" lvl="0" indent="0" algn="ctr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Times New Roman"/>
              </a:rPr>
              <a:t>Rusty Powell, Director</a:t>
            </a:r>
            <a:endParaRPr kumimoji="0" lang="en-US" altLang="en-US" sz="85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gtree" pitchFamily="2" charset="0"/>
              <a:ea typeface="ＭＳ Ｐゴシック" charset="-128"/>
              <a:cs typeface="Arial"/>
            </a:endParaRPr>
          </a:p>
          <a:p>
            <a:pPr marL="0" marR="0" lvl="0" indent="0" algn="ctr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ＭＳ Ｐゴシック"/>
                <a:cs typeface="Times New Roman"/>
              </a:rPr>
              <a:t>Stephanie Sawhill </a:t>
            </a:r>
            <a:r>
              <a:rPr kumimoji="0" lang="en-US" altLang="en-US" sz="85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– </a:t>
            </a:r>
            <a:r>
              <a:rPr kumimoji="0" lang="en-US" altLang="en-US" sz="85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ＭＳ Ｐゴシック"/>
                <a:cs typeface="Times New Roman"/>
              </a:rPr>
              <a:t>Deputy Director for Forum Coordination</a:t>
            </a:r>
            <a:endParaRPr kumimoji="0" lang="en-US" altLang="en-US" sz="8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gtree" pitchFamily="2" charset="0"/>
              <a:ea typeface="ＭＳ Ｐゴシック"/>
              <a:cs typeface="Arial"/>
            </a:endParaRPr>
          </a:p>
          <a:p>
            <a:pPr marL="0" marR="0" lvl="0" indent="0" algn="ctr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Times New Roman"/>
              </a:rPr>
              <a:t>Wayne Hurwitz</a:t>
            </a:r>
            <a:r>
              <a:rPr kumimoji="0" lang="en-US" altLang="en-US" sz="85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–</a:t>
            </a:r>
            <a:r>
              <a:rPr kumimoji="0" lang="en-US" altLang="en-US" sz="85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Times New Roman"/>
              </a:rPr>
              <a:t> Deputy Director at Large and Operations</a:t>
            </a:r>
          </a:p>
          <a:p>
            <a:pPr marL="0" marR="0" lvl="0" indent="0" algn="ctr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85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gtree" pitchFamily="2" charset="0"/>
              <a:ea typeface="Calibri" panose="020F0502020204030204" pitchFamily="34" charset="0"/>
              <a:cs typeface="Times New Roman"/>
            </a:endParaRPr>
          </a:p>
          <a:p>
            <a:pPr marL="0" marR="0" lvl="0" indent="0" algn="ctr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Times New Roman"/>
              </a:rPr>
              <a:t>Stephen Lynch, Deputy Director for Air Breathing Propulsion</a:t>
            </a:r>
            <a:endParaRPr kumimoji="0" lang="en-US" altLang="en-US" sz="8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gtree" pitchFamily="2" charset="0"/>
              <a:ea typeface="ＭＳ Ｐゴシック" charset="-128"/>
              <a:cs typeface="Times New Roman"/>
            </a:endParaRPr>
          </a:p>
          <a:p>
            <a:pPr marL="0" marR="0" lvl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Times New Roman"/>
              </a:rPr>
              <a:t>Gas Turbine Engines  - Veeraraghava Raju Hasti</a:t>
            </a:r>
          </a:p>
          <a:p>
            <a:pPr marL="0" marR="0" lvl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Times New Roman"/>
              </a:rPr>
              <a:t>High Speed Air Breathing Propulsion – Bob Moehlenkamp</a:t>
            </a:r>
          </a:p>
          <a:p>
            <a:pPr marL="0" marR="0" lvl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Times New Roman"/>
              </a:rPr>
              <a:t>Inlets, Nozzles, and Propulsion Systems Integration – Stefanie Hirt</a:t>
            </a:r>
          </a:p>
          <a:p>
            <a:pPr marL="0" marR="0" lvl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Times New Roman"/>
              </a:rPr>
              <a:t>Pressure Gain Combustion – Donald Ferguson</a:t>
            </a:r>
            <a:endParaRPr kumimoji="0" lang="en-US" altLang="en-US" sz="8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gtree" pitchFamily="2" charset="0"/>
              <a:ea typeface="ＭＳ Ｐゴシック" charset="-128"/>
              <a:cs typeface="Arial"/>
            </a:endParaRPr>
          </a:p>
          <a:p>
            <a:pPr marL="0" marR="0" lvl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8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gtree" pitchFamily="2" charset="0"/>
              <a:ea typeface="Calibri" panose="020F0502020204030204" pitchFamily="34" charset="0"/>
              <a:cs typeface="Times New Roman"/>
            </a:endParaRPr>
          </a:p>
          <a:p>
            <a:pPr marL="0" marR="0" lvl="0" indent="0" algn="ctr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Times New Roman"/>
              </a:rPr>
              <a:t>Kurt Polzin </a:t>
            </a:r>
            <a:r>
              <a:rPr kumimoji="0" lang="en-US" altLang="en-US" sz="85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–</a:t>
            </a:r>
            <a:r>
              <a:rPr kumimoji="0" lang="en-US" altLang="en-US" sz="85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Times New Roman"/>
              </a:rPr>
              <a:t> Dep Dir for Rocket, Space &amp; Advanced Propulsion</a:t>
            </a:r>
          </a:p>
          <a:p>
            <a:pPr marL="0" marR="0" lvl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Arial" panose="020B0604020202020204" pitchFamily="34" charset="0"/>
              </a:rPr>
              <a:t>Electric Propulsion – Kristina Lemmer</a:t>
            </a:r>
            <a:endParaRPr kumimoji="0" lang="en-US" altLang="en-US" sz="8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gtree" pitchFamily="2" charset="0"/>
              <a:ea typeface="ＭＳ Ｐゴシック" charset="-128"/>
              <a:cs typeface="Arial" panose="020B0604020202020204" pitchFamily="34" charset="0"/>
            </a:endParaRPr>
          </a:p>
          <a:p>
            <a:pPr marL="0" marR="0" lvl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Arial" panose="020B0604020202020204" pitchFamily="34" charset="0"/>
              </a:rPr>
              <a:t>Energetic Components and Systems – Jim Baglini, Jr.</a:t>
            </a:r>
            <a:endParaRPr kumimoji="0" lang="en-US" altLang="en-US" sz="8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gtree" pitchFamily="2" charset="0"/>
              <a:ea typeface="ＭＳ Ｐゴシック" charset="-128"/>
              <a:cs typeface="Arial" panose="020B0604020202020204" pitchFamily="34" charset="0"/>
            </a:endParaRPr>
          </a:p>
          <a:p>
            <a:pPr marL="0" marR="0" lvl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Arial" panose="020B0604020202020204" pitchFamily="34" charset="0"/>
              </a:rPr>
              <a:t>Hybrid Rockets – Trevor Elliott</a:t>
            </a:r>
            <a:endParaRPr kumimoji="0" lang="en-US" altLang="en-US" sz="8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gtree" pitchFamily="2" charset="0"/>
              <a:ea typeface="ＭＳ Ｐゴシック" charset="-128"/>
              <a:cs typeface="Arial" panose="020B0604020202020204" pitchFamily="34" charset="0"/>
            </a:endParaRPr>
          </a:p>
          <a:p>
            <a:pPr marL="0" marR="0" lvl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Arial" panose="020B0604020202020204" pitchFamily="34" charset="0"/>
              </a:rPr>
              <a:t>Liquid Propulsion – Nathan Andrews</a:t>
            </a:r>
            <a:endParaRPr kumimoji="0" lang="en-US" altLang="en-US" sz="8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gtree" pitchFamily="2" charset="0"/>
              <a:ea typeface="ＭＳ Ｐゴシック" charset="-128"/>
              <a:cs typeface="Arial" panose="020B0604020202020204" pitchFamily="34" charset="0"/>
            </a:endParaRPr>
          </a:p>
          <a:p>
            <a:pPr marL="0" marR="0" lvl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Arial" panose="020B0604020202020204" pitchFamily="34" charset="0"/>
              </a:rPr>
              <a:t>Nuclear and Future Flight Propulsion – Greg Meholic</a:t>
            </a:r>
            <a:endParaRPr kumimoji="0" lang="en-US" altLang="en-US" sz="8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gtree" pitchFamily="2" charset="0"/>
              <a:ea typeface="ＭＳ Ｐゴシック" charset="-128"/>
              <a:cs typeface="Arial" panose="020B0604020202020204" pitchFamily="34" charset="0"/>
            </a:endParaRPr>
          </a:p>
          <a:p>
            <a:pPr marL="0" marR="0" lvl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Arial" panose="020B0604020202020204" pitchFamily="34" charset="0"/>
              </a:rPr>
              <a:t>Propellants and Combustion – Adam Steinberg</a:t>
            </a:r>
            <a:endParaRPr kumimoji="0" lang="en-US" altLang="en-US" sz="8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gtree" pitchFamily="2" charset="0"/>
              <a:ea typeface="ＭＳ Ｐゴシック" charset="-128"/>
              <a:cs typeface="Arial" panose="020B0604020202020204" pitchFamily="34" charset="0"/>
            </a:endParaRPr>
          </a:p>
          <a:p>
            <a:pPr marL="0" marR="0" lvl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Arial" panose="020B0604020202020204" pitchFamily="34" charset="0"/>
              </a:rPr>
              <a:t>Solid Rockets – Barbara Lakota</a:t>
            </a:r>
            <a:endParaRPr kumimoji="0" lang="en-US" altLang="en-US" sz="8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gtree" pitchFamily="2" charset="0"/>
              <a:ea typeface="ＭＳ Ｐゴシック" charset="-128"/>
              <a:cs typeface="Arial" panose="020B0604020202020204" pitchFamily="34" charset="0"/>
            </a:endParaRPr>
          </a:p>
          <a:p>
            <a:pPr marL="0" marR="0" lvl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8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gtree" pitchFamily="2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lvl="0" indent="0" algn="ctr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Arial" panose="020B0604020202020204" pitchFamily="34" charset="0"/>
              </a:rPr>
              <a:t>Ashwani Gupta – Deputy Director for Energy</a:t>
            </a:r>
            <a:endParaRPr kumimoji="0" lang="en-US" altLang="en-US" sz="8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gtree" pitchFamily="2" charset="0"/>
              <a:ea typeface="ＭＳ Ｐゴシック" charset="-128"/>
              <a:cs typeface="Arial" panose="020B0604020202020204" pitchFamily="34" charset="0"/>
            </a:endParaRPr>
          </a:p>
          <a:p>
            <a:pPr marL="0" marR="0" lvl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Arial" panose="020B0604020202020204" pitchFamily="34" charset="0"/>
              </a:rPr>
              <a:t>Aerospace Power Systems – Jeremiah McNatt</a:t>
            </a:r>
          </a:p>
          <a:p>
            <a:pPr marL="0" marR="0" lvl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Arial" panose="020B0604020202020204" pitchFamily="34" charset="0"/>
              </a:rPr>
              <a:t>Terrestrial Energy Systems – Tarek Abdel-Salam</a:t>
            </a:r>
            <a:endParaRPr kumimoji="0" lang="en-US" altLang="en-US" sz="8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gtree" pitchFamily="2" charset="0"/>
              <a:ea typeface="ＭＳ Ｐゴシック" charset="-128"/>
              <a:cs typeface="Arial" panose="020B0604020202020204" pitchFamily="34" charset="0"/>
            </a:endParaRPr>
          </a:p>
          <a:p>
            <a:pPr marL="0" marR="0" lvl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 panose="02110004020202020204"/>
              <a:ea typeface="ＭＳ Ｐゴシック" charset="-128"/>
              <a:cs typeface="Arial" charset="0"/>
            </a:endParaRPr>
          </a:p>
        </p:txBody>
      </p:sp>
      <p:sp>
        <p:nvSpPr>
          <p:cNvPr id="7" name="Text Box 13">
            <a:extLst>
              <a:ext uri="{FF2B5EF4-FFF2-40B4-BE49-F238E27FC236}">
                <a16:creationId xmlns:a16="http://schemas.microsoft.com/office/drawing/2014/main" id="{AFF72A90-4F1E-F620-ED99-6311279C80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8418" y="3968503"/>
            <a:ext cx="3183130" cy="281634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1pPr>
            <a:lvl2pPr marL="457189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2pPr>
            <a:lvl3pPr marL="914377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3pPr>
            <a:lvl4pPr marL="1371566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4pPr>
            <a:lvl5pPr marL="1828754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5pPr>
            <a:lvl6pPr marL="2285943" algn="l" defTabSz="914377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6pPr>
            <a:lvl7pPr marL="2743131" algn="l" defTabSz="914377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7pPr>
            <a:lvl8pPr marL="3200320" algn="l" defTabSz="914377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8pPr>
            <a:lvl9pPr marL="3657509" algn="l" defTabSz="914377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9pPr>
          </a:lstStyle>
          <a:p>
            <a:pPr marL="0" marR="0" lvl="0" indent="0" algn="ctr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SPACE AND MISSILES GROUP</a:t>
            </a:r>
            <a:endParaRPr kumimoji="0" lang="en-US" altLang="en-US" sz="8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gtree" pitchFamily="2" charset="0"/>
              <a:ea typeface="ＭＳ Ｐゴシック" charset="-128"/>
              <a:cs typeface="Arial" charset="0"/>
            </a:endParaRPr>
          </a:p>
          <a:p>
            <a:pPr marL="0" marR="0" lvl="0" indent="0" algn="ctr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Stephen Blanchette, Director</a:t>
            </a:r>
            <a:endParaRPr kumimoji="0" lang="en-US" altLang="en-US" sz="85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gtree" pitchFamily="2" charset="0"/>
              <a:ea typeface="ＭＳ Ｐゴシック" charset="-128"/>
              <a:cs typeface="Arial" charset="0"/>
            </a:endParaRPr>
          </a:p>
          <a:p>
            <a:pPr marL="0" marR="0" lvl="0" indent="0" algn="ctr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Karen D. Barker – Deputy Director</a:t>
            </a:r>
            <a:endParaRPr kumimoji="0" lang="en-US" altLang="en-US" sz="8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gtree" pitchFamily="2" charset="0"/>
              <a:ea typeface="ＭＳ Ｐゴシック" charset="-128"/>
              <a:cs typeface="Arial" charset="0"/>
            </a:endParaRPr>
          </a:p>
          <a:p>
            <a:pPr marL="0" marR="0" lvl="0" indent="0" algn="ctr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Ron Kohl – Deputy Director</a:t>
            </a:r>
          </a:p>
          <a:p>
            <a:pPr marL="0" marR="0" lvl="0" indent="0" algn="ctr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Dustin Otten – Deputy Director</a:t>
            </a:r>
          </a:p>
          <a:p>
            <a:pPr marL="0" marR="0" lvl="0" indent="0" algn="ctr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Tim Wadhams – Deputy Director</a:t>
            </a:r>
            <a:endParaRPr kumimoji="0" lang="en-US" altLang="en-US" sz="8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gtree" pitchFamily="2" charset="0"/>
              <a:ea typeface="ＭＳ Ｐゴシック" charset="-128"/>
              <a:cs typeface="Arial" charset="0"/>
            </a:endParaRPr>
          </a:p>
          <a:p>
            <a:pPr marL="0" marR="0" lvl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Arial" panose="020B0604020202020204" pitchFamily="34" charset="0"/>
              </a:rPr>
              <a:t>Life Sciences and Systems – Christopher Nie</a:t>
            </a:r>
            <a:endParaRPr kumimoji="0" lang="en-US" altLang="en-US" sz="8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gtree" pitchFamily="2" charset="0"/>
              <a:ea typeface="ＭＳ Ｐゴシック" charset="-128"/>
              <a:cs typeface="Arial" panose="020B0604020202020204" pitchFamily="34" charset="0"/>
            </a:endParaRPr>
          </a:p>
          <a:p>
            <a:pPr marL="0" marR="0" lvl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Arial" panose="020B0604020202020204" pitchFamily="34" charset="0"/>
              </a:rPr>
              <a:t>Gravity Dependent Science and Technology – Kenneth Lui</a:t>
            </a:r>
            <a:endParaRPr kumimoji="0" lang="en-US" altLang="en-US" sz="8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gtree" pitchFamily="2" charset="0"/>
              <a:ea typeface="ＭＳ Ｐゴシック" charset="-128"/>
              <a:cs typeface="Arial" panose="020B0604020202020204" pitchFamily="34" charset="0"/>
            </a:endParaRPr>
          </a:p>
          <a:p>
            <a:pPr marL="0" marR="0" lvl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Arial" panose="020B0604020202020204" pitchFamily="34" charset="0"/>
              </a:rPr>
              <a:t>Missile Systems – Brandon Chynoweth</a:t>
            </a:r>
            <a:endParaRPr kumimoji="0" lang="en-US" altLang="en-US" sz="8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gtree" pitchFamily="2" charset="0"/>
              <a:ea typeface="ＭＳ Ｐゴシック" charset="-128"/>
              <a:cs typeface="Arial" panose="020B0604020202020204" pitchFamily="34" charset="0"/>
            </a:endParaRPr>
          </a:p>
          <a:p>
            <a:pPr marL="0" marR="0" lvl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Arial" panose="020B0604020202020204" pitchFamily="34" charset="0"/>
              </a:rPr>
              <a:t>Reusable Launch Vehicles – Amrutur Anilkumar</a:t>
            </a:r>
            <a:endParaRPr kumimoji="0" lang="en-US" altLang="en-US" sz="8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gtree" pitchFamily="2" charset="0"/>
              <a:ea typeface="ＭＳ Ｐゴシック" charset="-128"/>
              <a:cs typeface="Arial" panose="020B0604020202020204" pitchFamily="34" charset="0"/>
            </a:endParaRPr>
          </a:p>
          <a:p>
            <a:pPr marL="0" marR="0" lvl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Arial" panose="020B0604020202020204" pitchFamily="34" charset="0"/>
              </a:rPr>
              <a:t>Small Satellite – Shannon Statham </a:t>
            </a:r>
          </a:p>
          <a:p>
            <a:pPr marL="0" marR="0" lvl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Arial" panose="020B0604020202020204" pitchFamily="34" charset="0"/>
              </a:rPr>
              <a:t>Space Architecture – Georgi Petrov</a:t>
            </a:r>
            <a:endParaRPr kumimoji="0" lang="en-US" altLang="en-US" sz="8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gtree" pitchFamily="2" charset="0"/>
              <a:ea typeface="ＭＳ Ｐゴシック" charset="-128"/>
              <a:cs typeface="Arial" panose="020B0604020202020204" pitchFamily="34" charset="0"/>
            </a:endParaRPr>
          </a:p>
          <a:p>
            <a:pPr marL="0" marR="0" lvl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Arial" panose="020B0604020202020204" pitchFamily="34" charset="0"/>
              </a:rPr>
              <a:t>Space Automation and Robotics – Samantha Chapin</a:t>
            </a:r>
            <a:endParaRPr kumimoji="0" lang="en-US" altLang="en-US" sz="8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gtree" pitchFamily="2" charset="0"/>
              <a:ea typeface="ＭＳ Ｐゴシック" charset="-128"/>
              <a:cs typeface="Arial" panose="020B0604020202020204" pitchFamily="34" charset="0"/>
            </a:endParaRPr>
          </a:p>
          <a:p>
            <a:pPr marL="0" marR="0" lvl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/>
                <a:ea typeface="Calibri"/>
                <a:cs typeface="Arial"/>
              </a:rPr>
              <a:t>Space Settlement – Robert Noteboom</a:t>
            </a:r>
          </a:p>
          <a:p>
            <a:pPr marL="0" marR="0" lvl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Arial" panose="020B0604020202020204" pitchFamily="34" charset="0"/>
              </a:rPr>
              <a:t>Space Logistics – Paul Grogan</a:t>
            </a:r>
            <a:endParaRPr kumimoji="0" lang="en-US" altLang="en-US" sz="8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gtree" pitchFamily="2" charset="0"/>
              <a:ea typeface="ＭＳ Ｐゴシック" charset="-128"/>
              <a:cs typeface="Arial" panose="020B0604020202020204" pitchFamily="34" charset="0"/>
            </a:endParaRPr>
          </a:p>
          <a:p>
            <a:pPr marL="0" marR="0" lvl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Arial" panose="020B0604020202020204" pitchFamily="34" charset="0"/>
              </a:rPr>
              <a:t>Space Operations and Support – Sweety Pate</a:t>
            </a:r>
            <a:endParaRPr kumimoji="0" lang="en-US" altLang="en-US" sz="8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gtree" pitchFamily="2" charset="0"/>
              <a:ea typeface="ＭＳ Ｐゴシック" charset="-128"/>
              <a:cs typeface="Arial" panose="020B0604020202020204" pitchFamily="34" charset="0"/>
            </a:endParaRPr>
          </a:p>
          <a:p>
            <a:pPr marL="0" marR="0" lvl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Arial" panose="020B0604020202020204" pitchFamily="34" charset="0"/>
              </a:rPr>
              <a:t>Space Resources – Bob Moses</a:t>
            </a:r>
            <a:endParaRPr kumimoji="0" lang="en-US" altLang="en-US" sz="8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gtree" pitchFamily="2" charset="0"/>
              <a:ea typeface="ＭＳ Ｐゴシック" charset="-128"/>
              <a:cs typeface="Arial" panose="020B0604020202020204" pitchFamily="34" charset="0"/>
            </a:endParaRPr>
          </a:p>
          <a:p>
            <a:pPr marL="0" marR="0" lvl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Arial" panose="020B0604020202020204" pitchFamily="34" charset="0"/>
              </a:rPr>
              <a:t>Space Systems – John Carsten</a:t>
            </a:r>
            <a:endParaRPr kumimoji="0" lang="en-US" altLang="en-US" sz="8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gtree" pitchFamily="2" charset="0"/>
              <a:ea typeface="ＭＳ Ｐゴシック" charset="-128"/>
              <a:cs typeface="Arial" panose="020B0604020202020204" pitchFamily="34" charset="0"/>
            </a:endParaRPr>
          </a:p>
          <a:p>
            <a:pPr marL="0" marR="0" lvl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Arial" panose="020B0604020202020204" pitchFamily="34" charset="0"/>
              </a:rPr>
              <a:t>Space Tethers – Eleonora Botta</a:t>
            </a:r>
            <a:endParaRPr kumimoji="0" lang="en-US" altLang="en-US" sz="8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gtree" pitchFamily="2" charset="0"/>
              <a:ea typeface="ＭＳ Ｐゴシック" charset="-128"/>
              <a:cs typeface="Arial" panose="020B0604020202020204" pitchFamily="34" charset="0"/>
            </a:endParaRPr>
          </a:p>
          <a:p>
            <a:pPr marL="0" marR="0" lvl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Arial" panose="020B0604020202020204" pitchFamily="34" charset="0"/>
              </a:rPr>
              <a:t>Space Transportation – TBD</a:t>
            </a:r>
            <a:endParaRPr kumimoji="0" lang="en-US" altLang="en-US" sz="8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gtree" pitchFamily="2" charset="0"/>
              <a:ea typeface="ＭＳ Ｐゴシック" charset="-128"/>
              <a:cs typeface="Arial" panose="020B0604020202020204" pitchFamily="34" charset="0"/>
            </a:endParaRPr>
          </a:p>
          <a:p>
            <a:pPr marL="0" marR="0" lvl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Arial" panose="020B0604020202020204" pitchFamily="34" charset="0"/>
              </a:rPr>
              <a:t>Weapon System Effectiveness – Nick Mueschke</a:t>
            </a:r>
            <a:endParaRPr kumimoji="0" lang="en-US" altLang="en-US" sz="8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gtree" pitchFamily="2" charset="0"/>
              <a:ea typeface="ＭＳ Ｐゴシック" charset="-128"/>
              <a:cs typeface="Arial" panose="020B0604020202020204" pitchFamily="34" charset="0"/>
            </a:endParaRPr>
          </a:p>
        </p:txBody>
      </p:sp>
      <p:sp>
        <p:nvSpPr>
          <p:cNvPr id="8" name="Text Box 17">
            <a:extLst>
              <a:ext uri="{FF2B5EF4-FFF2-40B4-BE49-F238E27FC236}">
                <a16:creationId xmlns:a16="http://schemas.microsoft.com/office/drawing/2014/main" id="{F49E00A8-9B01-C384-A3D7-15C07BA33A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4695" y="664787"/>
            <a:ext cx="6400800" cy="390504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1pPr>
            <a:lvl2pPr marL="457189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2pPr>
            <a:lvl3pPr marL="914377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3pPr>
            <a:lvl4pPr marL="1371566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4pPr>
            <a:lvl5pPr marL="1828754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5pPr>
            <a:lvl6pPr marL="2285943" algn="l" defTabSz="914377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6pPr>
            <a:lvl7pPr marL="2743131" algn="l" defTabSz="914377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7pPr>
            <a:lvl8pPr marL="3200320" algn="l" defTabSz="914377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8pPr>
            <a:lvl9pPr marL="3657509" algn="l" defTabSz="914377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9pPr>
          </a:lstStyle>
          <a:p>
            <a:pPr marL="0" marR="0" lvl="0" indent="0" algn="ctr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/>
                <a:ea typeface="Calibri"/>
                <a:cs typeface="Times New Roman"/>
              </a:rPr>
              <a:t>Lesley Weitz – Chief, Technical Activities Division</a:t>
            </a:r>
          </a:p>
          <a:p>
            <a:pPr marL="0" marR="0" lvl="0" indent="0" algn="ctr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/>
                <a:ea typeface="Calibri"/>
                <a:cs typeface="Times New Roman"/>
              </a:rPr>
              <a:t>Staff Liaison: Michael Lagana</a:t>
            </a:r>
            <a:endParaRPr kumimoji="0"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gtree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 Box 12">
            <a:extLst>
              <a:ext uri="{FF2B5EF4-FFF2-40B4-BE49-F238E27FC236}">
                <a16:creationId xmlns:a16="http://schemas.microsoft.com/office/drawing/2014/main" id="{8DF089E5-BD7D-5D97-9FCA-A55253768D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686" y="3595902"/>
            <a:ext cx="3498562" cy="280489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1pPr>
            <a:lvl2pPr marL="457189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2pPr>
            <a:lvl3pPr marL="914377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3pPr>
            <a:lvl4pPr marL="1371566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4pPr>
            <a:lvl5pPr marL="1828754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5pPr>
            <a:lvl6pPr marL="2285943" algn="l" defTabSz="914377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6pPr>
            <a:lvl7pPr marL="2743131" algn="l" defTabSz="914377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7pPr>
            <a:lvl8pPr marL="3200320" algn="l" defTabSz="914377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8pPr>
            <a:lvl9pPr marL="3657509" algn="l" defTabSz="914377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9pPr>
          </a:lstStyle>
          <a:p>
            <a:pPr marL="0" marR="0" lvl="0" indent="0" algn="ctr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AEROSPACE SCIENCES GROUP</a:t>
            </a:r>
            <a:endParaRPr kumimoji="0" lang="en-US" altLang="en-US" sz="8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gtree" pitchFamily="2" charset="0"/>
              <a:ea typeface="ＭＳ Ｐゴシック" charset="-128"/>
              <a:cs typeface="Arial" charset="0"/>
            </a:endParaRPr>
          </a:p>
          <a:p>
            <a:pPr marL="0" marR="0" lvl="0" indent="0" algn="ctr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ＭＳ Ｐゴシック" charset="-128"/>
                <a:cs typeface="Times New Roman" panose="02020603050405020304" pitchFamily="18" charset="0"/>
              </a:rPr>
              <a:t>Martiqua Post, Director</a:t>
            </a:r>
            <a:endParaRPr kumimoji="0" lang="en-US" altLang="en-US" sz="85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gtree" pitchFamily="2" charset="0"/>
              <a:ea typeface="ＭＳ Ｐゴシック"/>
              <a:cs typeface="Times New Roman"/>
            </a:endParaRPr>
          </a:p>
          <a:p>
            <a:pPr marL="0" marR="0" lvl="0" indent="0" algn="ctr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Times New Roman"/>
              </a:rPr>
              <a:t>Joao Luiz Azevedo – Deputy Director for Forum Coordination</a:t>
            </a:r>
          </a:p>
          <a:p>
            <a:pPr marL="0" marR="0" lvl="0" indent="0" algn="ctr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igtree" pitchFamily="2" charset="0"/>
                <a:ea typeface="ＭＳ Ｐゴシック"/>
                <a:cs typeface="Times New Roman"/>
              </a:rPr>
              <a:t>Brian Freno– </a:t>
            </a:r>
            <a:r>
              <a:rPr kumimoji="0" lang="en-US" altLang="en-US" sz="850" b="0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Deputy Director for Disruptive Engagement</a:t>
            </a:r>
          </a:p>
          <a:p>
            <a:pPr marL="0" marR="0" lvl="0" indent="0" algn="ctr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Times New Roman"/>
              </a:rPr>
              <a:t>Crystal Pasiliao – Deputy Director for TC Engagement</a:t>
            </a:r>
          </a:p>
          <a:p>
            <a:pPr marL="0" marR="0" lvl="0" indent="0" algn="ctr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Times New Roman"/>
              </a:rPr>
              <a:t>Chris Cotting – Deputy Director for Strategic Planning and Initiatives</a:t>
            </a:r>
            <a:endParaRPr kumimoji="0" lang="en-US" altLang="en-US" sz="8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gtree" pitchFamily="2" charset="0"/>
              <a:ea typeface="ＭＳ Ｐゴシック" charset="-128"/>
              <a:cs typeface="Times New Roman"/>
            </a:endParaRPr>
          </a:p>
          <a:p>
            <a:pPr marL="0" marR="0" lvl="0" indent="0" algn="ctr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85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gtree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Times New Roman"/>
              </a:rPr>
              <a:t>Aeroacoustics – Clifford Brown</a:t>
            </a:r>
          </a:p>
          <a:p>
            <a:pPr marL="0" marR="0" lvl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Times New Roman"/>
              </a:rPr>
              <a:t>Aerodynamic Measurement Technology – Amy Fagan</a:t>
            </a:r>
          </a:p>
          <a:p>
            <a:pPr marL="0" marR="0" lvl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Times New Roman"/>
              </a:rPr>
              <a:t>Applied Aerodynamics – Mehdi Ghoreyshi</a:t>
            </a:r>
            <a:endParaRPr kumimoji="0" lang="en-US" altLang="en-US" sz="8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gtree" pitchFamily="2" charset="0"/>
              <a:ea typeface="ＭＳ Ｐゴシック" charset="-128"/>
              <a:cs typeface="Times New Roman"/>
            </a:endParaRPr>
          </a:p>
          <a:p>
            <a:pPr marL="0" marR="0" lvl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Times New Roman"/>
              </a:rPr>
              <a:t>Astrodynamics – Kyle DeMars</a:t>
            </a:r>
            <a:endParaRPr kumimoji="0" lang="en-US" altLang="en-US" sz="8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gtree" pitchFamily="2" charset="0"/>
              <a:ea typeface="ＭＳ Ｐゴシック" charset="-128"/>
              <a:cs typeface="Times New Roman"/>
            </a:endParaRPr>
          </a:p>
          <a:p>
            <a:pPr marL="0" marR="0" lvl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Times New Roman"/>
              </a:rPr>
              <a:t>Atmospheric and Space Environments – Charlie Zheng</a:t>
            </a:r>
          </a:p>
          <a:p>
            <a:pPr marL="0" marR="0" lvl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Times New Roman"/>
              </a:rPr>
              <a:t>Atmospheric Flight Mechanics – Jared Grauer</a:t>
            </a:r>
            <a:endParaRPr kumimoji="0" lang="en-US" altLang="en-US" sz="8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gtree" pitchFamily="2" charset="0"/>
              <a:ea typeface="ＭＳ Ｐゴシック" charset="-128"/>
              <a:cs typeface="Times New Roman"/>
            </a:endParaRPr>
          </a:p>
          <a:p>
            <a:pPr marL="0" marR="0" lvl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Times New Roman"/>
              </a:rPr>
              <a:t>Fluid Dynamics – Manan Vyas</a:t>
            </a:r>
            <a:endParaRPr kumimoji="0" lang="en-US" altLang="en-US" sz="8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gtree" pitchFamily="2" charset="0"/>
              <a:ea typeface="ＭＳ Ｐゴシック" charset="-128"/>
              <a:cs typeface="Times New Roman"/>
            </a:endParaRPr>
          </a:p>
          <a:p>
            <a:pPr marL="0" marR="0" lvl="0" indent="0" algn="l" defTabSz="91437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igtree"/>
                <a:ea typeface="Calibri"/>
                <a:cs typeface="Times New Roman"/>
              </a:rPr>
              <a:t>Fluid Instability and Transition – Tom Corke</a:t>
            </a:r>
          </a:p>
          <a:p>
            <a:pPr marL="0" marR="0" lvl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Times New Roman"/>
              </a:rPr>
              <a:t>Ground Testing – Chris Jorgens</a:t>
            </a:r>
          </a:p>
          <a:p>
            <a:pPr marL="0" marR="0" lvl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/>
                <a:ea typeface="Calibri"/>
                <a:cs typeface="Times New Roman"/>
              </a:rPr>
              <a:t>Guidance, Navigation and Control – Joseph Connolly</a:t>
            </a:r>
          </a:p>
          <a:p>
            <a:pPr marL="0" marR="0" lvl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Times New Roman"/>
              </a:rPr>
              <a:t>Meshing, Visualization &amp; Computational Environments – Ryan Durscher</a:t>
            </a:r>
          </a:p>
          <a:p>
            <a:pPr marL="0" marR="0" lvl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Modeling and Simulation – Scott Kowalchuk</a:t>
            </a:r>
            <a:endParaRPr kumimoji="0" lang="en-US" altLang="en-US" sz="8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gtree" pitchFamily="2" charset="0"/>
              <a:ea typeface="ＭＳ Ｐゴシック" charset="-128"/>
              <a:cs typeface="Times New Roman"/>
            </a:endParaRPr>
          </a:p>
          <a:p>
            <a:pPr marL="0" marR="0" lvl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Times New Roman"/>
              </a:rPr>
              <a:t>Plasmadynamics</a:t>
            </a:r>
            <a:r>
              <a:rPr kumimoji="0" lang="en-US" altLang="en-US" sz="8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Times New Roman"/>
              </a:rPr>
              <a:t> and Lasers – Albina Tropina</a:t>
            </a:r>
            <a:endParaRPr kumimoji="0" lang="en-US" altLang="en-US" sz="8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gtree" pitchFamily="2" charset="0"/>
              <a:ea typeface="ＭＳ Ｐゴシック" charset="-128"/>
              <a:cs typeface="Times New Roman"/>
            </a:endParaRPr>
          </a:p>
          <a:p>
            <a:pPr marL="0" marR="0" lvl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Times New Roman"/>
              </a:rPr>
              <a:t>Thermophysics – Kevin Weed</a:t>
            </a:r>
          </a:p>
        </p:txBody>
      </p:sp>
      <p:sp>
        <p:nvSpPr>
          <p:cNvPr id="10" name="Text Box 11">
            <a:extLst>
              <a:ext uri="{FF2B5EF4-FFF2-40B4-BE49-F238E27FC236}">
                <a16:creationId xmlns:a16="http://schemas.microsoft.com/office/drawing/2014/main" id="{BF6002CE-512A-97A9-BBAA-A93C4ADF58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7682" y="1094167"/>
            <a:ext cx="3256814" cy="233483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1pPr>
            <a:lvl2pPr marL="457189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2pPr>
            <a:lvl3pPr marL="914377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3pPr>
            <a:lvl4pPr marL="1371566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4pPr>
            <a:lvl5pPr marL="1828754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5pPr>
            <a:lvl6pPr marL="2285943" algn="l" defTabSz="914377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6pPr>
            <a:lvl7pPr marL="2743131" algn="l" defTabSz="914377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7pPr>
            <a:lvl8pPr marL="3200320" algn="l" defTabSz="914377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8pPr>
            <a:lvl9pPr marL="3657509" algn="l" defTabSz="914377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9pPr>
          </a:lstStyle>
          <a:p>
            <a:pPr marL="0" marR="0" lvl="0" indent="0" algn="ctr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INFORMATION SYSTEMS GROUP</a:t>
            </a:r>
            <a:endParaRPr kumimoji="0" lang="en-US" altLang="en-US" sz="8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gtree" pitchFamily="2" charset="0"/>
              <a:ea typeface="ＭＳ Ｐゴシック" charset="-128"/>
              <a:cs typeface="Arial" charset="0"/>
            </a:endParaRPr>
          </a:p>
          <a:p>
            <a:pPr marL="0" marR="0" lvl="0" indent="0" algn="ctr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Michel D. Ingham, Director</a:t>
            </a:r>
            <a:endParaRPr kumimoji="0" lang="en-US" altLang="en-US" sz="85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gtree" pitchFamily="2" charset="0"/>
              <a:ea typeface="ＭＳ Ｐゴシック" charset="-128"/>
              <a:cs typeface="Arial" charset="0"/>
            </a:endParaRPr>
          </a:p>
          <a:p>
            <a:pPr marL="0" marR="0" lvl="0" indent="0" algn="ctr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Misty Davies – Deputy Director for Intra-Group Collaboration</a:t>
            </a:r>
            <a:endParaRPr kumimoji="0" lang="en-US" altLang="en-US" sz="8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gtree" pitchFamily="2" charset="0"/>
              <a:ea typeface="ＭＳ Ｐゴシック" charset="-128"/>
              <a:cs typeface="Arial" charset="0"/>
            </a:endParaRPr>
          </a:p>
          <a:p>
            <a:pPr marL="0" marR="0" lvl="0" indent="0" algn="ctr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John Valasek – Deputy Director for Cross-Group Coordination</a:t>
            </a:r>
          </a:p>
          <a:p>
            <a:pPr marL="0" marR="0" lvl="0" indent="0" algn="ctr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/>
                <a:ea typeface="Calibri"/>
                <a:cs typeface="Times New Roman"/>
              </a:rPr>
              <a:t>Daniel “Dani” Selva – Deputy Director for Forums</a:t>
            </a:r>
          </a:p>
          <a:p>
            <a:pPr marL="0" marR="0" lvl="0" indent="0" algn="ctr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igtree"/>
                <a:ea typeface="Calibri"/>
                <a:cs typeface="Times New Roman"/>
              </a:rPr>
              <a:t>Natasha </a:t>
            </a:r>
            <a:r>
              <a:rPr kumimoji="0" lang="en-US" altLang="en-US" sz="850" b="0" i="1" u="none" strike="noStrike" kern="1200" cap="none" spc="0" normalizeH="0" baseline="0" noProof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igtree"/>
                <a:ea typeface="Calibri"/>
                <a:cs typeface="Times New Roman"/>
              </a:rPr>
              <a:t>Neogi</a:t>
            </a:r>
            <a:r>
              <a:rPr kumimoji="0" lang="en-US" altLang="en-US" sz="850" b="0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igtree"/>
                <a:ea typeface="Calibri"/>
                <a:cs typeface="Times New Roman"/>
              </a:rPr>
              <a:t> – Deputy Director for Forums</a:t>
            </a:r>
          </a:p>
          <a:p>
            <a:pPr marL="0" marR="0" lvl="0" indent="0" algn="ctr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Jimmie McEver – Deputy Director for Defense</a:t>
            </a:r>
          </a:p>
          <a:p>
            <a:pPr marL="0" marR="0" lvl="0" indent="0" algn="ctr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Jim </a:t>
            </a:r>
            <a:r>
              <a:rPr kumimoji="0" lang="en-US" altLang="en-US" sz="850" b="0" i="1" u="none" strike="noStrike" kern="1200" cap="none" spc="0" normalizeH="0" baseline="0" noProof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Paunicka</a:t>
            </a:r>
            <a:r>
              <a:rPr kumimoji="0" lang="en-US" altLang="en-US" sz="850" b="0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– Deputy Director, TIS</a:t>
            </a:r>
          </a:p>
          <a:p>
            <a:pPr marL="0" marR="0" lvl="0" indent="0" algn="ctr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8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gtree" pitchFamily="2" charset="0"/>
              <a:ea typeface="ＭＳ Ｐゴシック" charset="-128"/>
              <a:cs typeface="Arial" charset="0"/>
            </a:endParaRPr>
          </a:p>
          <a:p>
            <a:pPr marL="0" marR="0" lvl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Communications Systems – Rob Singh</a:t>
            </a:r>
            <a:endParaRPr kumimoji="0" lang="en-US" altLang="en-US" sz="8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gtree" pitchFamily="2" charset="0"/>
              <a:ea typeface="ＭＳ Ｐゴシック" charset="-128"/>
              <a:cs typeface="Arial" charset="0"/>
            </a:endParaRPr>
          </a:p>
          <a:p>
            <a:pPr marL="0" marR="0" lvl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Computer Systems – Christopher Coley</a:t>
            </a:r>
          </a:p>
          <a:p>
            <a:pPr marL="0" marR="0" lvl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Digital Avionics – Mark Darnell</a:t>
            </a:r>
          </a:p>
          <a:p>
            <a:pPr marL="0" marR="0" lvl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ＭＳ Ｐゴシック" charset="-128"/>
                <a:cs typeface="Times New Roman" panose="02020603050405020304" pitchFamily="18" charset="0"/>
              </a:rPr>
              <a:t>Human-Machine Teaming – Terry Morris</a:t>
            </a:r>
            <a:endParaRPr kumimoji="0" lang="en-US" altLang="en-US" sz="8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gtree" pitchFamily="2" charset="0"/>
              <a:ea typeface="ＭＳ Ｐゴシック" charset="-128"/>
              <a:cs typeface="Arial" charset="0"/>
            </a:endParaRPr>
          </a:p>
          <a:p>
            <a:pPr marL="0" marR="0" lvl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Information and Command and Control Systems – Ali Raz</a:t>
            </a:r>
            <a:endParaRPr kumimoji="0" lang="en-US" altLang="en-US" sz="8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gtree" pitchFamily="2" charset="0"/>
              <a:ea typeface="ＭＳ Ｐゴシック" charset="-128"/>
              <a:cs typeface="Arial" charset="0"/>
            </a:endParaRPr>
          </a:p>
          <a:p>
            <a:pPr marL="0" marR="0" lvl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Times New Roman"/>
              </a:rPr>
              <a:t>Intelligent Systems – Justin Bradley</a:t>
            </a:r>
          </a:p>
          <a:p>
            <a:pPr marL="0" marR="0" lvl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Times New Roman"/>
              </a:rPr>
              <a:t>Sensor Systems and Information Fusion – Nick Napoli</a:t>
            </a:r>
            <a:endParaRPr kumimoji="0" lang="en-US" altLang="en-US" sz="8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gtree" pitchFamily="2" charset="0"/>
              <a:ea typeface="ＭＳ Ｐゴシック" charset="-128"/>
              <a:cs typeface="Arial" charset="0"/>
            </a:endParaRPr>
          </a:p>
          <a:p>
            <a:pPr marL="0" marR="0" lvl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Software – Umut Durak</a:t>
            </a:r>
            <a:endParaRPr kumimoji="0" lang="en-US" altLang="en-US" sz="8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gtree" pitchFamily="2" charset="0"/>
              <a:ea typeface="ＭＳ Ｐゴシック" charset="-128"/>
              <a:cs typeface="Arial" charset="0"/>
            </a:endParaRPr>
          </a:p>
        </p:txBody>
      </p:sp>
      <p:sp>
        <p:nvSpPr>
          <p:cNvPr id="11" name="Text Box 10">
            <a:extLst>
              <a:ext uri="{FF2B5EF4-FFF2-40B4-BE49-F238E27FC236}">
                <a16:creationId xmlns:a16="http://schemas.microsoft.com/office/drawing/2014/main" id="{8238E4D2-3C26-C2F8-53E8-1862F4DE4F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686" y="1094554"/>
            <a:ext cx="3508187" cy="246284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1pPr>
            <a:lvl2pPr marL="457189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2pPr>
            <a:lvl3pPr marL="914377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3pPr>
            <a:lvl4pPr marL="1371566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4pPr>
            <a:lvl5pPr marL="1828754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5pPr>
            <a:lvl6pPr marL="2285943" algn="l" defTabSz="914377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6pPr>
            <a:lvl7pPr marL="2743131" algn="l" defTabSz="914377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7pPr>
            <a:lvl8pPr marL="3200320" algn="l" defTabSz="914377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8pPr>
            <a:lvl9pPr marL="3657509" algn="l" defTabSz="914377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9pPr>
          </a:lstStyle>
          <a:p>
            <a:pPr marL="0" marR="0" lvl="0" indent="0" algn="ctr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AEROSPACE DESIGN AND STRUCTURES GROUP</a:t>
            </a:r>
            <a:endParaRPr kumimoji="0" lang="en-US" altLang="en-US" sz="8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gtree" pitchFamily="2" charset="0"/>
              <a:ea typeface="ＭＳ Ｐゴシック" charset="-128"/>
              <a:cs typeface="Arial" charset="0"/>
            </a:endParaRPr>
          </a:p>
          <a:p>
            <a:pPr marL="0" marR="0" lvl="0" indent="0" algn="ctr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Dawn Phillips, Director</a:t>
            </a:r>
          </a:p>
          <a:p>
            <a:pPr marL="0" marR="0" lvl="0" indent="0" algn="ctr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Times New Roman"/>
              </a:rPr>
              <a:t>Vladimir Balabanov </a:t>
            </a:r>
            <a:r>
              <a:rPr kumimoji="0" lang="en-US" altLang="en-US" sz="85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Arial" panose="020B0604020202020204" pitchFamily="34" charset="0"/>
              </a:rPr>
              <a:t>– Dep Dir for Cross-Institute Coordination</a:t>
            </a:r>
          </a:p>
          <a:p>
            <a:pPr marL="0" marR="0" lvl="0" indent="0" algn="ctr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Arial" panose="020B0604020202020204" pitchFamily="34" charset="0"/>
              </a:rPr>
              <a:t>Steve Arnold – Deputy Director for Forum Coordination</a:t>
            </a:r>
          </a:p>
          <a:p>
            <a:pPr marL="0" marR="0" lvl="0" indent="0" algn="ctr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Times New Roman"/>
              </a:rPr>
              <a:t>Walt Silva </a:t>
            </a:r>
            <a:r>
              <a:rPr kumimoji="0" lang="en-US" altLang="en-US" sz="85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–</a:t>
            </a:r>
            <a:r>
              <a:rPr kumimoji="0" lang="en-US" altLang="en-US" sz="85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Times New Roman"/>
              </a:rPr>
              <a:t> Deputy Director for TC Coordination</a:t>
            </a:r>
          </a:p>
          <a:p>
            <a:pPr marL="0" marR="0" lvl="0" indent="0" algn="ctr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Times New Roman"/>
              </a:rPr>
              <a:t>Jeff Kaufmann – Deputy Director for TC Coordination </a:t>
            </a:r>
            <a:r>
              <a:rPr kumimoji="0" lang="en-US" altLang="en-US" sz="85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Times New Roman"/>
              </a:rPr>
              <a:t>(Jan. 2026)</a:t>
            </a:r>
          </a:p>
          <a:p>
            <a:pPr marL="0" marR="0" lvl="0" indent="0" algn="ctr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Times New Roman"/>
              </a:rPr>
              <a:t>Vinay Goyal – Deputy Director for Forum Coordination </a:t>
            </a:r>
            <a:r>
              <a:rPr kumimoji="0" lang="en-US" altLang="en-US" sz="85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Times New Roman"/>
              </a:rPr>
              <a:t>(Jan. 2026)</a:t>
            </a:r>
          </a:p>
          <a:p>
            <a:pPr marL="0" marR="0" lvl="0" indent="0" algn="ctr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85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gtree" pitchFamily="2" charset="0"/>
              <a:ea typeface="Calibri" panose="020F0502020204030204" pitchFamily="34" charset="0"/>
              <a:cs typeface="Times New Roman"/>
            </a:endParaRPr>
          </a:p>
          <a:p>
            <a:pPr marL="0" marR="0" lvl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Adaptive Structures – Jeff Kauffman</a:t>
            </a:r>
          </a:p>
          <a:p>
            <a:pPr marL="0" marR="0" lvl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Times New Roman"/>
              </a:rPr>
              <a:t>Design Engineering – Jessica Widrick</a:t>
            </a:r>
          </a:p>
          <a:p>
            <a:pPr marL="0" marR="0" lvl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Times New Roman"/>
              </a:rPr>
              <a:t>Materials –  Evan Pineda</a:t>
            </a:r>
            <a:endParaRPr kumimoji="0" lang="en-US" altLang="en-US" sz="8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gtree" pitchFamily="2" charset="0"/>
              <a:ea typeface="ＭＳ Ｐゴシック" charset="-128"/>
              <a:cs typeface="Times New Roman"/>
            </a:endParaRPr>
          </a:p>
          <a:p>
            <a:pPr marL="0" marR="0" lvl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Times New Roman"/>
              </a:rPr>
              <a:t>Multidisciplinary Design Optimization – Mike Henson</a:t>
            </a:r>
            <a:endParaRPr kumimoji="0" lang="en-US" altLang="en-US" sz="8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gtree" pitchFamily="2" charset="0"/>
              <a:ea typeface="ＭＳ Ｐゴシック" charset="-128"/>
              <a:cs typeface="Times New Roman"/>
            </a:endParaRPr>
          </a:p>
          <a:p>
            <a:pPr marL="0" marR="0" lvl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Times New Roman"/>
              </a:rPr>
              <a:t>Non-Deterministic Approaches – Gianluca Geraci</a:t>
            </a:r>
          </a:p>
          <a:p>
            <a:pPr marL="0" marR="0" lvl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Times New Roman"/>
              </a:rPr>
              <a:t>Spacecraft Structures – Manan Arya</a:t>
            </a:r>
            <a:endParaRPr kumimoji="0" lang="en-US" altLang="en-US" sz="8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gtree" pitchFamily="2" charset="0"/>
              <a:ea typeface="ＭＳ Ｐゴシック" charset="-128"/>
              <a:cs typeface="Times New Roman"/>
            </a:endParaRPr>
          </a:p>
          <a:p>
            <a:pPr marL="0" marR="0" lvl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Structural Dynamics – Anubhav Datta</a:t>
            </a:r>
            <a:endParaRPr kumimoji="0" lang="en-US" altLang="en-US" sz="8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gtree" pitchFamily="2" charset="0"/>
              <a:ea typeface="ＭＳ Ｐゴシック" charset="-128"/>
              <a:cs typeface="Arial" charset="0"/>
            </a:endParaRPr>
          </a:p>
          <a:p>
            <a:pPr marL="0" marR="0" lvl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Structures – Scott Norwood</a:t>
            </a:r>
            <a:endParaRPr kumimoji="0" lang="en-US" altLang="en-US" sz="8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gtree" pitchFamily="2" charset="0"/>
              <a:ea typeface="ＭＳ Ｐゴシック" charset="-128"/>
              <a:cs typeface="Times New Roman"/>
            </a:endParaRPr>
          </a:p>
          <a:p>
            <a:pPr marL="0" marR="0" lvl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Survivability – Adam Goss</a:t>
            </a:r>
            <a:endParaRPr kumimoji="0" lang="en-US" altLang="en-US" sz="8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gtree" pitchFamily="2" charset="0"/>
              <a:ea typeface="ＭＳ Ｐゴシック" charset="-128"/>
              <a:cs typeface="Arial" charset="0"/>
            </a:endParaRPr>
          </a:p>
          <a:p>
            <a:pPr marL="0" marR="0" lvl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Systems Engineering – Mat French</a:t>
            </a:r>
            <a:endParaRPr kumimoji="0" lang="en-US" altLang="en-US" sz="8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gtree" pitchFamily="2" charset="0"/>
              <a:ea typeface="ＭＳ Ｐゴシック" charset="-128"/>
              <a:cs typeface="Arial" charset="0"/>
            </a:endParaRPr>
          </a:p>
        </p:txBody>
      </p:sp>
      <p:sp>
        <p:nvSpPr>
          <p:cNvPr id="12" name="Text Box 5">
            <a:extLst>
              <a:ext uri="{FF2B5EF4-FFF2-40B4-BE49-F238E27FC236}">
                <a16:creationId xmlns:a16="http://schemas.microsoft.com/office/drawing/2014/main" id="{A41587F2-A118-3244-8A65-8B183433D5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05470" y="3084519"/>
            <a:ext cx="1868545" cy="14275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1pPr>
            <a:lvl2pPr marL="457189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2pPr>
            <a:lvl3pPr marL="914377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3pPr>
            <a:lvl4pPr marL="1371566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4pPr>
            <a:lvl5pPr marL="1828754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5pPr>
            <a:lvl6pPr marL="2285943" algn="l" defTabSz="914377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6pPr>
            <a:lvl7pPr marL="2743131" algn="l" defTabSz="914377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7pPr>
            <a:lvl8pPr marL="3200320" algn="l" defTabSz="914377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8pPr>
            <a:lvl9pPr marL="3657509" algn="l" defTabSz="914377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9pPr>
          </a:lstStyle>
          <a:p>
            <a:pPr marL="0" marR="0" lvl="0" indent="0" algn="ctr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Technical Integration Subcommittee (TIS)</a:t>
            </a:r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gtree" pitchFamily="2" charset="0"/>
              <a:ea typeface="ＭＳ Ｐゴシック" charset="-128"/>
              <a:cs typeface="Arial" charset="0"/>
            </a:endParaRPr>
          </a:p>
          <a:p>
            <a:pPr marL="0" marR="0" lvl="0" indent="0" algn="ctr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/>
                <a:ea typeface="ＭＳ Ｐゴシック"/>
                <a:cs typeface="Times New Roman"/>
              </a:rPr>
              <a:t>Vladimir Balabanov, Chair</a:t>
            </a:r>
            <a:r>
              <a: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/>
                <a:ea typeface="ＭＳ Ｐゴシック"/>
                <a:cs typeface="Arial"/>
              </a:rPr>
              <a:t> </a:t>
            </a:r>
          </a:p>
          <a:p>
            <a:pPr marL="0" marR="0" lvl="0" indent="0" algn="ctr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ＭＳ Ｐゴシック" charset="-128"/>
                <a:cs typeface="Times New Roman" panose="02020603050405020304" pitchFamily="18" charset="0"/>
              </a:rPr>
              <a:t>Steve Beresh, ASG Rep</a:t>
            </a:r>
          </a:p>
          <a:p>
            <a:pPr marL="0" marR="0" lvl="0" indent="0" algn="ctr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ＭＳ Ｐゴシック" charset="-128"/>
                <a:cs typeface="Times New Roman" panose="02020603050405020304" pitchFamily="18" charset="0"/>
              </a:rPr>
              <a:t>Phillip Ansell, ATIO Rep</a:t>
            </a:r>
          </a:p>
          <a:p>
            <a:pPr marL="0" marR="0" lvl="0" indent="0" algn="ctr" defTabSz="91437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igtree"/>
                <a:ea typeface="ＭＳ Ｐゴシック"/>
                <a:cs typeface="Times New Roman"/>
              </a:rPr>
              <a:t>Jim </a:t>
            </a:r>
            <a:r>
              <a:rPr kumimoji="0" lang="en-US" altLang="en-US" sz="900" b="0" i="0" u="none" strike="noStrike" kern="1200" cap="none" spc="0" normalizeH="0" baseline="0" noProof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igtree"/>
                <a:ea typeface="ＭＳ Ｐゴシック"/>
                <a:cs typeface="Times New Roman"/>
              </a:rPr>
              <a:t>Paunicka</a:t>
            </a:r>
            <a:r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igtree"/>
                <a:ea typeface="ＭＳ Ｐゴシック"/>
                <a:cs typeface="Times New Roman"/>
              </a:rPr>
              <a:t>, ISG Rep</a:t>
            </a:r>
          </a:p>
          <a:p>
            <a:pPr marL="0" marR="0" lvl="0" indent="0" algn="ctr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ＭＳ Ｐゴシック" charset="-128"/>
                <a:cs typeface="Times New Roman" panose="02020603050405020304" pitchFamily="18" charset="0"/>
              </a:rPr>
              <a:t>Tom Smith, PEG Rep</a:t>
            </a:r>
          </a:p>
          <a:p>
            <a:pPr marL="0" marR="0" lvl="0" indent="0" algn="ctr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ＭＳ Ｐゴシック" charset="-128"/>
                <a:cs typeface="Times New Roman" panose="02020603050405020304" pitchFamily="18" charset="0"/>
              </a:rPr>
              <a:t>Ron Kohl, SMG Rep</a:t>
            </a:r>
          </a:p>
        </p:txBody>
      </p:sp>
      <p:sp>
        <p:nvSpPr>
          <p:cNvPr id="13" name="Text Box 6">
            <a:extLst>
              <a:ext uri="{FF2B5EF4-FFF2-40B4-BE49-F238E27FC236}">
                <a16:creationId xmlns:a16="http://schemas.microsoft.com/office/drawing/2014/main" id="{8548F1A2-3308-AE2B-C6B0-BBCA4FBE3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05471" y="1147779"/>
            <a:ext cx="1868544" cy="790749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1pPr>
            <a:lvl2pPr marL="457189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2pPr>
            <a:lvl3pPr marL="914377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3pPr>
            <a:lvl4pPr marL="1371566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4pPr>
            <a:lvl5pPr marL="1828754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5pPr>
            <a:lvl6pPr marL="2285943" algn="l" defTabSz="914377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6pPr>
            <a:lvl7pPr marL="2743131" algn="l" defTabSz="914377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7pPr>
            <a:lvl8pPr marL="3200320" algn="l" defTabSz="914377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8pPr>
            <a:lvl9pPr marL="3657509" algn="l" defTabSz="914377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9pPr>
          </a:lstStyle>
          <a:p>
            <a:pPr marL="0" marR="0" lvl="0" indent="0" algn="ctr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TAD Liaisons</a:t>
            </a:r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gtree" pitchFamily="2" charset="0"/>
              <a:ea typeface="ＭＳ Ｐゴシック" charset="-128"/>
              <a:cs typeface="Arial" charset="0"/>
            </a:endParaRPr>
          </a:p>
          <a:p>
            <a:pPr marL="0" marR="0" lvl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Ethics Committee – Jeff Hamstra</a:t>
            </a:r>
            <a:endParaRPr kumimoji="0" lang="en-US" altLang="en-US" sz="8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gtree" pitchFamily="2" charset="0"/>
              <a:ea typeface="ＭＳ Ｐゴシック" charset="-128"/>
              <a:cs typeface="Arial" charset="0"/>
            </a:endParaRPr>
          </a:p>
          <a:p>
            <a:pPr marL="0" marR="0" lvl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Honors &amp; Awards – Jim Guglielmo</a:t>
            </a:r>
            <a:endParaRPr kumimoji="0" lang="en-US" altLang="en-US" sz="8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gtree" pitchFamily="2" charset="0"/>
              <a:ea typeface="ＭＳ Ｐゴシック" charset="-128"/>
              <a:cs typeface="Arial" charset="0"/>
            </a:endParaRPr>
          </a:p>
          <a:p>
            <a:pPr marL="0" marR="0" lvl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Publications – Wayne Hurwitz</a:t>
            </a:r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gtree" pitchFamily="2" charset="0"/>
              <a:ea typeface="ＭＳ Ｐゴシック" charset="-128"/>
              <a:cs typeface="Arial" charset="0"/>
            </a:endParaRPr>
          </a:p>
          <a:p>
            <a:pPr marL="0" marR="0" lvl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Standards – Ron Kohl</a:t>
            </a:r>
          </a:p>
        </p:txBody>
      </p:sp>
      <p:sp>
        <p:nvSpPr>
          <p:cNvPr id="14" name="Text Box 5">
            <a:extLst>
              <a:ext uri="{FF2B5EF4-FFF2-40B4-BE49-F238E27FC236}">
                <a16:creationId xmlns:a16="http://schemas.microsoft.com/office/drawing/2014/main" id="{5BC89642-F7F6-C7A5-37BF-C6AA490C22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05470" y="4551138"/>
            <a:ext cx="1868545" cy="1231914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1pPr>
            <a:lvl2pPr marL="457189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2pPr>
            <a:lvl3pPr marL="914377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3pPr>
            <a:lvl4pPr marL="1371566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4pPr>
            <a:lvl5pPr marL="1828754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5pPr>
            <a:lvl6pPr marL="2285943" algn="l" defTabSz="914377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6pPr>
            <a:lvl7pPr marL="2743131" algn="l" defTabSz="914377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7pPr>
            <a:lvl8pPr marL="3200320" algn="l" defTabSz="914377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8pPr>
            <a:lvl9pPr marL="3657509" algn="l" defTabSz="914377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9pPr>
          </a:lstStyle>
          <a:p>
            <a:pPr marL="0" marR="0" lvl="0" indent="0" algn="ctr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Forums Integration Subcommittee (FIS)</a:t>
            </a:r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gtree" pitchFamily="2" charset="0"/>
              <a:ea typeface="ＭＳ Ｐゴシック" charset="-128"/>
              <a:cs typeface="Arial" charset="0"/>
            </a:endParaRPr>
          </a:p>
          <a:p>
            <a:pPr marL="0" marR="0" lvl="0" indent="0" algn="ctr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ＭＳ Ｐゴシック" charset="-128"/>
                <a:cs typeface="Times New Roman" panose="02020603050405020304" pitchFamily="18" charset="0"/>
              </a:rPr>
              <a:t>Joao Luiz Azevedo, Chair</a:t>
            </a:r>
          </a:p>
          <a:p>
            <a:pPr marL="0" marR="0" lvl="0" indent="0" algn="ctr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ＭＳ Ｐゴシック" charset="-128"/>
                <a:cs typeface="Times New Roman" panose="02020603050405020304" pitchFamily="18" charset="0"/>
              </a:rPr>
              <a:t>Steve Arnold, ADSG Rep</a:t>
            </a:r>
          </a:p>
          <a:p>
            <a:pPr marL="0" marR="0" lvl="0" indent="0" algn="ctr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ＭＳ Ｐゴシック" charset="-128"/>
                <a:cs typeface="Times New Roman" panose="02020603050405020304" pitchFamily="18" charset="0"/>
              </a:rPr>
              <a:t>David Levy, ATIO Rep</a:t>
            </a:r>
          </a:p>
          <a:p>
            <a:pPr marL="0" marR="0" lvl="0" indent="0" algn="ctr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ＭＳ Ｐゴシック" charset="-128"/>
                <a:cs typeface="Times New Roman" panose="02020603050405020304" pitchFamily="18" charset="0"/>
              </a:rPr>
              <a:t>Dani Selva, ISG Rep</a:t>
            </a:r>
          </a:p>
          <a:p>
            <a:pPr marL="0" marR="0" lvl="0" indent="0" algn="ctr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ＭＳ Ｐゴシック" charset="-128"/>
                <a:cs typeface="Times New Roman" panose="02020603050405020304" pitchFamily="18" charset="0"/>
              </a:rPr>
              <a:t>Stephanie Sawhill, PEG Rep</a:t>
            </a:r>
          </a:p>
          <a:p>
            <a:pPr marL="0" marR="0" lvl="0" indent="0" algn="ctr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ＭＳ Ｐゴシック" charset="-128"/>
                <a:cs typeface="Times New Roman" panose="02020603050405020304" pitchFamily="18" charset="0"/>
              </a:rPr>
              <a:t>Dustin Otten, SMG Rep</a:t>
            </a:r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gtree" pitchFamily="2" charset="0"/>
              <a:ea typeface="ＭＳ Ｐゴシック" charset="-128"/>
              <a:cs typeface="Arial" charset="0"/>
            </a:endParaRPr>
          </a:p>
        </p:txBody>
      </p:sp>
      <p:sp>
        <p:nvSpPr>
          <p:cNvPr id="15" name="Text Box 5">
            <a:extLst>
              <a:ext uri="{FF2B5EF4-FFF2-40B4-BE49-F238E27FC236}">
                <a16:creationId xmlns:a16="http://schemas.microsoft.com/office/drawing/2014/main" id="{2C4271F4-CBCF-DAD6-2C78-4CA6601E10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05470" y="1975104"/>
            <a:ext cx="1868545" cy="108819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1pPr>
            <a:lvl2pPr marL="457189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2pPr>
            <a:lvl3pPr marL="914377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3pPr>
            <a:lvl4pPr marL="1371566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4pPr>
            <a:lvl5pPr marL="1828754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5pPr>
            <a:lvl6pPr marL="2285943" algn="l" defTabSz="914377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6pPr>
            <a:lvl7pPr marL="2743131" algn="l" defTabSz="914377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7pPr>
            <a:lvl8pPr marL="3200320" algn="l" defTabSz="914377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8pPr>
            <a:lvl9pPr marL="3657509" algn="l" defTabSz="914377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9pPr>
          </a:lstStyle>
          <a:p>
            <a:pPr marL="0" marR="0" lvl="0" indent="0" algn="ctr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Public Policy Liaisons</a:t>
            </a:r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gtree" pitchFamily="2" charset="0"/>
              <a:ea typeface="ＭＳ Ｐゴシック" charset="-128"/>
              <a:cs typeface="Arial" charset="0"/>
            </a:endParaRPr>
          </a:p>
          <a:p>
            <a:pPr marL="0" marR="0" lvl="0" indent="0" algn="ctr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ＭＳ Ｐゴシック" charset="-128"/>
                <a:cs typeface="Times New Roman" panose="02020603050405020304" pitchFamily="18" charset="0"/>
              </a:rPr>
              <a:t>Steve Broussard, ADSG</a:t>
            </a:r>
          </a:p>
          <a:p>
            <a:pPr marL="0" marR="0" lvl="0" indent="0" algn="ctr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ＭＳ Ｐゴシック" charset="-128"/>
                <a:cs typeface="Times New Roman" panose="02020603050405020304" pitchFamily="18" charset="0"/>
              </a:rPr>
              <a:t>Crystal Pasiliao, ASG</a:t>
            </a:r>
          </a:p>
          <a:p>
            <a:pPr marL="0" marR="0" lvl="0" indent="0" algn="ctr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ＭＳ Ｐゴシック" charset="-128"/>
                <a:cs typeface="Times New Roman" panose="02020603050405020304" pitchFamily="18" charset="0"/>
              </a:rPr>
              <a:t>Phillip Ansell, ATIO Rep</a:t>
            </a:r>
          </a:p>
          <a:p>
            <a:pPr marL="0" marR="0" lvl="0" indent="0" algn="ctr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ＭＳ Ｐゴシック" charset="-128"/>
                <a:cs typeface="Times New Roman" panose="02020603050405020304" pitchFamily="18" charset="0"/>
              </a:rPr>
              <a:t>Jimmie McEver, ISG Rep</a:t>
            </a:r>
          </a:p>
          <a:p>
            <a:pPr marL="0" marR="0" lvl="0" indent="0" algn="ctr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ＭＳ Ｐゴシック" charset="-128"/>
                <a:cs typeface="Times New Roman" panose="02020603050405020304" pitchFamily="18" charset="0"/>
              </a:rPr>
              <a:t>Mirko Gamba, PEG Rep</a:t>
            </a:r>
          </a:p>
          <a:p>
            <a:pPr marL="0" marR="0" lvl="0" indent="0" algn="ctr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gtree" pitchFamily="2" charset="0"/>
                <a:ea typeface="ＭＳ Ｐゴシック" charset="-128"/>
                <a:cs typeface="Times New Roman" panose="02020603050405020304" pitchFamily="18" charset="0"/>
              </a:rPr>
              <a:t>Kenneth Lui, SMG Rep</a:t>
            </a:r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gtree" pitchFamily="2" charset="0"/>
              <a:ea typeface="ＭＳ Ｐゴシック" charset="-128"/>
              <a:cs typeface="Arial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3E2BB6-4190-F624-46E5-13D9283C52F4}"/>
              </a:ext>
            </a:extLst>
          </p:cNvPr>
          <p:cNvSpPr txBox="1"/>
          <p:nvPr/>
        </p:nvSpPr>
        <p:spPr>
          <a:xfrm>
            <a:off x="10205470" y="5779588"/>
            <a:ext cx="1868545" cy="2462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igtree"/>
                <a:ea typeface="+mn-ea"/>
                <a:cs typeface="+mn-cs"/>
              </a:rPr>
              <a:t>Last updated Jan 6, 2026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Figtree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1527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748FB-B166-7D83-9668-A3009E671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TAD Chief Transition and New Chief’s Vision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37AA70-CC5A-30CB-FA78-5497949537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Rick Mange (</a:t>
            </a:r>
            <a:r>
              <a:rPr lang="en-US" dirty="0">
                <a:hlinkClick r:id="rId2"/>
              </a:rPr>
              <a:t>lweitz@mitre.org</a:t>
            </a:r>
            <a:r>
              <a:rPr lang="en-US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A0BF93-86A0-69E8-E200-AAC781213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CB428-D880-FC4A-9B26-64132A65A030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775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5A3BC-B6CB-CBC2-327D-909F70AF0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0FEC6-6E97-4669-D852-AF680D792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597" y="365125"/>
            <a:ext cx="11491993" cy="718957"/>
          </a:xfrm>
        </p:spPr>
        <p:txBody>
          <a:bodyPr/>
          <a:lstStyle/>
          <a:p>
            <a:r>
              <a:rPr lang="en-US" dirty="0"/>
              <a:t>TBD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AE3F2E-6E3F-C261-EA52-0D28E33A5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BCB428-D880-FC4A-9B26-64132A65A030}" type="slidenum">
              <a:rPr kumimoji="0" lang="en-US" sz="900" b="1" i="0" u="none" strike="noStrike" kern="1200" cap="none" spc="0" normalizeH="0" baseline="0" noProof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Figtree" pitchFamily="2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Figtree" pitchFamily="2" charset="0"/>
              <a:ea typeface="+mn-ea"/>
              <a:cs typeface="+mn-cs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289B768-4D36-BBC6-DC61-90B00224A1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526" y="1248936"/>
            <a:ext cx="10913453" cy="4984595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en-US" sz="2400" b="1" dirty="0"/>
              <a:t>TBD</a:t>
            </a:r>
            <a:endParaRPr lang="en-US" sz="24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1643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7493E-C81A-EC1A-0D72-6C55D3C65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35154-B7D5-5786-128A-52F72FBAE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AIAA Director’s Report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3C33B5-023E-6EFF-40FC-861C0908B8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Michael Lagana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2B88A9-142C-75E7-2556-4F1017C4F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CB428-D880-FC4A-9B26-64132A65A030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3775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2775E-531F-C27E-A1C3-5AD159C31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Forums Integration Subcommittee (FIS) Report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9EFB54-A445-1FB3-C6BE-8FC1B260C3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Joao Azevedo (joaoluiz.azevedo@gmail.com)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EBE903-F0D6-5706-948F-71DE09099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CB428-D880-FC4A-9B26-64132A65A030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3908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5E895-8937-C816-9C57-126690642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Technical Integration Subcommittee (TIS) Report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682C0C-985E-672C-65A9-52DCA98F32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Tom Smith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E94283-5943-640F-5553-5D0FA15AB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CB428-D880-FC4A-9B26-64132A65A030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3838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402D590-7A88-77CD-9329-E7F44FF9D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TIS Spring 2026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D63817-6850-0AC0-3EBC-08F6F22974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Established Monthly meeting rhythm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Came up with six tasks for TIS</a:t>
            </a:r>
          </a:p>
          <a:p>
            <a:pPr marL="1028700" lvl="1"/>
            <a:r>
              <a:rPr lang="en-US" dirty="0"/>
              <a:t>1. Establish the “General TC Guideline”</a:t>
            </a:r>
          </a:p>
          <a:p>
            <a:pPr marL="1028700" lvl="1"/>
            <a:r>
              <a:rPr lang="en-US" dirty="0"/>
              <a:t>2. Monitor the progress of the TC Charter Refresh</a:t>
            </a:r>
          </a:p>
          <a:p>
            <a:pPr marL="1028700" lvl="1"/>
            <a:r>
              <a:rPr lang="en-US" dirty="0"/>
              <a:t>3. Standardize and Automate Annual Compilation of TC Health Metrics</a:t>
            </a:r>
          </a:p>
          <a:p>
            <a:pPr marL="1028700" lvl="1"/>
            <a:r>
              <a:rPr lang="en-US" dirty="0"/>
              <a:t>4. Work with TCs to communicate to them the important aspects </a:t>
            </a:r>
          </a:p>
          <a:p>
            <a:pPr marL="1028700" lvl="1"/>
            <a:r>
              <a:rPr lang="en-US" dirty="0"/>
              <a:t>5. Capture Emerging Technologies and Trends</a:t>
            </a:r>
          </a:p>
          <a:p>
            <a:pPr marL="1028700" lvl="1"/>
            <a:r>
              <a:rPr lang="en-US" dirty="0"/>
              <a:t>6. Create TIS server space and collect TIS documents</a:t>
            </a:r>
          </a:p>
          <a:p>
            <a:pPr marL="1028700" lvl="1"/>
            <a:r>
              <a:rPr lang="en-US" dirty="0"/>
              <a:t>7. Get familiar with what IOD doing and how it relates to TIS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12DE8A-2356-83F9-36FF-F745DF086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CB428-D880-FC4A-9B26-64132A65A030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9118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CC6DF-0BC4-A7EF-43A2-888D39A38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Establish the “General TC Guideline”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6B507-C3F3-A114-9120-8B5BAEA706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606454"/>
          </a:xfrm>
        </p:spPr>
        <p:txBody>
          <a:bodyPr/>
          <a:lstStyle/>
          <a:p>
            <a:r>
              <a:rPr lang="en-US" b="1" dirty="0"/>
              <a:t>Tom Smith agreed this 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Michael Lagana noted that the existing TC Chair’s Manual needs updating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idea is to make one TC Manual that the TCs are encouraged to adopt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Some TCs like Structures has its own General TC Guideline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Some processes are not uniform between the TCs</a:t>
            </a:r>
          </a:p>
          <a:p>
            <a:pPr marL="1028700" lvl="1"/>
            <a:r>
              <a:rPr lang="en-US" dirty="0"/>
              <a:t>For instance, MDO TC elects a Vice Chair who automatically becomes the next Chair. Not all TCs do it this way.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would use the TC Chair Exit Interview process to obtain suggested modifications to the guideline by the outgoing chair.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E8BE6F-FAB5-4EC8-DC13-42EF2FE45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CB428-D880-FC4A-9B26-64132A65A030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1B9437A-81D9-2F51-15A6-DFF7A135E376}"/>
              </a:ext>
            </a:extLst>
          </p:cNvPr>
          <p:cNvSpPr/>
          <p:nvPr/>
        </p:nvSpPr>
        <p:spPr>
          <a:xfrm>
            <a:off x="838200" y="5576935"/>
            <a:ext cx="10515600" cy="87719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Tom has sent a marked up TC Chair Manual to Lesley and Mike.  The ball is in their court.</a:t>
            </a:r>
          </a:p>
        </p:txBody>
      </p:sp>
    </p:spTree>
    <p:extLst>
      <p:ext uri="{BB962C8B-B14F-4D97-AF65-F5344CB8AC3E}">
        <p14:creationId xmlns:p14="http://schemas.microsoft.com/office/powerpoint/2010/main" val="8993105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70890-5ACD-42B5-AF70-744F914D4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Monitor the progress of the TC Charter Refresh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EB8A2-24C3-4389-8E12-B5956D2D49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506866"/>
          </a:xfrm>
        </p:spPr>
        <p:txBody>
          <a:bodyPr/>
          <a:lstStyle/>
          <a:p>
            <a:r>
              <a:rPr lang="en-US" b="1" dirty="0"/>
              <a:t>Jim </a:t>
            </a:r>
            <a:r>
              <a:rPr lang="en-US" b="1" dirty="0" err="1"/>
              <a:t>Puanicka</a:t>
            </a:r>
            <a:r>
              <a:rPr lang="en-US" b="1" dirty="0"/>
              <a:t> agreed this 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TIS members all prodded the TC chairs in their respective Groups.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Some Chairs responded with their Charter.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Some are pleading for more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Mike Lagana has allowed an extension to the May time frame.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	TIS May review the charters for adherence to the TC Guidelines. This requires the TC Guideline to be done first. It also requires the Charters to be in first.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71C3481-67C3-EF25-0D9B-F50A15D2662B}"/>
              </a:ext>
            </a:extLst>
          </p:cNvPr>
          <p:cNvSpPr/>
          <p:nvPr/>
        </p:nvSpPr>
        <p:spPr>
          <a:xfrm>
            <a:off x="838200" y="5576935"/>
            <a:ext cx="10515600" cy="87719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Mike has the numbers on how many TCs have responded with Charters</a:t>
            </a:r>
          </a:p>
        </p:txBody>
      </p:sp>
    </p:spTree>
    <p:extLst>
      <p:ext uri="{BB962C8B-B14F-4D97-AF65-F5344CB8AC3E}">
        <p14:creationId xmlns:p14="http://schemas.microsoft.com/office/powerpoint/2010/main" val="12990900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45DAB-6D6E-E790-975F-B0CB7C564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Figtree SemiBold"/>
              </a:rPr>
              <a:t>Key Deliverables </a:t>
            </a:r>
            <a:r>
              <a:rPr lang="en-US">
                <a:latin typeface="Figtree SemiBold"/>
              </a:rPr>
              <a:t>Submissions*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5900A-AAC9-DAAB-2309-7126E21E2F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0" tIns="0" rIns="0" bIns="0" anchor="t">
            <a:noAutofit/>
          </a:bodyPr>
          <a:lstStyle/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A02F0B-A894-A2EB-1A13-FEA1C4419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CB428-D880-FC4A-9B26-64132A65A030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5" name="Picture 4" descr="A graph of a number of blue and orange bars&#10;&#10;AI-generated content may be incorrect.">
            <a:extLst>
              <a:ext uri="{FF2B5EF4-FFF2-40B4-BE49-F238E27FC236}">
                <a16:creationId xmlns:a16="http://schemas.microsoft.com/office/drawing/2014/main" id="{30EC97DF-D0DD-D82F-10E1-04FC6DA3DE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7639" y="1523999"/>
            <a:ext cx="7048501" cy="47272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525DB49-647B-4D62-4FDF-84FF38CCAA30}"/>
              </a:ext>
            </a:extLst>
          </p:cNvPr>
          <p:cNvSpPr txBox="1"/>
          <p:nvPr/>
        </p:nvSpPr>
        <p:spPr>
          <a:xfrm>
            <a:off x="9766904" y="4439394"/>
            <a:ext cx="2137317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i="1" dirty="0">
                <a:solidFill>
                  <a:srgbClr val="FF0000"/>
                </a:solidFill>
              </a:rPr>
              <a:t>*Fluid Instability and Transition was not required to submit an annual report; Space Transportation is classified inactive and has not been included as part of this data call.</a:t>
            </a:r>
          </a:p>
        </p:txBody>
      </p:sp>
    </p:spTree>
    <p:extLst>
      <p:ext uri="{BB962C8B-B14F-4D97-AF65-F5344CB8AC3E}">
        <p14:creationId xmlns:p14="http://schemas.microsoft.com/office/powerpoint/2010/main" val="16599276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CF75F-62FD-486A-B2C4-466C1EFB0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Standardize and Automate Annual Compilation of TC Health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6A1D4-0715-4E9B-A45D-E07CDA71D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/>
              <a:t>Vladimir Balabanov agreed to lead this one</a:t>
            </a:r>
          </a:p>
          <a:p>
            <a:pPr lvl="0"/>
            <a:r>
              <a:rPr lang="en-US" b="1" dirty="0"/>
              <a:t>Standardize and Automate Annual Compilation of TC Health Metrics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Get familiar with the current process, data storage, accessibility, etc.</a:t>
            </a:r>
            <a:br>
              <a:rPr lang="en-US" dirty="0"/>
            </a:br>
            <a:r>
              <a:rPr lang="en-US" dirty="0"/>
              <a:t>Utilize previous health assessment and annual reports. Work closely with Michael </a:t>
            </a:r>
            <a:r>
              <a:rPr lang="en-US" dirty="0" err="1"/>
              <a:t>Lagana</a:t>
            </a:r>
            <a:r>
              <a:rPr lang="en-US" dirty="0"/>
              <a:t>.   Upcoming AIAA database may cause some evolvement.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Discuss with AIAA proposed improvements and automation. Implement agreed improvements and automation.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Mike spoke of our server and IT. We will migrate from </a:t>
            </a:r>
            <a:r>
              <a:rPr lang="en-US" dirty="0" err="1"/>
              <a:t>NetForum</a:t>
            </a:r>
            <a:r>
              <a:rPr lang="en-US" dirty="0"/>
              <a:t> to Altai Systems in order to consolidate more. Should help with this particular task. The switch has planned for 4</a:t>
            </a:r>
            <a:r>
              <a:rPr lang="en-US" baseline="30000" dirty="0"/>
              <a:t>th</a:t>
            </a:r>
            <a:r>
              <a:rPr lang="en-US" dirty="0"/>
              <a:t> </a:t>
            </a:r>
            <a:r>
              <a:rPr lang="en-US" dirty="0" err="1"/>
              <a:t>Qtr</a:t>
            </a:r>
            <a:r>
              <a:rPr lang="en-US" dirty="0"/>
              <a:t> or later.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 start with the TC annual reports. They are due today, Feb 27, 2026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Vlad says Angie compiled some data in Excel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Peter Hartwich sent Mike a document on this from IOD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8094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3440E-E4C0-46E8-B260-5AD92725F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Work with TCs to communicate to them the important aspects of leadership </a:t>
            </a:r>
            <a:r>
              <a:rPr lang="en-US" dirty="0" err="1"/>
              <a:t>flowdown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3A1AB1-CCF0-4999-BDCA-911B1F36DA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/>
              <a:t>Mike Lagana Volunteered. Matches his current activities anyway</a:t>
            </a:r>
          </a:p>
          <a:p>
            <a:pPr lvl="0"/>
            <a:r>
              <a:rPr lang="en-US" b="1" dirty="0"/>
              <a:t>Ongoing: Work with TCs to communicate to them the important aspects of: - Mike</a:t>
            </a:r>
          </a:p>
          <a:p>
            <a:pPr lvl="1"/>
            <a:r>
              <a:rPr lang="en-US" dirty="0"/>
              <a:t>TAD Director’s Roundtable</a:t>
            </a:r>
          </a:p>
          <a:p>
            <a:pPr lvl="1"/>
            <a:r>
              <a:rPr lang="en-US" dirty="0"/>
              <a:t>TAD Leadership Positions</a:t>
            </a:r>
          </a:p>
          <a:p>
            <a:pPr lvl="1"/>
            <a:r>
              <a:rPr lang="en-US" dirty="0"/>
              <a:t>TAD Exec mtg agenda/summary, </a:t>
            </a:r>
            <a:r>
              <a:rPr lang="en-US" dirty="0" err="1"/>
              <a:t>CoD</a:t>
            </a:r>
            <a:r>
              <a:rPr lang="en-US" dirty="0"/>
              <a:t> mtg summary. </a:t>
            </a:r>
          </a:p>
          <a:p>
            <a:pPr lvl="2"/>
            <a:r>
              <a:rPr lang="en-US" dirty="0"/>
              <a:t>Compile Documentation on TAD Leadership Positions.</a:t>
            </a:r>
            <a:br>
              <a:rPr lang="en-US" dirty="0"/>
            </a:br>
            <a:r>
              <a:rPr lang="en-US" dirty="0"/>
              <a:t>Follow-up Actions from AIAA CTO Summit on AI Applications  </a:t>
            </a:r>
          </a:p>
          <a:p>
            <a:pPr lvl="2"/>
            <a:r>
              <a:rPr lang="en-US" dirty="0"/>
              <a:t>Collect TC’s response and proposals and communicate that to TAD and Directors.  Work closely with Michael </a:t>
            </a:r>
            <a:r>
              <a:rPr lang="en-US" dirty="0" err="1"/>
              <a:t>Lagana</a:t>
            </a:r>
            <a:r>
              <a:rPr lang="en-US" dirty="0"/>
              <a:t> and his monthly committee newsletter.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58667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F65BD-A09C-BAC9-21BD-D0612C440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03" y="220269"/>
            <a:ext cx="11491993" cy="1169207"/>
          </a:xfrm>
        </p:spPr>
        <p:txBody>
          <a:bodyPr/>
          <a:lstStyle/>
          <a:p>
            <a:r>
              <a:rPr lang="en-US" dirty="0"/>
              <a:t>5. Capture Emerging Technologies and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A9693-C7F2-9ABE-DA92-A058D1D4C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6719" y="1264310"/>
            <a:ext cx="10515600" cy="5109330"/>
          </a:xfrm>
        </p:spPr>
        <p:txBody>
          <a:bodyPr/>
          <a:lstStyle/>
          <a:p>
            <a:pPr marL="285750"/>
            <a:r>
              <a:rPr lang="en-US" sz="1600" b="1" dirty="0"/>
              <a:t>Ron Kohl, Phil Ansell  and Brian Freno agreed to cover the three Domains Space,  Aviation and R&amp;D and Defense respectively </a:t>
            </a:r>
          </a:p>
          <a:p>
            <a:pPr marL="571500" indent="-285750">
              <a:buFont typeface="Arial" panose="020B0604020202020204" pitchFamily="34" charset="0"/>
              <a:buChar char="•"/>
            </a:pPr>
            <a:r>
              <a:rPr lang="en-US" sz="1600" dirty="0"/>
              <a:t>Avoids confusion and cross-talk across TCs and IOCs when new topics emerge (where does a topic "fit" and how can we co-sponsor across groups?).</a:t>
            </a:r>
          </a:p>
          <a:p>
            <a:pPr marL="571500" indent="-285750">
              <a:buFont typeface="Arial" panose="020B0604020202020204" pitchFamily="34" charset="0"/>
              <a:buChar char="•"/>
            </a:pPr>
            <a:r>
              <a:rPr lang="en-US" sz="1600" dirty="0"/>
              <a:t>Ensures we are keeping a pulse on new, high-impact developments and not missing opportunities to expand what AIAA has to offer to the aerospace community.</a:t>
            </a:r>
          </a:p>
          <a:p>
            <a:pPr marL="571500" indent="-285750">
              <a:buFont typeface="Arial" panose="020B0604020202020204" pitchFamily="34" charset="0"/>
              <a:buChar char="•"/>
            </a:pPr>
            <a:r>
              <a:rPr lang="en-US" sz="1600" dirty="0"/>
              <a:t>Converge on what is the problem we are trying to solve</a:t>
            </a:r>
          </a:p>
          <a:p>
            <a:pPr marL="571500" indent="-285750">
              <a:buFont typeface="Arial" panose="020B0604020202020204" pitchFamily="34" charset="0"/>
              <a:buChar char="•"/>
            </a:pPr>
            <a:r>
              <a:rPr lang="en-US" sz="1600" dirty="0"/>
              <a:t>Could start by building the ETT list. Many inputs, TC surveys, CTO summit, AIAA LLM search</a:t>
            </a:r>
          </a:p>
          <a:p>
            <a:pPr marL="571500" indent="-285750">
              <a:buFont typeface="Arial" panose="020B0604020202020204" pitchFamily="34" charset="0"/>
              <a:buChar char="•"/>
            </a:pPr>
            <a:r>
              <a:rPr lang="en-US" sz="1600" dirty="0"/>
              <a:t>Bounce list off the TCs buckets and see which technologies are not addressed by any TCs. Flag these are gaps.</a:t>
            </a:r>
          </a:p>
          <a:p>
            <a:pPr marL="57150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Groundrule</a:t>
            </a:r>
            <a:r>
              <a:rPr lang="en-US" sz="1600" dirty="0"/>
              <a:t> – Use this list to maintain the value of AIAA vs. other societies like SAE</a:t>
            </a:r>
          </a:p>
          <a:p>
            <a:pPr marL="571500" indent="-285750">
              <a:buFont typeface="Arial" panose="020B0604020202020204" pitchFamily="34" charset="0"/>
              <a:buChar char="•"/>
            </a:pPr>
            <a:r>
              <a:rPr lang="en-US" sz="1600" dirty="0"/>
              <a:t>Will share compiled list with Domains leads, TCs, ICs, etc.</a:t>
            </a:r>
          </a:p>
          <a:p>
            <a:pPr marL="571500" indent="-285750">
              <a:buFont typeface="Arial" panose="020B0604020202020204" pitchFamily="34" charset="0"/>
              <a:buChar char="•"/>
            </a:pPr>
            <a:r>
              <a:rPr lang="en-US" sz="1600" dirty="0"/>
              <a:t>Could share list with Domain leads. Domains are in charge of future thinking for the institute. Ryan Patrick, R&amp;D is aware of our ETT activity but has not reached out to us yet. </a:t>
            </a:r>
          </a:p>
          <a:p>
            <a:pPr marL="571500" indent="-285750">
              <a:buFont typeface="Arial" panose="020B0604020202020204" pitchFamily="34" charset="0"/>
              <a:buChar char="•"/>
            </a:pPr>
            <a:r>
              <a:rPr lang="en-US" sz="1600" dirty="0"/>
              <a:t>Could share with the Corporate Advisory Board as well.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327A339-A34B-ABC3-82A7-374428FF53FE}"/>
              </a:ext>
            </a:extLst>
          </p:cNvPr>
          <p:cNvSpPr/>
          <p:nvPr/>
        </p:nvSpPr>
        <p:spPr>
          <a:xfrm>
            <a:off x="976264" y="5694630"/>
            <a:ext cx="10239470" cy="6790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/>
            <a:r>
              <a:rPr lang="en-US" b="1"/>
              <a:t>Ultimate goal is to comb the technologies and see if they fit in existing TCs or warrant a new TC, working group, IC, Panel Session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6594851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CAF31-2ABD-4AEE-8DE5-C02ADD370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Create TIS server space and collect TIS documents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671F6-12CC-4E20-AA37-05F430C8F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1793" y="1812373"/>
            <a:ext cx="10515600" cy="4125722"/>
          </a:xfrm>
        </p:spPr>
        <p:txBody>
          <a:bodyPr/>
          <a:lstStyle/>
          <a:p>
            <a:r>
              <a:rPr lang="en-US" b="1" dirty="0"/>
              <a:t>Mike Lagana will do this</a:t>
            </a:r>
          </a:p>
          <a:p>
            <a:endParaRPr lang="en-US" b="1" dirty="0"/>
          </a:p>
          <a:p>
            <a:r>
              <a:rPr lang="en-US" dirty="0"/>
              <a:t>Mike started an AIAA Google Drive</a:t>
            </a:r>
          </a:p>
          <a:p>
            <a:r>
              <a:rPr lang="en-US" dirty="0">
                <a:hlinkClick r:id="rId2" tooltip="https://drive.google.com/drive/folders/1qvzgt3behdcnvjvptekwikrvnfbesxlk?usp=drive_link"/>
              </a:rPr>
              <a:t>https://drive.google.com/drive/folders/1qVzgT3BEHDCNVJVptEkWIKRvNFBesXLk?usp=drive_link</a:t>
            </a: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Ron said at the TAD meetings there was an AIAA IT update plan that includes solving the issue of a common data  repository. This is coming from the AIAA CIO.</a:t>
            </a:r>
          </a:p>
        </p:txBody>
      </p:sp>
    </p:spTree>
    <p:extLst>
      <p:ext uri="{BB962C8B-B14F-4D97-AF65-F5344CB8AC3E}">
        <p14:creationId xmlns:p14="http://schemas.microsoft.com/office/powerpoint/2010/main" val="32933432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8ED48-6AB0-4F6B-86CE-2891FF93B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7. Get familiar with what IOD doing and how it relates to TIS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DE203-5777-4F7B-A570-CA82D0D877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Vladimir and Ron volunteered for this 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IOD redesign is happening. An update at the next IOD meeting at Aviation Monday at 10:30.</a:t>
            </a:r>
          </a:p>
          <a:p>
            <a:r>
              <a:rPr lang="en-US" b="1" dirty="0"/>
              <a:t>	</a:t>
            </a:r>
          </a:p>
          <a:p>
            <a:endParaRPr lang="en-US" dirty="0"/>
          </a:p>
          <a:p>
            <a:r>
              <a:rPr lang="en-US" dirty="0"/>
              <a:t>IOD meeting April 2. IOD will be presented with the redesign results</a:t>
            </a:r>
          </a:p>
        </p:txBody>
      </p:sp>
    </p:spTree>
    <p:extLst>
      <p:ext uri="{BB962C8B-B14F-4D97-AF65-F5344CB8AC3E}">
        <p14:creationId xmlns:p14="http://schemas.microsoft.com/office/powerpoint/2010/main" val="10937817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23D3B-F07B-2A2B-F739-B6D424FB1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Business April 28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31240-2576-6450-16FF-6EAF56C4CA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8433"/>
            <a:ext cx="10515600" cy="4164594"/>
          </a:xfrm>
        </p:spPr>
        <p:txBody>
          <a:bodyPr/>
          <a:lstStyle/>
          <a:p>
            <a:r>
              <a:rPr lang="en-US" dirty="0"/>
              <a:t>Ron found some ETTs not captured by TCs</a:t>
            </a:r>
          </a:p>
          <a:p>
            <a:pPr lvl="1"/>
            <a:r>
              <a:rPr lang="en-US" dirty="0"/>
              <a:t>In Space Disaster Management</a:t>
            </a:r>
          </a:p>
          <a:p>
            <a:pPr lvl="1"/>
            <a:r>
              <a:rPr lang="en-US" dirty="0"/>
              <a:t>In Space Health Care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Ron has introduced these to his Space Settlement TC. The TC vice chair happens to be a space nurse. She took on  Space Health Care and created a subcommittee to address 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Ron has taken on Space Disaster Management. No progress so far. Could be a subcommittee. Could evolve into a TC or IC. Building it as a Community of Interest.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Ron points out that the focus on Technology oriented TCs versus capability-oriented groups is somewhat of a gap for AIAA. Maybe make ICs more capability-oriented.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Brian has started a computational physics community. There was a meeting in Feb with great turnout. Will have a SciTech 2027 session. Will have a meeting at Aviation. Goal is to evolve it into a TC. Getting traction in TAD, with CFD standards group and others.</a:t>
            </a:r>
          </a:p>
          <a:p>
            <a:pPr marL="1028700" lvl="1"/>
            <a:r>
              <a:rPr lang="en-US" b="1" dirty="0"/>
              <a:t>Next meeting at Aviation on Wednesday. Moving at the expected pace.</a:t>
            </a:r>
          </a:p>
          <a:p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5C62EB3-A2FC-86BA-B5AA-AF0FAC4E1886}"/>
              </a:ext>
            </a:extLst>
          </p:cNvPr>
          <p:cNvSpPr/>
          <p:nvPr/>
        </p:nvSpPr>
        <p:spPr>
          <a:xfrm>
            <a:off x="976265" y="5721790"/>
            <a:ext cx="10239470" cy="6790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/>
              <a:t>One new TC in progress. One ETT taken on. One ETT in limbo. </a:t>
            </a:r>
          </a:p>
        </p:txBody>
      </p:sp>
    </p:spTree>
    <p:extLst>
      <p:ext uri="{BB962C8B-B14F-4D97-AF65-F5344CB8AC3E}">
        <p14:creationId xmlns:p14="http://schemas.microsoft.com/office/powerpoint/2010/main" val="3963523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7E5E2-4DA3-D0A6-D123-773599845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Defense Working Group Report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915025-8D8D-0C6A-2B78-9934BD355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Jimmie McEver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8259C0-454A-6740-05F1-A7283CABE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CB428-D880-FC4A-9B26-64132A65A030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681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517B3-6571-009B-11B8-66257C2DA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Re-envisioning SMG’s Space TCs </a:t>
            </a:r>
            <a:r>
              <a:rPr lang="en-US" sz="4800" b="0" dirty="0"/>
              <a:t> </a:t>
            </a:r>
            <a:r>
              <a:rPr lang="en-US" sz="4000" b="0" dirty="0"/>
              <a:t>January 2026 Update to TAD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7C0304-7778-150A-4A76-FE931AE48E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>
              <a:lnSpc>
                <a:spcPct val="70000"/>
              </a:lnSpc>
            </a:pPr>
            <a:r>
              <a:rPr lang="en-US"/>
              <a:t>Stephen Blanchette Jr. (</a:t>
            </a:r>
            <a:r>
              <a:rPr lang="en-US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stephen.blanchette@aero.org</a:t>
            </a:r>
            <a:r>
              <a:rPr lang="en-US"/>
              <a:t>)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81970290-BB48-F042-81D7-F5D8CACDC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980" y="6454130"/>
            <a:ext cx="576020" cy="228600"/>
          </a:xfrm>
        </p:spPr>
        <p:txBody>
          <a:bodyPr/>
          <a:lstStyle/>
          <a:p>
            <a:fld id="{8FBCB428-D880-FC4A-9B26-64132A65A030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4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A9722-102A-AFF5-D8B8-E4AFD4E9F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Publications Committee Update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0754A2-CF2C-C872-0C6F-77990AEE48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Jackie O’Connor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1CE519-2A4A-B74A-EEED-EAE6B1509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CB428-D880-FC4A-9B26-64132A65A030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9305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0EC6C-7341-BC27-8DB0-45D04D258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AAF53-498D-E4B7-E01E-B91E67150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CTO Summit Overview and TAD Involvement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134DD5-A72C-26DF-B68C-D38740C46C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Lesley Weitz &amp; Michael Lagana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5E03A8-F273-B4D5-0A5E-01F72554E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CB428-D880-FC4A-9B26-64132A65A030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6569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2A409-BD79-B93F-B706-97548D217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C017C-FA6F-B885-5E06-CAA2FCE7A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on IT Upgrades and Survey 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AAB23B-D95A-20CC-EBB3-E9B6A8A4A6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Michael Lagana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C2E9BE-85A7-1001-8051-04E903A32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CB428-D880-FC4A-9B26-64132A65A030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544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62084-6862-F815-3146-8BB85CDB2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15-Minute Break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580E6-C6FF-D22C-147C-31608E758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CB428-D880-FC4A-9B26-64132A65A030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133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DDB5E-8874-669E-F63E-7D883A8BA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FE160-1841-507B-01CE-7B0853C73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Director Roundtable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3D5CD2-3FB3-8528-819D-A3F5D4413E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Michael Lagana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652E3A-13B7-5291-423E-89D292688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CB428-D880-FC4A-9B26-64132A65A030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8325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A9777-FB4C-522E-1342-AE819176D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Director Roundtable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386C0-FDC6-481A-C9B7-C0AEA33FFB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/>
              <a:t>Proposed Format: Group-focused discussions (each director presents individually)</a:t>
            </a:r>
          </a:p>
          <a:p>
            <a:pPr lvl="1" fontAlgn="ctr"/>
            <a:r>
              <a:rPr lang="en-US" sz="2000" dirty="0"/>
              <a:t>Top-3 priorities in 2026-2027 term</a:t>
            </a:r>
          </a:p>
          <a:p>
            <a:pPr lvl="1" fontAlgn="ctr"/>
            <a:r>
              <a:rPr lang="en-US" sz="2000" dirty="0"/>
              <a:t>What is working well? What are your pain points?</a:t>
            </a:r>
          </a:p>
          <a:p>
            <a:pPr lvl="1" fontAlgn="ctr"/>
            <a:r>
              <a:rPr lang="en-US" sz="2000" dirty="0"/>
              <a:t>What are ways AIAA staff can support you? Tools? Streamlining processes?</a:t>
            </a:r>
          </a:p>
          <a:p>
            <a:pPr lvl="1" fontAlgn="ctr"/>
            <a:endParaRPr lang="en-US" sz="2000" dirty="0"/>
          </a:p>
          <a:p>
            <a:pPr fontAlgn="ctr"/>
            <a:r>
              <a:rPr lang="en-US" sz="2400" b="1" dirty="0"/>
              <a:t>10-minutes per group with 10 minutes (total) for intro/closing = 70 minutes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2CF410-FC9D-0522-5454-ED8FF94B5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CB428-D880-FC4A-9B26-64132A65A030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2253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19A16-725D-689E-3105-16AC6191C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2355743"/>
            <a:ext cx="10528302" cy="2445200"/>
          </a:xfrm>
        </p:spPr>
        <p:txBody>
          <a:bodyPr/>
          <a:lstStyle/>
          <a:p>
            <a:r>
              <a:rPr lang="en-US" b="0" dirty="0"/>
              <a:t>Director Roundtable</a:t>
            </a:r>
            <a:br>
              <a:rPr lang="en-US" b="0" dirty="0"/>
            </a:br>
            <a:r>
              <a:rPr lang="en-US" sz="4000" b="0" dirty="0"/>
              <a:t>Stephen Blanchette – Space and Missiles Group</a:t>
            </a:r>
            <a:br>
              <a:rPr lang="en-US" sz="4800" b="0" dirty="0"/>
            </a:br>
            <a:endParaRPr lang="en-US" b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72D606-B6C2-9C47-0B6B-7E105EC311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17 May 2026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i="1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stephen.blanchette@aero.org</a:t>
            </a:r>
            <a:endParaRPr lang="en-US" i="1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73030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970DC34-7BB8-3F29-CD28-075F9CC877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en-US" sz="2400" dirty="0"/>
              <a:t>Complete the refresh of our space-related TCs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endParaRPr lang="en-US" sz="2400" dirty="0"/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en-US" sz="2400" dirty="0"/>
              <a:t>Continue improving TC connections to planning for SciTech, DEFENSE, and, especially, ASCEND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endParaRPr lang="en-US" sz="2400" dirty="0"/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en-US" sz="2400" dirty="0"/>
              <a:t>Succession planning for next SMG Director (2029-2031)</a:t>
            </a:r>
          </a:p>
          <a:p>
            <a:pPr lvl="1"/>
            <a:r>
              <a:rPr lang="en-US" sz="1867" dirty="0"/>
              <a:t>Have been sounding out/encouraging past TC chairs</a:t>
            </a:r>
          </a:p>
          <a:p>
            <a:pPr lvl="1"/>
            <a:r>
              <a:rPr lang="en-US" sz="1867" dirty="0"/>
              <a:t>Have been dropping hints at every TC meeting I’ve attended</a:t>
            </a:r>
          </a:p>
          <a:p>
            <a:pPr lvl="1"/>
            <a:r>
              <a:rPr lang="en-US" sz="1867" dirty="0"/>
              <a:t>Want at least two viable candidates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E9601A-C2CB-F9FA-D7E9-00B6E60DD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BCB428-D880-FC4A-9B26-64132A65A03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gtree" pitchFamily="2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igtree" pitchFamily="2" charset="0"/>
              <a:ea typeface="+mn-ea"/>
              <a:cs typeface="+mn-cs"/>
            </a:endParaRP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61AA9132-8E99-CC6A-FD17-2E108B93A5C3}"/>
              </a:ext>
            </a:extLst>
          </p:cNvPr>
          <p:cNvSpPr txBox="1">
            <a:spLocks/>
          </p:cNvSpPr>
          <p:nvPr/>
        </p:nvSpPr>
        <p:spPr>
          <a:xfrm>
            <a:off x="11615982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750" b="0" i="0" kern="1200">
                <a:solidFill>
                  <a:schemeClr val="bg1">
                    <a:lumMod val="65000"/>
                  </a:schemeClr>
                </a:solidFill>
                <a:latin typeface="Figtree" pitchFamily="2" charset="0"/>
                <a:ea typeface="ＭＳ Ｐゴシック" charset="-128"/>
                <a:cs typeface="Arial" charset="0"/>
              </a:defRPr>
            </a:lvl1pPr>
            <a:lvl2pPr marL="342900" algn="l" rtl="0" fontAlgn="base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2pPr>
            <a:lvl3pPr marL="685800" algn="l" rtl="0" fontAlgn="base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3pPr>
            <a:lvl4pPr marL="1028700" algn="l" rtl="0" fontAlgn="base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4pPr>
            <a:lvl5pPr marL="1371600" algn="l" rtl="0" fontAlgn="base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5pPr>
            <a:lvl6pPr marL="1714500" algn="l" defTabSz="685800" rtl="0" eaLnBrk="1" latinLnBrk="0" hangingPunct="1">
              <a:defRPr sz="18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6pPr>
            <a:lvl7pPr marL="2057400" algn="l" defTabSz="685800" rtl="0" eaLnBrk="1" latinLnBrk="0" hangingPunct="1">
              <a:defRPr sz="18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7pPr>
            <a:lvl8pPr marL="2400300" algn="l" defTabSz="685800" rtl="0" eaLnBrk="1" latinLnBrk="0" hangingPunct="1">
              <a:defRPr sz="18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8pPr>
            <a:lvl9pPr marL="2743200" algn="l" defTabSz="685800" rtl="0" eaLnBrk="1" latinLnBrk="0" hangingPunct="1">
              <a:defRPr sz="18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9pPr>
          </a:lstStyle>
          <a:p>
            <a:pPr marL="0" marR="0" lvl="0" indent="0" algn="l" defTabSz="121914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FBCB428-D880-FC4A-9B26-64132A65A030}" type="slidenum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gtree" pitchFamily="2" charset="0"/>
                <a:ea typeface="ＭＳ Ｐゴシック" charset="-128"/>
                <a:cs typeface="Arial" charset="0"/>
              </a:rPr>
              <a:pPr marL="0" marR="0" lvl="0" indent="0" algn="l" defTabSz="121914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igtree" pitchFamily="2" charset="0"/>
              <a:ea typeface="ＭＳ Ｐゴシック" charset="-128"/>
              <a:cs typeface="Arial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C21D1C1-33FC-9604-9D21-9E111FFE6302}"/>
              </a:ext>
            </a:extLst>
          </p:cNvPr>
          <p:cNvCxnSpPr>
            <a:cxnSpLocks/>
          </p:cNvCxnSpPr>
          <p:nvPr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23B9261C-C067-659C-A7C5-8FC6B970E278}"/>
              </a:ext>
            </a:extLst>
          </p:cNvPr>
          <p:cNvSpPr txBox="1">
            <a:spLocks/>
          </p:cNvSpPr>
          <p:nvPr/>
        </p:nvSpPr>
        <p:spPr>
          <a:xfrm>
            <a:off x="11612881" y="6455664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l" defTabSz="914400" rtl="0" eaLnBrk="1" latinLnBrk="0" hangingPunct="1">
              <a:defRPr sz="1000" b="0" i="0" kern="1200">
                <a:solidFill>
                  <a:schemeClr val="bg1"/>
                </a:solidFill>
                <a:latin typeface="Figtree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7B14E4-4B8C-424C-800A-68AABDD4E70E}" type="slidenum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gtree" pitchFamily="2" charset="0"/>
                <a:ea typeface="+mn-ea"/>
                <a:cs typeface="+mn-cs"/>
              </a:rPr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igtree" pitchFamily="2" charset="0"/>
              <a:ea typeface="+mn-ea"/>
              <a:cs typeface="+mn-cs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F1D5C11-56A7-AF4F-8F7A-20E1BC2768D4}"/>
              </a:ext>
            </a:extLst>
          </p:cNvPr>
          <p:cNvCxnSpPr>
            <a:cxnSpLocks/>
          </p:cNvCxnSpPr>
          <p:nvPr/>
        </p:nvCxnSpPr>
        <p:spPr>
          <a:xfrm>
            <a:off x="11494008" y="6455664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28874A92-E7CA-BA98-A96F-AEBA651ED433}"/>
              </a:ext>
            </a:extLst>
          </p:cNvPr>
          <p:cNvSpPr txBox="1">
            <a:spLocks/>
          </p:cNvSpPr>
          <p:nvPr/>
        </p:nvSpPr>
        <p:spPr>
          <a:xfrm>
            <a:off x="566929" y="447042"/>
            <a:ext cx="11491993" cy="1169207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000" b="1" i="0" kern="1200">
                <a:solidFill>
                  <a:schemeClr val="bg1"/>
                </a:solidFill>
                <a:latin typeface="Figtree SemiBold" pitchFamily="2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2E7BA8"/>
                </a:solidFill>
                <a:effectLst/>
                <a:uLnTx/>
                <a:uFillTx/>
                <a:latin typeface="Figtree SemiBold" pitchFamily="2" charset="0"/>
                <a:ea typeface="+mj-ea"/>
                <a:cs typeface="+mj-cs"/>
              </a:rPr>
              <a:t>SMG Director’s Priorities – 2026</a:t>
            </a:r>
          </a:p>
        </p:txBody>
      </p:sp>
    </p:spTree>
    <p:extLst>
      <p:ext uri="{BB962C8B-B14F-4D97-AF65-F5344CB8AC3E}">
        <p14:creationId xmlns:p14="http://schemas.microsoft.com/office/powerpoint/2010/main" val="10517564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E0CDA-6400-0307-14B0-454945384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2C157A0-A83B-49EE-7F26-CEDFC0C00C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en-US" sz="2400" dirty="0"/>
              <a:t>Fantastic participation and collaboration across the board on space TC refresh effort</a:t>
            </a:r>
          </a:p>
          <a:p>
            <a:pPr marL="746125" lvl="1" indent="-342900">
              <a:lnSpc>
                <a:spcPct val="120000"/>
              </a:lnSpc>
              <a:spcBef>
                <a:spcPts val="400"/>
              </a:spcBef>
            </a:pPr>
            <a:r>
              <a:rPr lang="en-US" sz="2400" dirty="0"/>
              <a:t>Terrific enthusiasm from TC Leadership for moving forward in our new construct</a:t>
            </a:r>
          </a:p>
          <a:p>
            <a:pPr marL="746125" lvl="1" indent="-342900">
              <a:lnSpc>
                <a:spcPct val="120000"/>
              </a:lnSpc>
              <a:spcBef>
                <a:spcPts val="400"/>
              </a:spcBef>
            </a:pPr>
            <a:r>
              <a:rPr lang="en-US" sz="2400" dirty="0"/>
              <a:t>Super collegial relationship with AIED Chief, TAD Chief, and fellow Directors</a:t>
            </a:r>
          </a:p>
          <a:p>
            <a:pPr marL="746125" lvl="1" indent="-342900">
              <a:lnSpc>
                <a:spcPct val="120000"/>
              </a:lnSpc>
              <a:spcBef>
                <a:spcPts val="400"/>
              </a:spcBef>
            </a:pPr>
            <a:r>
              <a:rPr lang="en-US" sz="2400" dirty="0"/>
              <a:t>Can’t say enough good things about AIAA Staff – super supportive!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en-US" sz="2400" dirty="0"/>
              <a:t>AIAA IT infrastructure still a challenge</a:t>
            </a:r>
          </a:p>
          <a:p>
            <a:pPr marL="746125" lvl="1" indent="-342900">
              <a:lnSpc>
                <a:spcPct val="130000"/>
              </a:lnSpc>
              <a:spcBef>
                <a:spcPts val="400"/>
              </a:spcBef>
            </a:pPr>
            <a:r>
              <a:rPr lang="en-US" sz="2400" dirty="0"/>
              <a:t>Too much manual effort to keep up with TC leadership changes and contact information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en-US" sz="2400" dirty="0"/>
              <a:t>Where else in TAD do we need to consider a refresh?</a:t>
            </a:r>
          </a:p>
          <a:p>
            <a:pPr marL="746125" lvl="1" indent="-342900">
              <a:lnSpc>
                <a:spcPct val="130000"/>
              </a:lnSpc>
              <a:spcBef>
                <a:spcPts val="400"/>
              </a:spcBef>
            </a:pPr>
            <a:r>
              <a:rPr lang="en-US" sz="2400" dirty="0"/>
              <a:t>What’s the right cadence and process for continually keeping TAD (and AIED) relevant?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4843AE3-EC35-69FC-87ED-5110F5A07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BCB428-D880-FC4A-9B26-64132A65A03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gtree" pitchFamily="2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igtree" pitchFamily="2" charset="0"/>
              <a:ea typeface="+mn-ea"/>
              <a:cs typeface="+mn-cs"/>
            </a:endParaRP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5D83AD86-6824-47CE-B109-4311FDFCBC3C}"/>
              </a:ext>
            </a:extLst>
          </p:cNvPr>
          <p:cNvSpPr txBox="1">
            <a:spLocks/>
          </p:cNvSpPr>
          <p:nvPr/>
        </p:nvSpPr>
        <p:spPr>
          <a:xfrm>
            <a:off x="11615982" y="6454131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750" b="0" i="0" kern="1200">
                <a:solidFill>
                  <a:schemeClr val="bg1">
                    <a:lumMod val="65000"/>
                  </a:schemeClr>
                </a:solidFill>
                <a:latin typeface="Figtree" pitchFamily="2" charset="0"/>
                <a:ea typeface="ＭＳ Ｐゴシック" charset="-128"/>
                <a:cs typeface="Arial" charset="0"/>
              </a:defRPr>
            </a:lvl1pPr>
            <a:lvl2pPr marL="342900" algn="l" rtl="0" fontAlgn="base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2pPr>
            <a:lvl3pPr marL="685800" algn="l" rtl="0" fontAlgn="base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3pPr>
            <a:lvl4pPr marL="1028700" algn="l" rtl="0" fontAlgn="base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4pPr>
            <a:lvl5pPr marL="1371600" algn="l" rtl="0" fontAlgn="base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5pPr>
            <a:lvl6pPr marL="1714500" algn="l" defTabSz="685800" rtl="0" eaLnBrk="1" latinLnBrk="0" hangingPunct="1">
              <a:defRPr sz="18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6pPr>
            <a:lvl7pPr marL="2057400" algn="l" defTabSz="685800" rtl="0" eaLnBrk="1" latinLnBrk="0" hangingPunct="1">
              <a:defRPr sz="18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7pPr>
            <a:lvl8pPr marL="2400300" algn="l" defTabSz="685800" rtl="0" eaLnBrk="1" latinLnBrk="0" hangingPunct="1">
              <a:defRPr sz="18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8pPr>
            <a:lvl9pPr marL="2743200" algn="l" defTabSz="685800" rtl="0" eaLnBrk="1" latinLnBrk="0" hangingPunct="1">
              <a:defRPr sz="18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9pPr>
          </a:lstStyle>
          <a:p>
            <a:pPr marL="0" marR="0" lvl="0" indent="0" algn="l" defTabSz="121914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FBCB428-D880-FC4A-9B26-64132A65A030}" type="slidenum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gtree" pitchFamily="2" charset="0"/>
                <a:ea typeface="ＭＳ Ｐゴシック" charset="-128"/>
                <a:cs typeface="Arial" charset="0"/>
              </a:rPr>
              <a:pPr marL="0" marR="0" lvl="0" indent="0" algn="l" defTabSz="121914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igtree" pitchFamily="2" charset="0"/>
              <a:ea typeface="ＭＳ Ｐゴシック" charset="-128"/>
              <a:cs typeface="Arial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D1C7ABF-910A-1D94-7075-D8F6CB61B962}"/>
              </a:ext>
            </a:extLst>
          </p:cNvPr>
          <p:cNvCxnSpPr>
            <a:cxnSpLocks/>
          </p:cNvCxnSpPr>
          <p:nvPr/>
        </p:nvCxnSpPr>
        <p:spPr>
          <a:xfrm>
            <a:off x="11491993" y="6454131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7FB481C5-717F-2034-C34F-787E9D298B5A}"/>
              </a:ext>
            </a:extLst>
          </p:cNvPr>
          <p:cNvSpPr txBox="1">
            <a:spLocks/>
          </p:cNvSpPr>
          <p:nvPr/>
        </p:nvSpPr>
        <p:spPr>
          <a:xfrm>
            <a:off x="11612881" y="6455664"/>
            <a:ext cx="576020" cy="228600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l" defTabSz="914400" rtl="0" eaLnBrk="1" latinLnBrk="0" hangingPunct="1">
              <a:defRPr sz="1000" b="0" i="0" kern="1200">
                <a:solidFill>
                  <a:schemeClr val="bg1"/>
                </a:solidFill>
                <a:latin typeface="Figtree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7B14E4-4B8C-424C-800A-68AABDD4E70E}" type="slidenum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gtree" pitchFamily="2" charset="0"/>
                <a:ea typeface="+mn-ea"/>
                <a:cs typeface="+mn-cs"/>
              </a:rPr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igtree" pitchFamily="2" charset="0"/>
              <a:ea typeface="+mn-ea"/>
              <a:cs typeface="+mn-cs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DE85687-9BBE-E4EC-C44C-D19AB2FE0C4D}"/>
              </a:ext>
            </a:extLst>
          </p:cNvPr>
          <p:cNvCxnSpPr>
            <a:cxnSpLocks/>
          </p:cNvCxnSpPr>
          <p:nvPr/>
        </p:nvCxnSpPr>
        <p:spPr>
          <a:xfrm>
            <a:off x="11494008" y="6455664"/>
            <a:ext cx="0" cy="22860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FDA7E21B-972D-DF69-32DA-9DF1F90D652A}"/>
              </a:ext>
            </a:extLst>
          </p:cNvPr>
          <p:cNvSpPr txBox="1">
            <a:spLocks/>
          </p:cNvSpPr>
          <p:nvPr/>
        </p:nvSpPr>
        <p:spPr>
          <a:xfrm>
            <a:off x="566929" y="447042"/>
            <a:ext cx="11491993" cy="1169207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000" b="1" i="0" kern="1200">
                <a:solidFill>
                  <a:schemeClr val="bg1"/>
                </a:solidFill>
                <a:latin typeface="Figtree SemiBold" pitchFamily="2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2E7BA8"/>
                </a:solidFill>
                <a:effectLst/>
                <a:uLnTx/>
                <a:uFillTx/>
                <a:latin typeface="Figtree SemiBold" pitchFamily="2" charset="0"/>
                <a:ea typeface="+mj-ea"/>
                <a:cs typeface="+mj-cs"/>
              </a:rPr>
              <a:t>Looking Back, Then Charging Ahead</a:t>
            </a:r>
          </a:p>
        </p:txBody>
      </p:sp>
    </p:spTree>
    <p:extLst>
      <p:ext uri="{BB962C8B-B14F-4D97-AF65-F5344CB8AC3E}">
        <p14:creationId xmlns:p14="http://schemas.microsoft.com/office/powerpoint/2010/main" val="39963065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1E7AA-BE68-14F7-7CC5-E73C3D19F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TAD Broken Sword Award History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BBA20A-CBFF-6633-0FCE-96899EDCC6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375" y="1879524"/>
            <a:ext cx="7539076" cy="4071823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Award originated decades ago based on vehement arguments and members willing to “fall on their sword” to win the battle…  now, more for fun and team bonding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Award recognizes the best (or worst!) verbal gaffe, sarcastic remark or illogical conclusion made during the TAD meeting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Renamed in 2018 to honor many-time winner Tony Gross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Award presented by prior recipient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Plaque to be proudly displayed in recipient’s </a:t>
            </a:r>
            <a:r>
              <a:rPr lang="en-US" sz="2400" strike="sngStrike"/>
              <a:t>home</a:t>
            </a:r>
            <a:r>
              <a:rPr lang="en-US" sz="2400"/>
              <a:t> office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TAD community, both Volunteers &amp; Staff, qualify for honor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5893DD-C7D5-469B-5000-35AD92F8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CB428-D880-FC4A-9B26-64132A65A030}" type="slidenum">
              <a:rPr lang="en-US" smtClean="0"/>
              <a:pPr/>
              <a:t>32</a:t>
            </a:fld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F22B89D-214F-E52E-10DB-5C19AE3B46B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9219162" y="2563764"/>
            <a:ext cx="2126197" cy="18914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4179B43-B362-85BC-8D8A-5498743DAFAC}"/>
              </a:ext>
            </a:extLst>
          </p:cNvPr>
          <p:cNvSpPr txBox="1"/>
          <p:nvPr/>
        </p:nvSpPr>
        <p:spPr>
          <a:xfrm>
            <a:off x="8732701" y="1559924"/>
            <a:ext cx="30991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schemeClr val="bg1"/>
                </a:solidFill>
                <a:latin typeface="Arial" charset="0"/>
                <a:ea typeface="ＭＳ Ｐゴシック" charset="-128"/>
                <a:cs typeface="Arial" charset="0"/>
              </a:rPr>
              <a:t>Thanks to Emily Springer and Jim Keenan for helping recall award history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982BAC-5A0E-DE15-B4D6-6A784545CE38}"/>
              </a:ext>
            </a:extLst>
          </p:cNvPr>
          <p:cNvSpPr txBox="1"/>
          <p:nvPr/>
        </p:nvSpPr>
        <p:spPr>
          <a:xfrm>
            <a:off x="8780348" y="4616277"/>
            <a:ext cx="3003823" cy="132343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chemeClr val="bg1"/>
                </a:solidFill>
                <a:latin typeface="Figtree"/>
                <a:ea typeface="ＭＳ Ｐゴシック" charset="-128"/>
                <a:cs typeface="Arial" charset="0"/>
              </a:rPr>
              <a:t>Terry Morris presents the Broken Sword Award to winner Dimitri Mavris at SciTech 2020</a:t>
            </a:r>
          </a:p>
        </p:txBody>
      </p:sp>
    </p:spTree>
    <p:extLst>
      <p:ext uri="{BB962C8B-B14F-4D97-AF65-F5344CB8AC3E}">
        <p14:creationId xmlns:p14="http://schemas.microsoft.com/office/powerpoint/2010/main" val="34403785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12936EA-688D-C489-7693-989BD3436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Broken Sword Award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0332D3-C6A2-2D94-7F02-169E35F44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CB428-D880-FC4A-9B26-64132A65A030}" type="slidenum">
              <a:rPr lang="en-US" smtClean="0"/>
              <a:pPr/>
              <a:t>33</a:t>
            </a:fld>
            <a:endParaRPr lang="en-US"/>
          </a:p>
        </p:txBody>
      </p:sp>
      <p:pic>
        <p:nvPicPr>
          <p:cNvPr id="13" name="Picture 12" descr="Two people standing next to a table with a computer&#10;&#10;AI-generated content may be incorrect.">
            <a:extLst>
              <a:ext uri="{FF2B5EF4-FFF2-40B4-BE49-F238E27FC236}">
                <a16:creationId xmlns:a16="http://schemas.microsoft.com/office/drawing/2014/main" id="{E45F7462-1CEA-9F55-23EC-B8E3802C2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230" y="2475221"/>
            <a:ext cx="2876055" cy="347472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57DDAAA-8192-1D6B-C29B-9C2AFC87B526}"/>
              </a:ext>
            </a:extLst>
          </p:cNvPr>
          <p:cNvSpPr txBox="1"/>
          <p:nvPr/>
        </p:nvSpPr>
        <p:spPr>
          <a:xfrm>
            <a:off x="1607965" y="1432780"/>
            <a:ext cx="2180725" cy="98488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400">
                <a:solidFill>
                  <a:schemeClr val="bg1"/>
                </a:solidFill>
                <a:latin typeface="Figtree"/>
                <a:ea typeface="ＭＳ Ｐゴシック" charset="-128"/>
                <a:cs typeface="Arial" charset="0"/>
              </a:rPr>
              <a:t>Lesley Weitz</a:t>
            </a:r>
            <a:endParaRPr kumimoji="0" lang="en-US" sz="240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Figtree"/>
              <a:ea typeface="ＭＳ Ｐゴシック" charset="-128"/>
              <a:cs typeface="Arial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400">
                <a:solidFill>
                  <a:schemeClr val="bg1"/>
                </a:solidFill>
                <a:latin typeface="Figtree"/>
              </a:rPr>
              <a:t>January 2025</a:t>
            </a:r>
            <a:endParaRPr kumimoji="0" lang="en-US" sz="240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Figtree"/>
              <a:ea typeface="ＭＳ Ｐゴシック" charset="-128"/>
              <a:cs typeface="Arial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Comic Sans MS" panose="030F0702030302020204" pitchFamily="66" charset="0"/>
              <a:ea typeface="ＭＳ Ｐゴシック" charset="-128"/>
              <a:cs typeface="Arial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017D05-2029-25C9-BF73-101DA0443646}"/>
              </a:ext>
            </a:extLst>
          </p:cNvPr>
          <p:cNvSpPr txBox="1"/>
          <p:nvPr/>
        </p:nvSpPr>
        <p:spPr>
          <a:xfrm>
            <a:off x="5110545" y="5481310"/>
            <a:ext cx="2628226" cy="98488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400">
                <a:solidFill>
                  <a:schemeClr val="bg1"/>
                </a:solidFill>
                <a:latin typeface="Figtree"/>
                <a:ea typeface="ＭＳ Ｐゴシック" charset="-128"/>
                <a:cs typeface="Arial" charset="0"/>
              </a:rPr>
              <a:t>Stephen Blanchette </a:t>
            </a:r>
            <a:endParaRPr kumimoji="0" lang="en-US" sz="240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Figtree"/>
              <a:ea typeface="ＭＳ Ｐゴシック" charset="-128"/>
              <a:cs typeface="Arial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400">
                <a:solidFill>
                  <a:schemeClr val="bg1"/>
                </a:solidFill>
                <a:latin typeface="Figtree"/>
              </a:rPr>
              <a:t>April 2025</a:t>
            </a:r>
            <a:endParaRPr kumimoji="0" lang="en-US" sz="240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Figtree"/>
              <a:ea typeface="ＭＳ Ｐゴシック" charset="-128"/>
              <a:cs typeface="Arial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Comic Sans MS" panose="030F0702030302020204" pitchFamily="66" charset="0"/>
              <a:ea typeface="ＭＳ Ｐゴシック" charset="-128"/>
              <a:cs typeface="Arial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24BC8E-A5EE-2373-4528-FCFEB7E19898}"/>
              </a:ext>
            </a:extLst>
          </p:cNvPr>
          <p:cNvSpPr txBox="1"/>
          <p:nvPr/>
        </p:nvSpPr>
        <p:spPr>
          <a:xfrm>
            <a:off x="8949835" y="1432779"/>
            <a:ext cx="2180725" cy="98488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400">
                <a:solidFill>
                  <a:schemeClr val="bg1"/>
                </a:solidFill>
                <a:latin typeface="Figtree"/>
                <a:ea typeface="ＭＳ Ｐゴシック" charset="-128"/>
                <a:cs typeface="Arial" charset="0"/>
              </a:rPr>
              <a:t>Lesley Weitz</a:t>
            </a:r>
            <a:endParaRPr kumimoji="0" lang="en-US" sz="240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Figtree"/>
              <a:ea typeface="ＭＳ Ｐゴシック" charset="-128"/>
              <a:cs typeface="Arial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400">
                <a:solidFill>
                  <a:schemeClr val="bg1"/>
                </a:solidFill>
                <a:latin typeface="Figtree"/>
              </a:rPr>
              <a:t>July 2025</a:t>
            </a:r>
            <a:endParaRPr kumimoji="0" lang="en-US" sz="240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Figtree"/>
              <a:ea typeface="ＭＳ Ｐゴシック" charset="-128"/>
              <a:cs typeface="Arial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Comic Sans MS" panose="030F0702030302020204" pitchFamily="66" charset="0"/>
              <a:ea typeface="ＭＳ Ｐゴシック" charset="-128"/>
              <a:cs typeface="Arial" charset="0"/>
            </a:endParaRPr>
          </a:p>
        </p:txBody>
      </p:sp>
      <p:pic>
        <p:nvPicPr>
          <p:cNvPr id="8" name="Picture 7" descr="Two people holding a framed picture&#10;&#10;AI-generated content may be incorrect.">
            <a:extLst>
              <a:ext uri="{FF2B5EF4-FFF2-40B4-BE49-F238E27FC236}">
                <a16:creationId xmlns:a16="http://schemas.microsoft.com/office/drawing/2014/main" id="{AF31FCB3-1703-EE2D-A997-07452EBABD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3058" y="1739306"/>
            <a:ext cx="2743200" cy="3718192"/>
          </a:xfrm>
          <a:prstGeom prst="rect">
            <a:avLst/>
          </a:prstGeom>
        </p:spPr>
      </p:pic>
      <p:pic>
        <p:nvPicPr>
          <p:cNvPr id="9" name="Picture 8" descr="Two people holding a framed picture&#10;&#10;AI-generated content may be incorrect.">
            <a:extLst>
              <a:ext uri="{FF2B5EF4-FFF2-40B4-BE49-F238E27FC236}">
                <a16:creationId xmlns:a16="http://schemas.microsoft.com/office/drawing/2014/main" id="{9868D32F-4678-60D6-AE83-EA45AF202D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8752031" y="2353485"/>
            <a:ext cx="2743200" cy="3718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4023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162AC-4340-7199-4CEC-210ED7C80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6B8FC-B923-13B9-3FEC-290B889AB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/>
            </a:br>
            <a:r>
              <a:rPr lang="en-US"/>
              <a:t>Review of Actions and Closing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8BFC22-1A16-A1F1-E347-6A62B3F266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Lesley Weitz, TAD Chief</a:t>
            </a:r>
          </a:p>
          <a:p>
            <a:r>
              <a:rPr lang="en-US"/>
              <a:t>Michael Lagana, Technical and Integration Communities, AIAA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BBCB07-DF4F-B4C5-E0DF-A9E1B597D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CB428-D880-FC4A-9B26-64132A65A030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4423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2EF6F-64B0-155C-1C0B-0760E4189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6939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IAA 2025">
      <a:dk1>
        <a:srgbClr val="000000"/>
      </a:dk1>
      <a:lt1>
        <a:srgbClr val="FFFFFF"/>
      </a:lt1>
      <a:dk2>
        <a:srgbClr val="1A3C6D"/>
      </a:dk2>
      <a:lt2>
        <a:srgbClr val="E8E8E8"/>
      </a:lt2>
      <a:accent1>
        <a:srgbClr val="1A3C6D"/>
      </a:accent1>
      <a:accent2>
        <a:srgbClr val="3079A7"/>
      </a:accent2>
      <a:accent3>
        <a:srgbClr val="742A88"/>
      </a:accent3>
      <a:accent4>
        <a:srgbClr val="F1B82C"/>
      </a:accent4>
      <a:accent5>
        <a:srgbClr val="65A602"/>
      </a:accent5>
      <a:accent6>
        <a:srgbClr val="CC4100"/>
      </a:accent6>
      <a:hlink>
        <a:srgbClr val="3079A7"/>
      </a:hlink>
      <a:folHlink>
        <a:srgbClr val="3079A7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Without blue bann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AIAA-9_2025-PreBuilt-Logo-PPT-Template-R1">
  <a:themeElements>
    <a:clrScheme name="AIAA 2025">
      <a:dk1>
        <a:srgbClr val="000000"/>
      </a:dk1>
      <a:lt1>
        <a:srgbClr val="FFFFFF"/>
      </a:lt1>
      <a:dk2>
        <a:srgbClr val="1A3C6D"/>
      </a:dk2>
      <a:lt2>
        <a:srgbClr val="E8E8E8"/>
      </a:lt2>
      <a:accent1>
        <a:srgbClr val="1A3C6D"/>
      </a:accent1>
      <a:accent2>
        <a:srgbClr val="3079A7"/>
      </a:accent2>
      <a:accent3>
        <a:srgbClr val="742A88"/>
      </a:accent3>
      <a:accent4>
        <a:srgbClr val="F1B82C"/>
      </a:accent4>
      <a:accent5>
        <a:srgbClr val="65A602"/>
      </a:accent5>
      <a:accent6>
        <a:srgbClr val="CC4100"/>
      </a:accent6>
      <a:hlink>
        <a:srgbClr val="3079A7"/>
      </a:hlink>
      <a:folHlink>
        <a:srgbClr val="3079A7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4_Office Theme">
  <a:themeElements>
    <a:clrScheme name="AIAA 2025">
      <a:dk1>
        <a:srgbClr val="000000"/>
      </a:dk1>
      <a:lt1>
        <a:srgbClr val="FFFFFF"/>
      </a:lt1>
      <a:dk2>
        <a:srgbClr val="1A3C6D"/>
      </a:dk2>
      <a:lt2>
        <a:srgbClr val="E8E8E8"/>
      </a:lt2>
      <a:accent1>
        <a:srgbClr val="1A3C6D"/>
      </a:accent1>
      <a:accent2>
        <a:srgbClr val="3079A7"/>
      </a:accent2>
      <a:accent3>
        <a:srgbClr val="742A88"/>
      </a:accent3>
      <a:accent4>
        <a:srgbClr val="F1B82C"/>
      </a:accent4>
      <a:accent5>
        <a:srgbClr val="65A602"/>
      </a:accent5>
      <a:accent6>
        <a:srgbClr val="CC4100"/>
      </a:accent6>
      <a:hlink>
        <a:srgbClr val="3079A7"/>
      </a:hlink>
      <a:folHlink>
        <a:srgbClr val="3079A7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1_AIAA-9_2025-PreBuilt-Logo-PPT-Template-R1">
  <a:themeElements>
    <a:clrScheme name="AIAA 2025">
      <a:dk1>
        <a:srgbClr val="000000"/>
      </a:dk1>
      <a:lt1>
        <a:srgbClr val="FFFFFF"/>
      </a:lt1>
      <a:dk2>
        <a:srgbClr val="1A3C6D"/>
      </a:dk2>
      <a:lt2>
        <a:srgbClr val="E8E8E8"/>
      </a:lt2>
      <a:accent1>
        <a:srgbClr val="1A3C6D"/>
      </a:accent1>
      <a:accent2>
        <a:srgbClr val="3079A7"/>
      </a:accent2>
      <a:accent3>
        <a:srgbClr val="742A88"/>
      </a:accent3>
      <a:accent4>
        <a:srgbClr val="F1B82C"/>
      </a:accent4>
      <a:accent5>
        <a:srgbClr val="65A602"/>
      </a:accent5>
      <a:accent6>
        <a:srgbClr val="CC4100"/>
      </a:accent6>
      <a:hlink>
        <a:srgbClr val="3079A7"/>
      </a:hlink>
      <a:folHlink>
        <a:srgbClr val="3079A7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2DC5FD4AA9A76429E6E97D360DDA97A" ma:contentTypeVersion="3" ma:contentTypeDescription="Create a new document." ma:contentTypeScope="" ma:versionID="bbb0280458625fc2e9708d058dc88ec8">
  <xsd:schema xmlns:xsd="http://www.w3.org/2001/XMLSchema" xmlns:xs="http://www.w3.org/2001/XMLSchema" xmlns:p="http://schemas.microsoft.com/office/2006/metadata/properties" xmlns:ns2="076b9182-eb44-44f0-9172-3db68f613e70" targetNamespace="http://schemas.microsoft.com/office/2006/metadata/properties" ma:root="true" ma:fieldsID="a27484f490e1539cf98be468d69e4a77" ns2:_="">
    <xsd:import namespace="076b9182-eb44-44f0-9172-3db68f613e7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6b9182-eb44-44f0-9172-3db68f613e7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CCC72FE-90E0-4155-8481-CEFED106A28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F32BFA8-BFF6-4508-AD64-64A4B4F1509A}">
  <ds:schemaRefs>
    <ds:schemaRef ds:uri="http://purl.org/dc/terms/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076b9182-eb44-44f0-9172-3db68f613e70"/>
    <ds:schemaRef ds:uri="http://purl.org/dc/dcmitype/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937E874A-DF12-4391-8261-2479B85652B8}">
  <ds:schemaRefs>
    <ds:schemaRef ds:uri="076b9182-eb44-44f0-9172-3db68f613e7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2826</Words>
  <Application>Microsoft Office PowerPoint</Application>
  <PresentationFormat>Widescreen</PresentationFormat>
  <Paragraphs>431</Paragraphs>
  <Slides>35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35</vt:i4>
      </vt:variant>
    </vt:vector>
  </HeadingPairs>
  <TitlesOfParts>
    <vt:vector size="51" baseType="lpstr">
      <vt:lpstr>Aptos</vt:lpstr>
      <vt:lpstr>Aptos Display</vt:lpstr>
      <vt:lpstr>Arial</vt:lpstr>
      <vt:lpstr>Calibri</vt:lpstr>
      <vt:lpstr>Comic Sans MS</vt:lpstr>
      <vt:lpstr>Figtree</vt:lpstr>
      <vt:lpstr>Figtree Light</vt:lpstr>
      <vt:lpstr>Figtree Medium</vt:lpstr>
      <vt:lpstr>Figtree SemiBold</vt:lpstr>
      <vt:lpstr>Helvetica</vt:lpstr>
      <vt:lpstr>Wingdings</vt:lpstr>
      <vt:lpstr>Office Theme</vt:lpstr>
      <vt:lpstr>Without blue banner</vt:lpstr>
      <vt:lpstr>AIAA-9_2025-PreBuilt-Logo-PPT-Template-R1</vt:lpstr>
      <vt:lpstr>4_Office Theme</vt:lpstr>
      <vt:lpstr>1_AIAA-9_2025-PreBuilt-Logo-PPT-Template-R1</vt:lpstr>
      <vt:lpstr>Technical Activities Division (TAD) Spring Business Meeting 17 May 2026</vt:lpstr>
      <vt:lpstr>Agenda</vt:lpstr>
      <vt:lpstr>Fall Meeting Minutes - UPDATE</vt:lpstr>
      <vt:lpstr>TAD Chief’s Report</vt:lpstr>
      <vt:lpstr>Technical Activities Division Org Chart</vt:lpstr>
      <vt:lpstr>TAD Chief Transition and New Chief’s Vision</vt:lpstr>
      <vt:lpstr>TBD</vt:lpstr>
      <vt:lpstr>AIAA Director’s Report</vt:lpstr>
      <vt:lpstr>Forums Integration Subcommittee (FIS) Report </vt:lpstr>
      <vt:lpstr>Technical Integration Subcommittee (TIS) Report</vt:lpstr>
      <vt:lpstr>TIS Spring 2026</vt:lpstr>
      <vt:lpstr>1. Establish the “General TC Guideline”</vt:lpstr>
      <vt:lpstr>2. Monitor the progress of the TC Charter Refresh </vt:lpstr>
      <vt:lpstr>Key Deliverables Submissions*</vt:lpstr>
      <vt:lpstr>3. Standardize and Automate Annual Compilation of TC Health Metrics</vt:lpstr>
      <vt:lpstr>4. Work with TCs to communicate to them the important aspects of leadership flowdown</vt:lpstr>
      <vt:lpstr>5. Capture Emerging Technologies and Trends</vt:lpstr>
      <vt:lpstr>6. Create TIS server space and collect TIS documents</vt:lpstr>
      <vt:lpstr>7. Get familiar with what IOD doing and how it relates to TIS</vt:lpstr>
      <vt:lpstr>New Business April 28</vt:lpstr>
      <vt:lpstr>Defense Working Group Report</vt:lpstr>
      <vt:lpstr>Re-envisioning SMG’s Space TCs  January 2026 Update to TAD</vt:lpstr>
      <vt:lpstr>Publications Committee Update</vt:lpstr>
      <vt:lpstr>CTO Summit Overview and TAD Involvement</vt:lpstr>
      <vt:lpstr>Update on IT Upgrades and Survey Results</vt:lpstr>
      <vt:lpstr>15-Minute Break</vt:lpstr>
      <vt:lpstr>Director Roundtable</vt:lpstr>
      <vt:lpstr>Director Roundtable</vt:lpstr>
      <vt:lpstr>Director Roundtable Stephen Blanchette – Space and Missiles Group </vt:lpstr>
      <vt:lpstr>PowerPoint Presentation</vt:lpstr>
      <vt:lpstr>PowerPoint Presentation</vt:lpstr>
      <vt:lpstr>TAD Broken Sword Award History</vt:lpstr>
      <vt:lpstr>Broken Sword Award</vt:lpstr>
      <vt:lpstr> Review of Actions and Closing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Somer Blackwell</dc:creator>
  <cp:lastModifiedBy>Smith (US), Thomas R</cp:lastModifiedBy>
  <cp:revision>9</cp:revision>
  <dcterms:created xsi:type="dcterms:W3CDTF">2025-03-03T19:36:00Z</dcterms:created>
  <dcterms:modified xsi:type="dcterms:W3CDTF">2026-05-26T17:22:56Z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0x01010042DC5FD4AA9A76429E6E97D360DDA97A</vt:lpwstr>
  </property>
</Properties>
</file>